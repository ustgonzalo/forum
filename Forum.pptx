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8"/>
  </p:notesMasterIdLst>
  <p:sldIdLst>
    <p:sldId id="256" r:id="rId2"/>
    <p:sldId id="257" r:id="rId3"/>
    <p:sldId id="259" r:id="rId4"/>
    <p:sldId id="261" r:id="rId5"/>
    <p:sldId id="264" r:id="rId6"/>
    <p:sldId id="276" r:id="rId7"/>
  </p:sldIdLst>
  <p:sldSz cx="9144000" cy="5143500" type="screen16x9"/>
  <p:notesSz cx="6858000" cy="9144000"/>
  <p:embeddedFontLst>
    <p:embeddedFont>
      <p:font typeface="Nunito Light" pitchFamily="2" charset="0"/>
      <p:regular r:id="rId9"/>
      <p: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Medium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EEF403-1EC8-4AC7-B937-B616F5BBB7A4}">
  <a:tblStyle styleId="{C7EEF403-1EC8-4AC7-B937-B616F5BBB7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018BBC5-4A87-4989-BDCC-0A82057372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822" name="Google Shape;82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92a917954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948" name="Google Shape;948;g292a917954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974" name="Google Shape;97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111" name="Google Shape;111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206" name="Google Shape;120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2932f86bbf8_0_20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918" name="Google Shape;1918;g2932f86bbf8_0_20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92725" y="1161475"/>
            <a:ext cx="52380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92725" y="3415350"/>
            <a:ext cx="523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12" name="Google Shape;12;p2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2" name="Google Shape;22;p2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" name="Google Shape;27;p2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subTitle" idx="1"/>
          </p:nvPr>
        </p:nvSpPr>
        <p:spPr>
          <a:xfrm>
            <a:off x="4983888" y="2878947"/>
            <a:ext cx="2606400" cy="14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subTitle" idx="2"/>
          </p:nvPr>
        </p:nvSpPr>
        <p:spPr>
          <a:xfrm>
            <a:off x="1553713" y="2878946"/>
            <a:ext cx="2606400" cy="14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subTitle" idx="3"/>
          </p:nvPr>
        </p:nvSpPr>
        <p:spPr>
          <a:xfrm>
            <a:off x="1553713" y="2527525"/>
            <a:ext cx="26064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subTitle" idx="4"/>
          </p:nvPr>
        </p:nvSpPr>
        <p:spPr>
          <a:xfrm>
            <a:off x="4983888" y="2527525"/>
            <a:ext cx="26064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64" name="Google Shape;164;p5"/>
          <p:cNvGrpSpPr/>
          <p:nvPr/>
        </p:nvGrpSpPr>
        <p:grpSpPr>
          <a:xfrm>
            <a:off x="-187189" y="139313"/>
            <a:ext cx="10397451" cy="5226445"/>
            <a:chOff x="-187189" y="139313"/>
            <a:chExt cx="10397451" cy="5226445"/>
          </a:xfrm>
        </p:grpSpPr>
        <p:grpSp>
          <p:nvGrpSpPr>
            <p:cNvPr id="165" name="Google Shape;165;p5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5"/>
            <p:cNvGrpSpPr/>
            <p:nvPr/>
          </p:nvGrpSpPr>
          <p:grpSpPr>
            <a:xfrm flipH="1">
              <a:off x="8552194" y="917833"/>
              <a:ext cx="1658068" cy="3498326"/>
              <a:chOff x="-1133549" y="822583"/>
              <a:chExt cx="1658068" cy="3498326"/>
            </a:xfrm>
          </p:grpSpPr>
          <p:sp>
            <p:nvSpPr>
              <p:cNvPr id="174" name="Google Shape;174;p5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5"/>
            <p:cNvGrpSpPr/>
            <p:nvPr/>
          </p:nvGrpSpPr>
          <p:grpSpPr>
            <a:xfrm flipH="1">
              <a:off x="7830526" y="4746263"/>
              <a:ext cx="1065901" cy="619495"/>
              <a:chOff x="-192639" y="64613"/>
              <a:chExt cx="1065901" cy="619495"/>
            </a:xfrm>
          </p:grpSpPr>
          <p:sp>
            <p:nvSpPr>
              <p:cNvPr id="187" name="Google Shape;187;p5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4" name="Google Shape;194;p5"/>
          <p:cNvGrpSpPr/>
          <p:nvPr/>
        </p:nvGrpSpPr>
        <p:grpSpPr>
          <a:xfrm>
            <a:off x="-467821" y="4104134"/>
            <a:ext cx="1293604" cy="1903762"/>
            <a:chOff x="-467821" y="4104134"/>
            <a:chExt cx="1293604" cy="1903762"/>
          </a:xfrm>
        </p:grpSpPr>
        <p:grpSp>
          <p:nvGrpSpPr>
            <p:cNvPr id="195" name="Google Shape;195;p5"/>
            <p:cNvGrpSpPr/>
            <p:nvPr/>
          </p:nvGrpSpPr>
          <p:grpSpPr>
            <a:xfrm rot="5400000">
              <a:off x="-243698" y="4938415"/>
              <a:ext cx="1629907" cy="509054"/>
              <a:chOff x="5401930" y="789587"/>
              <a:chExt cx="1629907" cy="509054"/>
            </a:xfrm>
          </p:grpSpPr>
          <p:sp>
            <p:nvSpPr>
              <p:cNvPr id="196" name="Google Shape;196;p5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8" name="Google Shape;198;p5"/>
            <p:cNvSpPr/>
            <p:nvPr/>
          </p:nvSpPr>
          <p:spPr>
            <a:xfrm rot="-5400000" flipH="1">
              <a:off x="-467821" y="4104134"/>
              <a:ext cx="652200" cy="652200"/>
            </a:xfrm>
            <a:prstGeom prst="roundRect">
              <a:avLst>
                <a:gd name="adj" fmla="val 3057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9" name="Google Shape;199;p5"/>
          <p:cNvGrpSpPr/>
          <p:nvPr/>
        </p:nvGrpSpPr>
        <p:grpSpPr>
          <a:xfrm>
            <a:off x="-467813" y="-389062"/>
            <a:ext cx="9963094" cy="2257077"/>
            <a:chOff x="-467813" y="-389062"/>
            <a:chExt cx="9963094" cy="2257077"/>
          </a:xfrm>
        </p:grpSpPr>
        <p:sp>
          <p:nvSpPr>
            <p:cNvPr id="200" name="Google Shape;200;p5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1" name="Google Shape;201;p5"/>
            <p:cNvGrpSpPr/>
            <p:nvPr/>
          </p:nvGrpSpPr>
          <p:grpSpPr>
            <a:xfrm>
              <a:off x="431852" y="1589242"/>
              <a:ext cx="278774" cy="278773"/>
              <a:chOff x="2013865" y="139317"/>
              <a:chExt cx="278774" cy="278773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5" name="Google Shape;205;p5"/>
            <p:cNvSpPr/>
            <p:nvPr/>
          </p:nvSpPr>
          <p:spPr>
            <a:xfrm>
              <a:off x="8688112" y="-389062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-501553" y="-179987"/>
            <a:ext cx="1767651" cy="1127846"/>
            <a:chOff x="-501553" y="-179987"/>
            <a:chExt cx="1767651" cy="1127846"/>
          </a:xfrm>
        </p:grpSpPr>
        <p:sp>
          <p:nvSpPr>
            <p:cNvPr id="209" name="Google Shape;209;p6"/>
            <p:cNvSpPr/>
            <p:nvPr/>
          </p:nvSpPr>
          <p:spPr>
            <a:xfrm>
              <a:off x="-501553" y="-179987"/>
              <a:ext cx="1126028" cy="1127846"/>
            </a:xfrm>
            <a:custGeom>
              <a:avLst/>
              <a:gdLst/>
              <a:ahLst/>
              <a:cxnLst/>
              <a:rect l="l" t="t" r="r" b="b"/>
              <a:pathLst>
                <a:path w="618" h="619" extrusionOk="0">
                  <a:moveTo>
                    <a:pt x="564" y="269"/>
                  </a:moveTo>
                  <a:cubicBezTo>
                    <a:pt x="568" y="292"/>
                    <a:pt x="568" y="315"/>
                    <a:pt x="566" y="337"/>
                  </a:cubicBezTo>
                  <a:lnTo>
                    <a:pt x="618" y="372"/>
                  </a:lnTo>
                  <a:lnTo>
                    <a:pt x="581" y="470"/>
                  </a:lnTo>
                  <a:lnTo>
                    <a:pt x="518" y="461"/>
                  </a:lnTo>
                  <a:cubicBezTo>
                    <a:pt x="505" y="479"/>
                    <a:pt x="489" y="496"/>
                    <a:pt x="471" y="511"/>
                  </a:cubicBezTo>
                  <a:lnTo>
                    <a:pt x="483" y="573"/>
                  </a:lnTo>
                  <a:lnTo>
                    <a:pt x="387" y="615"/>
                  </a:lnTo>
                  <a:lnTo>
                    <a:pt x="350" y="564"/>
                  </a:lnTo>
                  <a:cubicBezTo>
                    <a:pt x="327" y="568"/>
                    <a:pt x="304" y="569"/>
                    <a:pt x="281" y="566"/>
                  </a:cubicBezTo>
                  <a:lnTo>
                    <a:pt x="246" y="619"/>
                  </a:lnTo>
                  <a:lnTo>
                    <a:pt x="148" y="581"/>
                  </a:lnTo>
                  <a:lnTo>
                    <a:pt x="157" y="518"/>
                  </a:lnTo>
                  <a:cubicBezTo>
                    <a:pt x="139" y="505"/>
                    <a:pt x="122" y="489"/>
                    <a:pt x="108" y="471"/>
                  </a:cubicBezTo>
                  <a:lnTo>
                    <a:pt x="46" y="484"/>
                  </a:lnTo>
                  <a:lnTo>
                    <a:pt x="3" y="388"/>
                  </a:lnTo>
                  <a:lnTo>
                    <a:pt x="54" y="350"/>
                  </a:lnTo>
                  <a:cubicBezTo>
                    <a:pt x="50" y="327"/>
                    <a:pt x="50" y="304"/>
                    <a:pt x="52" y="281"/>
                  </a:cubicBezTo>
                  <a:lnTo>
                    <a:pt x="0" y="246"/>
                  </a:lnTo>
                  <a:lnTo>
                    <a:pt x="37" y="148"/>
                  </a:lnTo>
                  <a:lnTo>
                    <a:pt x="100" y="157"/>
                  </a:lnTo>
                  <a:cubicBezTo>
                    <a:pt x="113" y="139"/>
                    <a:pt x="129" y="122"/>
                    <a:pt x="147" y="108"/>
                  </a:cubicBezTo>
                  <a:lnTo>
                    <a:pt x="135" y="46"/>
                  </a:lnTo>
                  <a:lnTo>
                    <a:pt x="231" y="3"/>
                  </a:lnTo>
                  <a:lnTo>
                    <a:pt x="268" y="54"/>
                  </a:lnTo>
                  <a:cubicBezTo>
                    <a:pt x="291" y="50"/>
                    <a:pt x="314" y="50"/>
                    <a:pt x="337" y="52"/>
                  </a:cubicBezTo>
                  <a:lnTo>
                    <a:pt x="372" y="0"/>
                  </a:lnTo>
                  <a:lnTo>
                    <a:pt x="470" y="37"/>
                  </a:lnTo>
                  <a:lnTo>
                    <a:pt x="461" y="100"/>
                  </a:lnTo>
                  <a:cubicBezTo>
                    <a:pt x="479" y="113"/>
                    <a:pt x="496" y="129"/>
                    <a:pt x="510" y="147"/>
                  </a:cubicBezTo>
                  <a:lnTo>
                    <a:pt x="572" y="135"/>
                  </a:lnTo>
                  <a:lnTo>
                    <a:pt x="615" y="231"/>
                  </a:lnTo>
                  <a:lnTo>
                    <a:pt x="564" y="269"/>
                  </a:lnTo>
                  <a:moveTo>
                    <a:pt x="414" y="268"/>
                  </a:moveTo>
                  <a:cubicBezTo>
                    <a:pt x="388" y="211"/>
                    <a:pt x="322" y="186"/>
                    <a:pt x="265" y="211"/>
                  </a:cubicBezTo>
                  <a:cubicBezTo>
                    <a:pt x="208" y="236"/>
                    <a:pt x="183" y="303"/>
                    <a:pt x="208" y="359"/>
                  </a:cubicBezTo>
                  <a:cubicBezTo>
                    <a:pt x="233" y="416"/>
                    <a:pt x="300" y="442"/>
                    <a:pt x="356" y="417"/>
                  </a:cubicBezTo>
                  <a:cubicBezTo>
                    <a:pt x="413" y="391"/>
                    <a:pt x="439" y="325"/>
                    <a:pt x="414" y="2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6"/>
            <p:cNvGrpSpPr/>
            <p:nvPr/>
          </p:nvGrpSpPr>
          <p:grpSpPr>
            <a:xfrm>
              <a:off x="848848" y="-107879"/>
              <a:ext cx="417250" cy="417248"/>
              <a:chOff x="8892173" y="3448146"/>
              <a:chExt cx="417250" cy="417248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3" name="Google Shape;213;p6"/>
          <p:cNvGrpSpPr/>
          <p:nvPr/>
        </p:nvGrpSpPr>
        <p:grpSpPr>
          <a:xfrm>
            <a:off x="8414082" y="257187"/>
            <a:ext cx="1821923" cy="2073133"/>
            <a:chOff x="8414082" y="257187"/>
            <a:chExt cx="1821923" cy="2073133"/>
          </a:xfrm>
        </p:grpSpPr>
        <p:grpSp>
          <p:nvGrpSpPr>
            <p:cNvPr id="214" name="Google Shape;214;p6"/>
            <p:cNvGrpSpPr/>
            <p:nvPr/>
          </p:nvGrpSpPr>
          <p:grpSpPr>
            <a:xfrm>
              <a:off x="8414082" y="1612434"/>
              <a:ext cx="1754642" cy="717886"/>
              <a:chOff x="-1340531" y="3895472"/>
              <a:chExt cx="1754642" cy="717886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6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228" name="Google Shape;228;p6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6"/>
          <p:cNvGrpSpPr/>
          <p:nvPr/>
        </p:nvGrpSpPr>
        <p:grpSpPr>
          <a:xfrm>
            <a:off x="-94525" y="-179977"/>
            <a:ext cx="9091337" cy="5451427"/>
            <a:chOff x="-94525" y="-179977"/>
            <a:chExt cx="9091337" cy="5451427"/>
          </a:xfrm>
        </p:grpSpPr>
        <p:grpSp>
          <p:nvGrpSpPr>
            <p:cNvPr id="242" name="Google Shape;242;p6"/>
            <p:cNvGrpSpPr/>
            <p:nvPr/>
          </p:nvGrpSpPr>
          <p:grpSpPr>
            <a:xfrm>
              <a:off x="-94525" y="4470314"/>
              <a:ext cx="814536" cy="801136"/>
              <a:chOff x="-94525" y="4470314"/>
              <a:chExt cx="814536" cy="801136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103525" y="4598377"/>
                <a:ext cx="616486" cy="67307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452" extrusionOk="0">
                    <a:moveTo>
                      <a:pt x="250" y="234"/>
                    </a:moveTo>
                    <a:cubicBezTo>
                      <a:pt x="292" y="216"/>
                      <a:pt x="322" y="173"/>
                      <a:pt x="322" y="122"/>
                    </a:cubicBezTo>
                    <a:cubicBezTo>
                      <a:pt x="323" y="55"/>
                      <a:pt x="272" y="0"/>
                      <a:pt x="209" y="0"/>
                    </a:cubicBezTo>
                    <a:cubicBezTo>
                      <a:pt x="146" y="-1"/>
                      <a:pt x="95" y="53"/>
                      <a:pt x="95" y="120"/>
                    </a:cubicBezTo>
                    <a:cubicBezTo>
                      <a:pt x="95" y="172"/>
                      <a:pt x="125" y="216"/>
                      <a:pt x="167" y="234"/>
                    </a:cubicBezTo>
                    <a:cubicBezTo>
                      <a:pt x="-8" y="260"/>
                      <a:pt x="0" y="450"/>
                      <a:pt x="0" y="450"/>
                    </a:cubicBezTo>
                    <a:lnTo>
                      <a:pt x="414" y="452"/>
                    </a:lnTo>
                    <a:cubicBezTo>
                      <a:pt x="414" y="452"/>
                      <a:pt x="424" y="260"/>
                      <a:pt x="250" y="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379008" y="4470314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-94525" y="4492651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p6"/>
            <p:cNvSpPr/>
            <p:nvPr/>
          </p:nvSpPr>
          <p:spPr>
            <a:xfrm>
              <a:off x="8624538" y="2634240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6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" name="Google Shape;250;p6"/>
            <p:cNvSpPr/>
            <p:nvPr/>
          </p:nvSpPr>
          <p:spPr>
            <a:xfrm>
              <a:off x="8740528" y="2744274"/>
              <a:ext cx="131041" cy="144443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2" y="96"/>
                  </a:moveTo>
                  <a:lnTo>
                    <a:pt x="29" y="96"/>
                  </a:lnTo>
                  <a:cubicBezTo>
                    <a:pt x="30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4" y="62"/>
                  </a:cubicBezTo>
                  <a:lnTo>
                    <a:pt x="53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7" y="97"/>
                    <a:pt x="59" y="97"/>
                  </a:cubicBezTo>
                  <a:lnTo>
                    <a:pt x="85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7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0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2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811975" y="115077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subTitle" idx="1"/>
          </p:nvPr>
        </p:nvSpPr>
        <p:spPr>
          <a:xfrm>
            <a:off x="811975" y="186602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7"/>
          <p:cNvSpPr>
            <a:spLocks noGrp="1"/>
          </p:cNvSpPr>
          <p:nvPr>
            <p:ph type="pic" idx="2"/>
          </p:nvPr>
        </p:nvSpPr>
        <p:spPr>
          <a:xfrm>
            <a:off x="5882956" y="910538"/>
            <a:ext cx="1759500" cy="332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255" name="Google Shape;255;p7"/>
          <p:cNvGrpSpPr/>
          <p:nvPr/>
        </p:nvGrpSpPr>
        <p:grpSpPr>
          <a:xfrm>
            <a:off x="8289679" y="1474553"/>
            <a:ext cx="1215118" cy="3764197"/>
            <a:chOff x="8289679" y="1474553"/>
            <a:chExt cx="1215118" cy="3764197"/>
          </a:xfrm>
        </p:grpSpPr>
        <p:sp>
          <p:nvSpPr>
            <p:cNvPr id="256" name="Google Shape;256;p7"/>
            <p:cNvSpPr/>
            <p:nvPr/>
          </p:nvSpPr>
          <p:spPr>
            <a:xfrm>
              <a:off x="8608123" y="2667026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8289679" y="4535103"/>
              <a:ext cx="644490" cy="703646"/>
            </a:xfrm>
            <a:custGeom>
              <a:avLst/>
              <a:gdLst/>
              <a:ahLst/>
              <a:cxnLst/>
              <a:rect l="l" t="t" r="r" b="b"/>
              <a:pathLst>
                <a:path w="414" h="452" extrusionOk="0">
                  <a:moveTo>
                    <a:pt x="250" y="234"/>
                  </a:moveTo>
                  <a:cubicBezTo>
                    <a:pt x="292" y="216"/>
                    <a:pt x="322" y="173"/>
                    <a:pt x="322" y="122"/>
                  </a:cubicBezTo>
                  <a:cubicBezTo>
                    <a:pt x="322" y="55"/>
                    <a:pt x="272" y="0"/>
                    <a:pt x="209" y="0"/>
                  </a:cubicBezTo>
                  <a:cubicBezTo>
                    <a:pt x="146" y="0"/>
                    <a:pt x="95" y="54"/>
                    <a:pt x="95" y="121"/>
                  </a:cubicBezTo>
                  <a:cubicBezTo>
                    <a:pt x="94" y="172"/>
                    <a:pt x="125" y="216"/>
                    <a:pt x="167" y="234"/>
                  </a:cubicBezTo>
                  <a:cubicBezTo>
                    <a:pt x="-8" y="260"/>
                    <a:pt x="0" y="450"/>
                    <a:pt x="0" y="450"/>
                  </a:cubicBezTo>
                  <a:lnTo>
                    <a:pt x="414" y="452"/>
                  </a:lnTo>
                  <a:cubicBezTo>
                    <a:pt x="414" y="452"/>
                    <a:pt x="423" y="260"/>
                    <a:pt x="250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7"/>
            <p:cNvGrpSpPr/>
            <p:nvPr/>
          </p:nvGrpSpPr>
          <p:grpSpPr>
            <a:xfrm>
              <a:off x="8474933" y="1474553"/>
              <a:ext cx="501270" cy="501270"/>
              <a:chOff x="8474933" y="1474553"/>
              <a:chExt cx="501270" cy="501270"/>
            </a:xfrm>
          </p:grpSpPr>
          <p:sp>
            <p:nvSpPr>
              <p:cNvPr id="259" name="Google Shape;259;p7"/>
              <p:cNvSpPr/>
              <p:nvPr/>
            </p:nvSpPr>
            <p:spPr>
              <a:xfrm>
                <a:off x="8474933" y="1474553"/>
                <a:ext cx="501270" cy="50127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61" y="322"/>
                    </a:moveTo>
                    <a:lnTo>
                      <a:pt x="246" y="322"/>
                    </a:lnTo>
                    <a:cubicBezTo>
                      <a:pt x="288" y="322"/>
                      <a:pt x="322" y="288"/>
                      <a:pt x="322" y="246"/>
                    </a:cubicBezTo>
                    <a:lnTo>
                      <a:pt x="322" y="76"/>
                    </a:lnTo>
                    <a:cubicBezTo>
                      <a:pt x="322" y="34"/>
                      <a:pt x="288" y="0"/>
                      <a:pt x="246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246"/>
                    </a:lnTo>
                    <a:cubicBezTo>
                      <a:pt x="0" y="288"/>
                      <a:pt x="34" y="322"/>
                      <a:pt x="76" y="322"/>
                    </a:cubicBezTo>
                    <a:lnTo>
                      <a:pt x="161" y="32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8643061" y="1673816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8643061" y="1718961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8643061" y="1762550"/>
                <a:ext cx="175912" cy="20238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" extrusionOk="0">
                    <a:moveTo>
                      <a:pt x="0" y="0"/>
                    </a:moveTo>
                    <a:lnTo>
                      <a:pt x="113" y="0"/>
                    </a:lnTo>
                    <a:lnTo>
                      <a:pt x="113" y="13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65" name="Google Shape;265;p8"/>
          <p:cNvGrpSpPr/>
          <p:nvPr/>
        </p:nvGrpSpPr>
        <p:grpSpPr>
          <a:xfrm>
            <a:off x="281094" y="1722676"/>
            <a:ext cx="448225" cy="448223"/>
            <a:chOff x="281094" y="1722676"/>
            <a:chExt cx="448225" cy="448223"/>
          </a:xfrm>
        </p:grpSpPr>
        <p:sp>
          <p:nvSpPr>
            <p:cNvPr id="266" name="Google Shape;266;p8"/>
            <p:cNvSpPr/>
            <p:nvPr/>
          </p:nvSpPr>
          <p:spPr>
            <a:xfrm>
              <a:off x="281094" y="1722676"/>
              <a:ext cx="448225" cy="448223"/>
            </a:xfrm>
            <a:custGeom>
              <a:avLst/>
              <a:gdLst/>
              <a:ahLst/>
              <a:cxnLst/>
              <a:rect l="l" t="t" r="r" b="b"/>
              <a:pathLst>
                <a:path w="246" h="246" extrusionOk="0">
                  <a:moveTo>
                    <a:pt x="123" y="246"/>
                  </a:moveTo>
                  <a:lnTo>
                    <a:pt x="169" y="246"/>
                  </a:lnTo>
                  <a:cubicBezTo>
                    <a:pt x="211" y="246"/>
                    <a:pt x="246" y="212"/>
                    <a:pt x="246" y="170"/>
                  </a:cubicBezTo>
                  <a:lnTo>
                    <a:pt x="246" y="76"/>
                  </a:lnTo>
                  <a:cubicBezTo>
                    <a:pt x="246" y="34"/>
                    <a:pt x="211" y="0"/>
                    <a:pt x="169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0"/>
                  </a:lnTo>
                  <a:cubicBezTo>
                    <a:pt x="0" y="212"/>
                    <a:pt x="34" y="246"/>
                    <a:pt x="76" y="246"/>
                  </a:cubicBezTo>
                  <a:lnTo>
                    <a:pt x="123" y="24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30503" y="190123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30503" y="1941322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30503" y="1981407"/>
              <a:ext cx="158519" cy="18220"/>
            </a:xfrm>
            <a:custGeom>
              <a:avLst/>
              <a:gdLst/>
              <a:ahLst/>
              <a:cxnLst/>
              <a:rect l="l" t="t" r="r" b="b"/>
              <a:pathLst>
                <a:path w="87" h="10" extrusionOk="0">
                  <a:moveTo>
                    <a:pt x="0" y="0"/>
                  </a:moveTo>
                  <a:lnTo>
                    <a:pt x="87" y="0"/>
                  </a:lnTo>
                  <a:lnTo>
                    <a:pt x="87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8"/>
          <p:cNvGrpSpPr/>
          <p:nvPr/>
        </p:nvGrpSpPr>
        <p:grpSpPr>
          <a:xfrm>
            <a:off x="1042712" y="-336237"/>
            <a:ext cx="8514088" cy="5580922"/>
            <a:chOff x="1042712" y="-336237"/>
            <a:chExt cx="8514088" cy="5580922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430772" y="3448146"/>
              <a:ext cx="1126028" cy="1796538"/>
              <a:chOff x="8430772" y="3448146"/>
              <a:chExt cx="1126028" cy="1796538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8430772" y="4116838"/>
                <a:ext cx="1126028" cy="112784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19" extrusionOk="0">
                    <a:moveTo>
                      <a:pt x="564" y="269"/>
                    </a:moveTo>
                    <a:cubicBezTo>
                      <a:pt x="568" y="292"/>
                      <a:pt x="568" y="315"/>
                      <a:pt x="566" y="337"/>
                    </a:cubicBezTo>
                    <a:lnTo>
                      <a:pt x="618" y="372"/>
                    </a:lnTo>
                    <a:lnTo>
                      <a:pt x="581" y="470"/>
                    </a:lnTo>
                    <a:lnTo>
                      <a:pt x="518" y="461"/>
                    </a:lnTo>
                    <a:cubicBezTo>
                      <a:pt x="505" y="479"/>
                      <a:pt x="489" y="496"/>
                      <a:pt x="471" y="511"/>
                    </a:cubicBezTo>
                    <a:lnTo>
                      <a:pt x="483" y="573"/>
                    </a:lnTo>
                    <a:lnTo>
                      <a:pt x="387" y="615"/>
                    </a:lnTo>
                    <a:lnTo>
                      <a:pt x="350" y="564"/>
                    </a:lnTo>
                    <a:cubicBezTo>
                      <a:pt x="327" y="568"/>
                      <a:pt x="304" y="569"/>
                      <a:pt x="281" y="566"/>
                    </a:cubicBezTo>
                    <a:lnTo>
                      <a:pt x="246" y="619"/>
                    </a:lnTo>
                    <a:lnTo>
                      <a:pt x="148" y="581"/>
                    </a:lnTo>
                    <a:lnTo>
                      <a:pt x="157" y="518"/>
                    </a:lnTo>
                    <a:cubicBezTo>
                      <a:pt x="139" y="505"/>
                      <a:pt x="122" y="489"/>
                      <a:pt x="108" y="471"/>
                    </a:cubicBezTo>
                    <a:lnTo>
                      <a:pt x="46" y="484"/>
                    </a:lnTo>
                    <a:lnTo>
                      <a:pt x="3" y="388"/>
                    </a:lnTo>
                    <a:lnTo>
                      <a:pt x="54" y="350"/>
                    </a:lnTo>
                    <a:cubicBezTo>
                      <a:pt x="50" y="327"/>
                      <a:pt x="50" y="304"/>
                      <a:pt x="52" y="281"/>
                    </a:cubicBezTo>
                    <a:lnTo>
                      <a:pt x="0" y="246"/>
                    </a:lnTo>
                    <a:lnTo>
                      <a:pt x="37" y="148"/>
                    </a:lnTo>
                    <a:lnTo>
                      <a:pt x="100" y="157"/>
                    </a:lnTo>
                    <a:cubicBezTo>
                      <a:pt x="113" y="139"/>
                      <a:pt x="129" y="122"/>
                      <a:pt x="147" y="108"/>
                    </a:cubicBezTo>
                    <a:lnTo>
                      <a:pt x="135" y="46"/>
                    </a:lnTo>
                    <a:lnTo>
                      <a:pt x="231" y="3"/>
                    </a:lnTo>
                    <a:lnTo>
                      <a:pt x="268" y="54"/>
                    </a:lnTo>
                    <a:cubicBezTo>
                      <a:pt x="291" y="50"/>
                      <a:pt x="314" y="50"/>
                      <a:pt x="337" y="52"/>
                    </a:cubicBezTo>
                    <a:lnTo>
                      <a:pt x="372" y="0"/>
                    </a:lnTo>
                    <a:lnTo>
                      <a:pt x="470" y="37"/>
                    </a:lnTo>
                    <a:lnTo>
                      <a:pt x="461" y="100"/>
                    </a:lnTo>
                    <a:cubicBezTo>
                      <a:pt x="479" y="113"/>
                      <a:pt x="496" y="129"/>
                      <a:pt x="510" y="147"/>
                    </a:cubicBezTo>
                    <a:lnTo>
                      <a:pt x="572" y="135"/>
                    </a:lnTo>
                    <a:lnTo>
                      <a:pt x="615" y="231"/>
                    </a:lnTo>
                    <a:lnTo>
                      <a:pt x="564" y="269"/>
                    </a:lnTo>
                    <a:moveTo>
                      <a:pt x="414" y="268"/>
                    </a:moveTo>
                    <a:cubicBezTo>
                      <a:pt x="388" y="211"/>
                      <a:pt x="322" y="186"/>
                      <a:pt x="265" y="211"/>
                    </a:cubicBezTo>
                    <a:cubicBezTo>
                      <a:pt x="208" y="236"/>
                      <a:pt x="183" y="303"/>
                      <a:pt x="208" y="359"/>
                    </a:cubicBezTo>
                    <a:cubicBezTo>
                      <a:pt x="233" y="416"/>
                      <a:pt x="300" y="442"/>
                      <a:pt x="356" y="417"/>
                    </a:cubicBezTo>
                    <a:cubicBezTo>
                      <a:pt x="413" y="391"/>
                      <a:pt x="439" y="325"/>
                      <a:pt x="414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3" name="Google Shape;273;p8"/>
              <p:cNvGrpSpPr/>
              <p:nvPr/>
            </p:nvGrpSpPr>
            <p:grpSpPr>
              <a:xfrm>
                <a:off x="8892173" y="3448146"/>
                <a:ext cx="417250" cy="417248"/>
                <a:chOff x="8892173" y="3448146"/>
                <a:chExt cx="417250" cy="417248"/>
              </a:xfrm>
            </p:grpSpPr>
            <p:sp>
              <p:nvSpPr>
                <p:cNvPr id="274" name="Google Shape;274;p8"/>
                <p:cNvSpPr/>
                <p:nvPr/>
              </p:nvSpPr>
              <p:spPr>
                <a:xfrm>
                  <a:off x="9019717" y="3581155"/>
                  <a:ext cx="154874" cy="15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4" extrusionOk="0">
                      <a:moveTo>
                        <a:pt x="59" y="80"/>
                      </a:moveTo>
                      <a:cubicBezTo>
                        <a:pt x="59" y="80"/>
                        <a:pt x="59" y="81"/>
                        <a:pt x="57" y="81"/>
                      </a:cubicBezTo>
                      <a:cubicBezTo>
                        <a:pt x="56" y="82"/>
                        <a:pt x="53" y="83"/>
                        <a:pt x="50" y="84"/>
                      </a:cubicBezTo>
                      <a:cubicBezTo>
                        <a:pt x="44" y="85"/>
                        <a:pt x="33" y="85"/>
                        <a:pt x="23" y="80"/>
                      </a:cubicBezTo>
                      <a:cubicBezTo>
                        <a:pt x="12" y="74"/>
                        <a:pt x="2" y="62"/>
                        <a:pt x="0" y="46"/>
                      </a:cubicBezTo>
                      <a:cubicBezTo>
                        <a:pt x="0" y="38"/>
                        <a:pt x="1" y="29"/>
                        <a:pt x="6" y="22"/>
                      </a:cubicBezTo>
                      <a:cubicBezTo>
                        <a:pt x="10" y="14"/>
                        <a:pt x="17" y="8"/>
                        <a:pt x="25" y="4"/>
                      </a:cubicBezTo>
                      <a:cubicBezTo>
                        <a:pt x="34" y="0"/>
                        <a:pt x="43" y="-1"/>
                        <a:pt x="52" y="1"/>
                      </a:cubicBezTo>
                      <a:cubicBezTo>
                        <a:pt x="60" y="3"/>
                        <a:pt x="68" y="7"/>
                        <a:pt x="73" y="13"/>
                      </a:cubicBezTo>
                      <a:cubicBezTo>
                        <a:pt x="85" y="25"/>
                        <a:pt x="87" y="41"/>
                        <a:pt x="84" y="52"/>
                      </a:cubicBezTo>
                      <a:cubicBezTo>
                        <a:pt x="81" y="64"/>
                        <a:pt x="74" y="72"/>
                        <a:pt x="68" y="75"/>
                      </a:cubicBezTo>
                      <a:cubicBezTo>
                        <a:pt x="66" y="77"/>
                        <a:pt x="64" y="79"/>
                        <a:pt x="62" y="79"/>
                      </a:cubicBezTo>
                      <a:cubicBezTo>
                        <a:pt x="60" y="80"/>
                        <a:pt x="59" y="80"/>
                        <a:pt x="59" y="80"/>
                      </a:cubicBezTo>
                      <a:cubicBezTo>
                        <a:pt x="59" y="80"/>
                        <a:pt x="63" y="79"/>
                        <a:pt x="68" y="74"/>
                      </a:cubicBezTo>
                      <a:cubicBezTo>
                        <a:pt x="72" y="70"/>
                        <a:pt x="79" y="63"/>
                        <a:pt x="81" y="52"/>
                      </a:cubicBezTo>
                      <a:cubicBezTo>
                        <a:pt x="84" y="41"/>
                        <a:pt x="82" y="26"/>
                        <a:pt x="71" y="15"/>
                      </a:cubicBezTo>
                      <a:cubicBezTo>
                        <a:pt x="66" y="10"/>
                        <a:pt x="59" y="6"/>
                        <a:pt x="51" y="4"/>
                      </a:cubicBezTo>
                      <a:cubicBezTo>
                        <a:pt x="43" y="3"/>
                        <a:pt x="35" y="4"/>
                        <a:pt x="27" y="7"/>
                      </a:cubicBezTo>
                      <a:cubicBezTo>
                        <a:pt x="19" y="10"/>
                        <a:pt x="13" y="16"/>
                        <a:pt x="9" y="23"/>
                      </a:cubicBezTo>
                      <a:cubicBezTo>
                        <a:pt x="5" y="30"/>
                        <a:pt x="3" y="38"/>
                        <a:pt x="4" y="45"/>
                      </a:cubicBezTo>
                      <a:cubicBezTo>
                        <a:pt x="4" y="60"/>
                        <a:pt x="14" y="72"/>
                        <a:pt x="24" y="78"/>
                      </a:cubicBezTo>
                      <a:cubicBezTo>
                        <a:pt x="34" y="83"/>
                        <a:pt x="43" y="83"/>
                        <a:pt x="50" y="82"/>
                      </a:cubicBezTo>
                      <a:cubicBezTo>
                        <a:pt x="56" y="81"/>
                        <a:pt x="59" y="80"/>
                        <a:pt x="59" y="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8892173" y="3448146"/>
                  <a:ext cx="417250" cy="41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" h="229" extrusionOk="0">
                      <a:moveTo>
                        <a:pt x="129" y="208"/>
                      </a:moveTo>
                      <a:cubicBezTo>
                        <a:pt x="129" y="208"/>
                        <a:pt x="130" y="208"/>
                        <a:pt x="130" y="209"/>
                      </a:cubicBezTo>
                      <a:cubicBezTo>
                        <a:pt x="131" y="210"/>
                        <a:pt x="132" y="211"/>
                        <a:pt x="133" y="212"/>
                      </a:cubicBezTo>
                      <a:cubicBezTo>
                        <a:pt x="135" y="216"/>
                        <a:pt x="139" y="220"/>
                        <a:pt x="143" y="226"/>
                      </a:cubicBezTo>
                      <a:lnTo>
                        <a:pt x="143" y="226"/>
                      </a:lnTo>
                      <a:cubicBezTo>
                        <a:pt x="152" y="222"/>
                        <a:pt x="163" y="217"/>
                        <a:pt x="178" y="210"/>
                      </a:cubicBezTo>
                      <a:lnTo>
                        <a:pt x="177" y="211"/>
                      </a:lnTo>
                      <a:cubicBezTo>
                        <a:pt x="176" y="204"/>
                        <a:pt x="174" y="197"/>
                        <a:pt x="172" y="189"/>
                      </a:cubicBezTo>
                      <a:lnTo>
                        <a:pt x="172" y="188"/>
                      </a:lnTo>
                      <a:lnTo>
                        <a:pt x="173" y="188"/>
                      </a:lnTo>
                      <a:cubicBezTo>
                        <a:pt x="179" y="183"/>
                        <a:pt x="185" y="177"/>
                        <a:pt x="190" y="170"/>
                      </a:cubicBezTo>
                      <a:lnTo>
                        <a:pt x="190" y="169"/>
                      </a:lnTo>
                      <a:lnTo>
                        <a:pt x="191" y="169"/>
                      </a:lnTo>
                      <a:cubicBezTo>
                        <a:pt x="198" y="170"/>
                        <a:pt x="205" y="171"/>
                        <a:pt x="213" y="172"/>
                      </a:cubicBezTo>
                      <a:lnTo>
                        <a:pt x="212" y="173"/>
                      </a:lnTo>
                      <a:cubicBezTo>
                        <a:pt x="216" y="162"/>
                        <a:pt x="221" y="150"/>
                        <a:pt x="226" y="138"/>
                      </a:cubicBezTo>
                      <a:lnTo>
                        <a:pt x="226" y="139"/>
                      </a:lnTo>
                      <a:cubicBezTo>
                        <a:pt x="220" y="135"/>
                        <a:pt x="214" y="131"/>
                        <a:pt x="207" y="126"/>
                      </a:cubicBezTo>
                      <a:lnTo>
                        <a:pt x="206" y="126"/>
                      </a:lnTo>
                      <a:lnTo>
                        <a:pt x="206" y="125"/>
                      </a:lnTo>
                      <a:cubicBezTo>
                        <a:pt x="207" y="117"/>
                        <a:pt x="207" y="109"/>
                        <a:pt x="206" y="101"/>
                      </a:cubicBezTo>
                      <a:lnTo>
                        <a:pt x="206" y="100"/>
                      </a:lnTo>
                      <a:lnTo>
                        <a:pt x="206" y="99"/>
                      </a:lnTo>
                      <a:cubicBezTo>
                        <a:pt x="212" y="95"/>
                        <a:pt x="218" y="90"/>
                        <a:pt x="225" y="85"/>
                      </a:cubicBezTo>
                      <a:lnTo>
                        <a:pt x="224" y="87"/>
                      </a:lnTo>
                      <a:cubicBezTo>
                        <a:pt x="220" y="76"/>
                        <a:pt x="214" y="64"/>
                        <a:pt x="209" y="52"/>
                      </a:cubicBezTo>
                      <a:lnTo>
                        <a:pt x="211" y="53"/>
                      </a:lnTo>
                      <a:cubicBezTo>
                        <a:pt x="204" y="55"/>
                        <a:pt x="196" y="56"/>
                        <a:pt x="188" y="58"/>
                      </a:cubicBezTo>
                      <a:lnTo>
                        <a:pt x="187" y="58"/>
                      </a:lnTo>
                      <a:lnTo>
                        <a:pt x="187" y="57"/>
                      </a:lnTo>
                      <a:cubicBezTo>
                        <a:pt x="182" y="51"/>
                        <a:pt x="176" y="45"/>
                        <a:pt x="169" y="40"/>
                      </a:cubicBezTo>
                      <a:lnTo>
                        <a:pt x="168" y="40"/>
                      </a:lnTo>
                      <a:lnTo>
                        <a:pt x="168" y="39"/>
                      </a:lnTo>
                      <a:cubicBezTo>
                        <a:pt x="169" y="32"/>
                        <a:pt x="170" y="24"/>
                        <a:pt x="171" y="16"/>
                      </a:cubicBezTo>
                      <a:lnTo>
                        <a:pt x="172" y="18"/>
                      </a:lnTo>
                      <a:cubicBezTo>
                        <a:pt x="161" y="13"/>
                        <a:pt x="149" y="9"/>
                        <a:pt x="137" y="4"/>
                      </a:cubicBezTo>
                      <a:lnTo>
                        <a:pt x="139" y="3"/>
                      </a:lnTo>
                      <a:cubicBezTo>
                        <a:pt x="135" y="9"/>
                        <a:pt x="130" y="16"/>
                        <a:pt x="126" y="23"/>
                      </a:cubicBezTo>
                      <a:lnTo>
                        <a:pt x="125" y="23"/>
                      </a:lnTo>
                      <a:lnTo>
                        <a:pt x="124" y="23"/>
                      </a:lnTo>
                      <a:cubicBezTo>
                        <a:pt x="117" y="22"/>
                        <a:pt x="108" y="23"/>
                        <a:pt x="100" y="24"/>
                      </a:cubicBezTo>
                      <a:lnTo>
                        <a:pt x="100" y="24"/>
                      </a:lnTo>
                      <a:cubicBezTo>
                        <a:pt x="99" y="24"/>
                        <a:pt x="102" y="24"/>
                        <a:pt x="98" y="23"/>
                      </a:cubicBez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8" y="23"/>
                      </a:lnTo>
                      <a:lnTo>
                        <a:pt x="97" y="22"/>
                      </a:lnTo>
                      <a:lnTo>
                        <a:pt x="97" y="21"/>
                      </a:lnTo>
                      <a:lnTo>
                        <a:pt x="95" y="19"/>
                      </a:lnTo>
                      <a:lnTo>
                        <a:pt x="91" y="14"/>
                      </a:lnTo>
                      <a:cubicBezTo>
                        <a:pt x="89" y="11"/>
                        <a:pt x="87" y="8"/>
                        <a:pt x="85" y="5"/>
                      </a:cubicBezTo>
                      <a:lnTo>
                        <a:pt x="87" y="5"/>
                      </a:lnTo>
                      <a:cubicBezTo>
                        <a:pt x="75" y="10"/>
                        <a:pt x="63" y="16"/>
                        <a:pt x="52" y="21"/>
                      </a:cubicBezTo>
                      <a:lnTo>
                        <a:pt x="53" y="19"/>
                      </a:lnTo>
                      <a:cubicBezTo>
                        <a:pt x="54" y="26"/>
                        <a:pt x="56" y="34"/>
                        <a:pt x="57" y="41"/>
                      </a:cubicBezTo>
                      <a:lnTo>
                        <a:pt x="57" y="42"/>
                      </a:lnTo>
                      <a:lnTo>
                        <a:pt x="57" y="43"/>
                      </a:lnTo>
                      <a:cubicBezTo>
                        <a:pt x="50" y="48"/>
                        <a:pt x="44" y="54"/>
                        <a:pt x="40" y="61"/>
                      </a:cubicBezTo>
                      <a:lnTo>
                        <a:pt x="39" y="61"/>
                      </a:lnTo>
                      <a:lnTo>
                        <a:pt x="38" y="61"/>
                      </a:lnTo>
                      <a:cubicBezTo>
                        <a:pt x="30" y="60"/>
                        <a:pt x="23" y="59"/>
                        <a:pt x="15" y="58"/>
                      </a:cubicBezTo>
                      <a:lnTo>
                        <a:pt x="17" y="57"/>
                      </a:lnTo>
                      <a:cubicBezTo>
                        <a:pt x="12" y="69"/>
                        <a:pt x="8" y="81"/>
                        <a:pt x="3" y="93"/>
                      </a:cubicBezTo>
                      <a:lnTo>
                        <a:pt x="3" y="91"/>
                      </a:lnTo>
                      <a:cubicBezTo>
                        <a:pt x="9" y="95"/>
                        <a:pt x="16" y="99"/>
                        <a:pt x="22" y="104"/>
                      </a:cubicBezTo>
                      <a:lnTo>
                        <a:pt x="23" y="104"/>
                      </a:lnTo>
                      <a:lnTo>
                        <a:pt x="22" y="105"/>
                      </a:lnTo>
                      <a:cubicBezTo>
                        <a:pt x="22" y="113"/>
                        <a:pt x="22" y="122"/>
                        <a:pt x="23" y="129"/>
                      </a:cubicBezTo>
                      <a:lnTo>
                        <a:pt x="23" y="130"/>
                      </a:lnTo>
                      <a:lnTo>
                        <a:pt x="22" y="131"/>
                      </a:lnTo>
                      <a:cubicBezTo>
                        <a:pt x="16" y="136"/>
                        <a:pt x="10" y="140"/>
                        <a:pt x="4" y="145"/>
                      </a:cubicBezTo>
                      <a:lnTo>
                        <a:pt x="4" y="143"/>
                      </a:lnTo>
                      <a:cubicBezTo>
                        <a:pt x="10" y="155"/>
                        <a:pt x="15" y="167"/>
                        <a:pt x="20" y="178"/>
                      </a:cubicBezTo>
                      <a:lnTo>
                        <a:pt x="18" y="177"/>
                      </a:lnTo>
                      <a:cubicBezTo>
                        <a:pt x="26" y="176"/>
                        <a:pt x="34" y="174"/>
                        <a:pt x="41" y="173"/>
                      </a:cubicBezTo>
                      <a:lnTo>
                        <a:pt x="42" y="173"/>
                      </a:lnTo>
                      <a:lnTo>
                        <a:pt x="42" y="173"/>
                      </a:lnTo>
                      <a:cubicBezTo>
                        <a:pt x="48" y="180"/>
                        <a:pt x="54" y="186"/>
                        <a:pt x="60" y="190"/>
                      </a:cubicBezTo>
                      <a:lnTo>
                        <a:pt x="60" y="191"/>
                      </a:lnTo>
                      <a:lnTo>
                        <a:pt x="60" y="191"/>
                      </a:lnTo>
                      <a:cubicBezTo>
                        <a:pt x="59" y="200"/>
                        <a:pt x="58" y="207"/>
                        <a:pt x="57" y="214"/>
                      </a:cubicBezTo>
                      <a:lnTo>
                        <a:pt x="56" y="213"/>
                      </a:lnTo>
                      <a:cubicBezTo>
                        <a:pt x="70" y="219"/>
                        <a:pt x="82" y="223"/>
                        <a:pt x="92" y="227"/>
                      </a:cubicBezTo>
                      <a:lnTo>
                        <a:pt x="91" y="227"/>
                      </a:lnTo>
                      <a:cubicBezTo>
                        <a:pt x="96" y="220"/>
                        <a:pt x="100" y="213"/>
                        <a:pt x="104" y="208"/>
                      </a:cubicBezTo>
                      <a:lnTo>
                        <a:pt x="104" y="208"/>
                      </a:lnTo>
                      <a:lnTo>
                        <a:pt x="104" y="208"/>
                      </a:lnTo>
                      <a:cubicBezTo>
                        <a:pt x="113" y="209"/>
                        <a:pt x="119" y="209"/>
                        <a:pt x="123" y="208"/>
                      </a:cubicBezTo>
                      <a:cubicBezTo>
                        <a:pt x="125" y="208"/>
                        <a:pt x="126" y="208"/>
                        <a:pt x="128" y="208"/>
                      </a:cubicBezTo>
                      <a:cubicBezTo>
                        <a:pt x="129" y="208"/>
                        <a:pt x="129" y="208"/>
                        <a:pt x="129" y="208"/>
                      </a:cubicBezTo>
                      <a:lnTo>
                        <a:pt x="128" y="208"/>
                      </a:lnTo>
                      <a:cubicBezTo>
                        <a:pt x="127" y="209"/>
                        <a:pt x="125" y="209"/>
                        <a:pt x="123" y="209"/>
                      </a:cubicBezTo>
                      <a:cubicBezTo>
                        <a:pt x="119" y="209"/>
                        <a:pt x="113" y="210"/>
                        <a:pt x="104" y="209"/>
                      </a:cubicBezTo>
                      <a:lnTo>
                        <a:pt x="105" y="209"/>
                      </a:lnTo>
                      <a:cubicBezTo>
                        <a:pt x="101" y="214"/>
                        <a:pt x="97" y="221"/>
                        <a:pt x="92" y="228"/>
                      </a:cubicBezTo>
                      <a:lnTo>
                        <a:pt x="92" y="229"/>
                      </a:lnTo>
                      <a:lnTo>
                        <a:pt x="91" y="228"/>
                      </a:lnTo>
                      <a:cubicBezTo>
                        <a:pt x="81" y="225"/>
                        <a:pt x="69" y="220"/>
                        <a:pt x="56" y="215"/>
                      </a:cubicBezTo>
                      <a:lnTo>
                        <a:pt x="55" y="215"/>
                      </a:lnTo>
                      <a:lnTo>
                        <a:pt x="55" y="214"/>
                      </a:lnTo>
                      <a:cubicBezTo>
                        <a:pt x="56" y="207"/>
                        <a:pt x="57" y="199"/>
                        <a:pt x="58" y="191"/>
                      </a:cubicBezTo>
                      <a:lnTo>
                        <a:pt x="59" y="192"/>
                      </a:lnTo>
                      <a:cubicBezTo>
                        <a:pt x="52" y="187"/>
                        <a:pt x="46" y="182"/>
                        <a:pt x="40" y="175"/>
                      </a:cubicBezTo>
                      <a:lnTo>
                        <a:pt x="41" y="175"/>
                      </a:lnTo>
                      <a:cubicBezTo>
                        <a:pt x="34" y="177"/>
                        <a:pt x="27" y="178"/>
                        <a:pt x="19" y="180"/>
                      </a:cubicBezTo>
                      <a:lnTo>
                        <a:pt x="18" y="180"/>
                      </a:lnTo>
                      <a:lnTo>
                        <a:pt x="17" y="179"/>
                      </a:lnTo>
                      <a:cubicBezTo>
                        <a:pt x="12" y="168"/>
                        <a:pt x="7" y="156"/>
                        <a:pt x="2" y="144"/>
                      </a:cubicBezTo>
                      <a:lnTo>
                        <a:pt x="1" y="143"/>
                      </a:lnTo>
                      <a:lnTo>
                        <a:pt x="2" y="142"/>
                      </a:lnTo>
                      <a:cubicBezTo>
                        <a:pt x="8" y="138"/>
                        <a:pt x="14" y="133"/>
                        <a:pt x="21" y="129"/>
                      </a:cubicBezTo>
                      <a:lnTo>
                        <a:pt x="20" y="130"/>
                      </a:lnTo>
                      <a:cubicBezTo>
                        <a:pt x="19" y="122"/>
                        <a:pt x="18" y="113"/>
                        <a:pt x="19" y="105"/>
                      </a:cubicBezTo>
                      <a:lnTo>
                        <a:pt x="20" y="106"/>
                      </a:lnTo>
                      <a:cubicBezTo>
                        <a:pt x="14" y="102"/>
                        <a:pt x="7" y="98"/>
                        <a:pt x="1" y="93"/>
                      </a:cubicBezTo>
                      <a:lnTo>
                        <a:pt x="0" y="93"/>
                      </a:lnTo>
                      <a:lnTo>
                        <a:pt x="0" y="92"/>
                      </a:lnTo>
                      <a:cubicBezTo>
                        <a:pt x="5" y="80"/>
                        <a:pt x="9" y="68"/>
                        <a:pt x="14" y="56"/>
                      </a:cubicBezTo>
                      <a:lnTo>
                        <a:pt x="14" y="55"/>
                      </a:lnTo>
                      <a:lnTo>
                        <a:pt x="16" y="55"/>
                      </a:lnTo>
                      <a:cubicBezTo>
                        <a:pt x="23" y="56"/>
                        <a:pt x="31" y="57"/>
                        <a:pt x="39" y="58"/>
                      </a:cubicBezTo>
                      <a:lnTo>
                        <a:pt x="37" y="59"/>
                      </a:lnTo>
                      <a:cubicBezTo>
                        <a:pt x="42" y="52"/>
                        <a:pt x="48" y="46"/>
                        <a:pt x="54" y="40"/>
                      </a:cubicBezTo>
                      <a:lnTo>
                        <a:pt x="54" y="42"/>
                      </a:lnTo>
                      <a:cubicBezTo>
                        <a:pt x="52" y="35"/>
                        <a:pt x="51" y="27"/>
                        <a:pt x="49" y="19"/>
                      </a:cubicBezTo>
                      <a:lnTo>
                        <a:pt x="49" y="18"/>
                      </a:lnTo>
                      <a:lnTo>
                        <a:pt x="50" y="18"/>
                      </a:lnTo>
                      <a:cubicBezTo>
                        <a:pt x="62" y="13"/>
                        <a:pt x="74" y="7"/>
                        <a:pt x="85" y="2"/>
                      </a:cubicBezTo>
                      <a:lnTo>
                        <a:pt x="87" y="2"/>
                      </a:lnTo>
                      <a:lnTo>
                        <a:pt x="87" y="3"/>
                      </a:lnTo>
                      <a:cubicBezTo>
                        <a:pt x="90" y="6"/>
                        <a:pt x="92" y="9"/>
                        <a:pt x="94" y="12"/>
                      </a:cubicBezTo>
                      <a:lnTo>
                        <a:pt x="98" y="17"/>
                      </a:lnTo>
                      <a:lnTo>
                        <a:pt x="99" y="19"/>
                      </a:lnTo>
                      <a:lnTo>
                        <a:pt x="100" y="20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lnTo>
                        <a:pt x="101" y="21"/>
                      </a:lnTo>
                      <a:cubicBezTo>
                        <a:pt x="98" y="20"/>
                        <a:pt x="100" y="21"/>
                        <a:pt x="99" y="21"/>
                      </a:cubicBezTo>
                      <a:lnTo>
                        <a:pt x="99" y="21"/>
                      </a:lnTo>
                      <a:cubicBezTo>
                        <a:pt x="108" y="19"/>
                        <a:pt x="117" y="19"/>
                        <a:pt x="125" y="20"/>
                      </a:cubicBezTo>
                      <a:lnTo>
                        <a:pt x="123" y="21"/>
                      </a:lnTo>
                      <a:cubicBezTo>
                        <a:pt x="128" y="14"/>
                        <a:pt x="132" y="8"/>
                        <a:pt x="136" y="2"/>
                      </a:cubicBezTo>
                      <a:lnTo>
                        <a:pt x="137" y="0"/>
                      </a:lnTo>
                      <a:lnTo>
                        <a:pt x="138" y="1"/>
                      </a:lnTo>
                      <a:cubicBezTo>
                        <a:pt x="150" y="6"/>
                        <a:pt x="162" y="10"/>
                        <a:pt x="174" y="15"/>
                      </a:cubicBezTo>
                      <a:lnTo>
                        <a:pt x="175" y="15"/>
                      </a:lnTo>
                      <a:lnTo>
                        <a:pt x="175" y="16"/>
                      </a:lnTo>
                      <a:cubicBezTo>
                        <a:pt x="174" y="24"/>
                        <a:pt x="172" y="32"/>
                        <a:pt x="171" y="39"/>
                      </a:cubicBezTo>
                      <a:lnTo>
                        <a:pt x="171" y="38"/>
                      </a:lnTo>
                      <a:cubicBezTo>
                        <a:pt x="178" y="43"/>
                        <a:pt x="184" y="49"/>
                        <a:pt x="189" y="55"/>
                      </a:cubicBezTo>
                      <a:lnTo>
                        <a:pt x="187" y="55"/>
                      </a:lnTo>
                      <a:cubicBezTo>
                        <a:pt x="195" y="53"/>
                        <a:pt x="203" y="52"/>
                        <a:pt x="210" y="50"/>
                      </a:cubicBezTo>
                      <a:lnTo>
                        <a:pt x="211" y="50"/>
                      </a:lnTo>
                      <a:lnTo>
                        <a:pt x="212" y="51"/>
                      </a:lnTo>
                      <a:cubicBezTo>
                        <a:pt x="217" y="63"/>
                        <a:pt x="222" y="75"/>
                        <a:pt x="227" y="86"/>
                      </a:cubicBezTo>
                      <a:lnTo>
                        <a:pt x="228" y="87"/>
                      </a:lnTo>
                      <a:lnTo>
                        <a:pt x="227" y="88"/>
                      </a:lnTo>
                      <a:cubicBezTo>
                        <a:pt x="220" y="93"/>
                        <a:pt x="214" y="97"/>
                        <a:pt x="208" y="102"/>
                      </a:cubicBezTo>
                      <a:lnTo>
                        <a:pt x="209" y="100"/>
                      </a:lnTo>
                      <a:cubicBezTo>
                        <a:pt x="210" y="109"/>
                        <a:pt x="210" y="118"/>
                        <a:pt x="209" y="125"/>
                      </a:cubicBezTo>
                      <a:lnTo>
                        <a:pt x="209" y="124"/>
                      </a:lnTo>
                      <a:cubicBezTo>
                        <a:pt x="216" y="129"/>
                        <a:pt x="222" y="133"/>
                        <a:pt x="228" y="137"/>
                      </a:cubicBezTo>
                      <a:lnTo>
                        <a:pt x="229" y="138"/>
                      </a:lnTo>
                      <a:lnTo>
                        <a:pt x="229" y="139"/>
                      </a:lnTo>
                      <a:cubicBezTo>
                        <a:pt x="224" y="151"/>
                        <a:pt x="219" y="163"/>
                        <a:pt x="215" y="174"/>
                      </a:cubicBezTo>
                      <a:lnTo>
                        <a:pt x="214" y="175"/>
                      </a:lnTo>
                      <a:lnTo>
                        <a:pt x="213" y="175"/>
                      </a:lnTo>
                      <a:cubicBezTo>
                        <a:pt x="205" y="174"/>
                        <a:pt x="198" y="173"/>
                        <a:pt x="191" y="172"/>
                      </a:cubicBezTo>
                      <a:lnTo>
                        <a:pt x="192" y="171"/>
                      </a:lnTo>
                      <a:cubicBezTo>
                        <a:pt x="186" y="178"/>
                        <a:pt x="180" y="184"/>
                        <a:pt x="174" y="189"/>
                      </a:cubicBezTo>
                      <a:lnTo>
                        <a:pt x="175" y="188"/>
                      </a:lnTo>
                      <a:cubicBezTo>
                        <a:pt x="176" y="196"/>
                        <a:pt x="178" y="204"/>
                        <a:pt x="179" y="211"/>
                      </a:cubicBezTo>
                      <a:lnTo>
                        <a:pt x="179" y="212"/>
                      </a:lnTo>
                      <a:lnTo>
                        <a:pt x="178" y="212"/>
                      </a:lnTo>
                      <a:cubicBezTo>
                        <a:pt x="164" y="218"/>
                        <a:pt x="152" y="223"/>
                        <a:pt x="143" y="227"/>
                      </a:cubicBezTo>
                      <a:lnTo>
                        <a:pt x="143" y="227"/>
                      </a:lnTo>
                      <a:lnTo>
                        <a:pt x="143" y="227"/>
                      </a:lnTo>
                      <a:cubicBezTo>
                        <a:pt x="138" y="221"/>
                        <a:pt x="135" y="216"/>
                        <a:pt x="133" y="213"/>
                      </a:cubicBezTo>
                      <a:cubicBezTo>
                        <a:pt x="132" y="212"/>
                        <a:pt x="131" y="210"/>
                        <a:pt x="130" y="209"/>
                      </a:cubicBezTo>
                      <a:lnTo>
                        <a:pt x="129" y="20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37425" rIns="90000" bIns="37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76" name="Google Shape;276;p8"/>
            <p:cNvSpPr/>
            <p:nvPr/>
          </p:nvSpPr>
          <p:spPr>
            <a:xfrm>
              <a:off x="1042712" y="-336237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8"/>
            <p:cNvGrpSpPr/>
            <p:nvPr/>
          </p:nvGrpSpPr>
          <p:grpSpPr>
            <a:xfrm>
              <a:off x="2013865" y="139317"/>
              <a:ext cx="278774" cy="278773"/>
              <a:chOff x="2013865" y="139317"/>
              <a:chExt cx="278774" cy="278773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1" name="Google Shape;281;p8"/>
          <p:cNvGrpSpPr/>
          <p:nvPr/>
        </p:nvGrpSpPr>
        <p:grpSpPr>
          <a:xfrm>
            <a:off x="-1203881" y="139313"/>
            <a:ext cx="2082593" cy="4823632"/>
            <a:chOff x="-1203881" y="139313"/>
            <a:chExt cx="2082593" cy="4823632"/>
          </a:xfrm>
        </p:grpSpPr>
        <p:grpSp>
          <p:nvGrpSpPr>
            <p:cNvPr id="282" name="Google Shape;282;p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8"/>
            <p:cNvGrpSpPr/>
            <p:nvPr/>
          </p:nvGrpSpPr>
          <p:grpSpPr>
            <a:xfrm>
              <a:off x="-1203881" y="4245059"/>
              <a:ext cx="1754642" cy="717886"/>
              <a:chOff x="-1340531" y="3895472"/>
              <a:chExt cx="1754642" cy="717886"/>
            </a:xfrm>
          </p:grpSpPr>
          <p:sp>
            <p:nvSpPr>
              <p:cNvPr id="291" name="Google Shape;291;p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>
              <a:off x="-744312" y="3030012"/>
              <a:ext cx="1550567" cy="1051320"/>
              <a:chOff x="-872012" y="2723887"/>
              <a:chExt cx="1550567" cy="105132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20" name="Google Shape;320;p9"/>
          <p:cNvGrpSpPr/>
          <p:nvPr/>
        </p:nvGrpSpPr>
        <p:grpSpPr>
          <a:xfrm>
            <a:off x="8672408" y="4756412"/>
            <a:ext cx="521107" cy="335256"/>
            <a:chOff x="9601058" y="4286612"/>
            <a:chExt cx="521107" cy="335256"/>
          </a:xfrm>
        </p:grpSpPr>
        <p:sp>
          <p:nvSpPr>
            <p:cNvPr id="321" name="Google Shape;321;p9"/>
            <p:cNvSpPr/>
            <p:nvPr/>
          </p:nvSpPr>
          <p:spPr>
            <a:xfrm>
              <a:off x="9601058" y="4286612"/>
              <a:ext cx="61950" cy="67416"/>
            </a:xfrm>
            <a:custGeom>
              <a:avLst/>
              <a:gdLst/>
              <a:ahLst/>
              <a:cxnLst/>
              <a:rect l="l" t="t" r="r" b="b"/>
              <a:pathLst>
                <a:path w="34" h="37" extrusionOk="0">
                  <a:moveTo>
                    <a:pt x="0" y="19"/>
                  </a:moveTo>
                  <a:cubicBezTo>
                    <a:pt x="0" y="9"/>
                    <a:pt x="7" y="0"/>
                    <a:pt x="17" y="0"/>
                  </a:cubicBezTo>
                  <a:cubicBezTo>
                    <a:pt x="26" y="0"/>
                    <a:pt x="34" y="9"/>
                    <a:pt x="34" y="19"/>
                  </a:cubicBezTo>
                  <a:cubicBezTo>
                    <a:pt x="34" y="29"/>
                    <a:pt x="26" y="37"/>
                    <a:pt x="17" y="37"/>
                  </a:cubicBezTo>
                  <a:cubicBezTo>
                    <a:pt x="7" y="37"/>
                    <a:pt x="0" y="29"/>
                    <a:pt x="0" y="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9632033" y="4313943"/>
              <a:ext cx="490132" cy="307926"/>
            </a:xfrm>
            <a:custGeom>
              <a:avLst/>
              <a:gdLst/>
              <a:ahLst/>
              <a:cxnLst/>
              <a:rect l="l" t="t" r="r" b="b"/>
              <a:pathLst>
                <a:path w="269" h="169" extrusionOk="0">
                  <a:moveTo>
                    <a:pt x="0" y="0"/>
                  </a:moveTo>
                  <a:lnTo>
                    <a:pt x="58" y="0"/>
                  </a:lnTo>
                  <a:cubicBezTo>
                    <a:pt x="111" y="0"/>
                    <a:pt x="154" y="46"/>
                    <a:pt x="154" y="102"/>
                  </a:cubicBezTo>
                  <a:cubicBezTo>
                    <a:pt x="154" y="139"/>
                    <a:pt x="156" y="162"/>
                    <a:pt x="187" y="162"/>
                  </a:cubicBezTo>
                  <a:lnTo>
                    <a:pt x="269" y="162"/>
                  </a:lnTo>
                  <a:lnTo>
                    <a:pt x="269" y="169"/>
                  </a:lnTo>
                  <a:lnTo>
                    <a:pt x="187" y="169"/>
                  </a:lnTo>
                  <a:cubicBezTo>
                    <a:pt x="148" y="169"/>
                    <a:pt x="148" y="134"/>
                    <a:pt x="148" y="102"/>
                  </a:cubicBezTo>
                  <a:cubicBezTo>
                    <a:pt x="148" y="50"/>
                    <a:pt x="108" y="7"/>
                    <a:pt x="58" y="7"/>
                  </a:cubicBez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825" rIns="90000" bIns="15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9"/>
          <p:cNvGrpSpPr/>
          <p:nvPr/>
        </p:nvGrpSpPr>
        <p:grpSpPr>
          <a:xfrm>
            <a:off x="-1105181" y="273787"/>
            <a:ext cx="10843493" cy="4225046"/>
            <a:chOff x="-1105181" y="273787"/>
            <a:chExt cx="10843493" cy="4225046"/>
          </a:xfrm>
        </p:grpSpPr>
        <p:grpSp>
          <p:nvGrpSpPr>
            <p:cNvPr id="324" name="Google Shape;324;p9"/>
            <p:cNvGrpSpPr/>
            <p:nvPr/>
          </p:nvGrpSpPr>
          <p:grpSpPr>
            <a:xfrm>
              <a:off x="-1105181" y="1488834"/>
              <a:ext cx="1754642" cy="717886"/>
              <a:chOff x="-1340531" y="3895472"/>
              <a:chExt cx="1754642" cy="717886"/>
            </a:xfrm>
          </p:grpSpPr>
          <p:sp>
            <p:nvSpPr>
              <p:cNvPr id="325" name="Google Shape;325;p9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9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9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9"/>
              <p:cNvSpPr/>
              <p:nvPr/>
            </p:nvSpPr>
            <p:spPr>
              <a:xfrm>
                <a:off x="-1224695" y="4075986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9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9"/>
            <p:cNvGrpSpPr/>
            <p:nvPr/>
          </p:nvGrpSpPr>
          <p:grpSpPr>
            <a:xfrm>
              <a:off x="-645612" y="273787"/>
              <a:ext cx="1550567" cy="1051320"/>
              <a:chOff x="-872012" y="2723887"/>
              <a:chExt cx="1550567" cy="1051320"/>
            </a:xfrm>
          </p:grpSpPr>
          <p:sp>
            <p:nvSpPr>
              <p:cNvPr id="338" name="Google Shape;338;p9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" name="Google Shape;351;p9"/>
            <p:cNvGrpSpPr/>
            <p:nvPr/>
          </p:nvGrpSpPr>
          <p:grpSpPr>
            <a:xfrm>
              <a:off x="8672411" y="3879338"/>
              <a:ext cx="1065901" cy="619495"/>
              <a:chOff x="-192639" y="64613"/>
              <a:chExt cx="1065901" cy="619495"/>
            </a:xfrm>
          </p:grpSpPr>
          <p:sp>
            <p:nvSpPr>
              <p:cNvPr id="352" name="Google Shape;352;p9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9" name="Google Shape;359;p9"/>
          <p:cNvGrpSpPr/>
          <p:nvPr/>
        </p:nvGrpSpPr>
        <p:grpSpPr>
          <a:xfrm>
            <a:off x="-190973" y="-451649"/>
            <a:ext cx="9632271" cy="5968389"/>
            <a:chOff x="-190973" y="-451649"/>
            <a:chExt cx="9632271" cy="5968389"/>
          </a:xfrm>
        </p:grpSpPr>
        <p:grpSp>
          <p:nvGrpSpPr>
            <p:cNvPr id="360" name="Google Shape;360;p9"/>
            <p:cNvGrpSpPr/>
            <p:nvPr/>
          </p:nvGrpSpPr>
          <p:grpSpPr>
            <a:xfrm>
              <a:off x="-190973" y="2491125"/>
              <a:ext cx="453184" cy="454844"/>
              <a:chOff x="1031102" y="400625"/>
              <a:chExt cx="453184" cy="454844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1172203" y="546706"/>
                <a:ext cx="164341" cy="166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100" extrusionOk="0">
                    <a:moveTo>
                      <a:pt x="69" y="95"/>
                    </a:moveTo>
                    <a:cubicBezTo>
                      <a:pt x="69" y="95"/>
                      <a:pt x="68" y="95"/>
                      <a:pt x="67" y="96"/>
                    </a:cubicBezTo>
                    <a:cubicBezTo>
                      <a:pt x="65" y="97"/>
                      <a:pt x="62" y="98"/>
                      <a:pt x="58" y="99"/>
                    </a:cubicBezTo>
                    <a:cubicBezTo>
                      <a:pt x="51" y="101"/>
                      <a:pt x="38" y="101"/>
                      <a:pt x="26" y="94"/>
                    </a:cubicBezTo>
                    <a:cubicBezTo>
                      <a:pt x="13" y="88"/>
                      <a:pt x="1" y="73"/>
                      <a:pt x="0" y="54"/>
                    </a:cubicBezTo>
                    <a:cubicBezTo>
                      <a:pt x="-1" y="45"/>
                      <a:pt x="1" y="35"/>
                      <a:pt x="6" y="26"/>
                    </a:cubicBezTo>
                    <a:cubicBezTo>
                      <a:pt x="11" y="17"/>
                      <a:pt x="19" y="9"/>
                      <a:pt x="29" y="5"/>
                    </a:cubicBezTo>
                    <a:cubicBezTo>
                      <a:pt x="39" y="0"/>
                      <a:pt x="51" y="-1"/>
                      <a:pt x="61" y="1"/>
                    </a:cubicBezTo>
                    <a:cubicBezTo>
                      <a:pt x="71" y="4"/>
                      <a:pt x="79" y="9"/>
                      <a:pt x="86" y="16"/>
                    </a:cubicBezTo>
                    <a:cubicBezTo>
                      <a:pt x="99" y="30"/>
                      <a:pt x="102" y="49"/>
                      <a:pt x="98" y="62"/>
                    </a:cubicBezTo>
                    <a:cubicBezTo>
                      <a:pt x="95" y="76"/>
                      <a:pt x="86" y="85"/>
                      <a:pt x="80" y="89"/>
                    </a:cubicBezTo>
                    <a:cubicBezTo>
                      <a:pt x="77" y="92"/>
                      <a:pt x="74" y="93"/>
                      <a:pt x="72" y="94"/>
                    </a:cubicBezTo>
                    <a:cubicBezTo>
                      <a:pt x="70" y="95"/>
                      <a:pt x="69" y="95"/>
                      <a:pt x="69" y="95"/>
                    </a:cubicBezTo>
                    <a:cubicBezTo>
                      <a:pt x="69" y="94"/>
                      <a:pt x="73" y="93"/>
                      <a:pt x="79" y="88"/>
                    </a:cubicBezTo>
                    <a:cubicBezTo>
                      <a:pt x="85" y="83"/>
                      <a:pt x="92" y="75"/>
                      <a:pt x="95" y="61"/>
                    </a:cubicBezTo>
                    <a:cubicBezTo>
                      <a:pt x="99" y="49"/>
                      <a:pt x="96" y="31"/>
                      <a:pt x="83" y="18"/>
                    </a:cubicBezTo>
                    <a:cubicBezTo>
                      <a:pt x="77" y="12"/>
                      <a:pt x="69" y="7"/>
                      <a:pt x="60" y="5"/>
                    </a:cubicBezTo>
                    <a:cubicBezTo>
                      <a:pt x="51" y="3"/>
                      <a:pt x="40" y="4"/>
                      <a:pt x="31" y="8"/>
                    </a:cubicBezTo>
                    <a:cubicBezTo>
                      <a:pt x="22" y="12"/>
                      <a:pt x="14" y="19"/>
                      <a:pt x="10" y="28"/>
                    </a:cubicBezTo>
                    <a:cubicBezTo>
                      <a:pt x="5" y="36"/>
                      <a:pt x="3" y="45"/>
                      <a:pt x="3" y="54"/>
                    </a:cubicBezTo>
                    <a:cubicBezTo>
                      <a:pt x="5" y="71"/>
                      <a:pt x="16" y="85"/>
                      <a:pt x="27" y="92"/>
                    </a:cubicBezTo>
                    <a:cubicBezTo>
                      <a:pt x="39" y="98"/>
                      <a:pt x="51" y="99"/>
                      <a:pt x="58" y="97"/>
                    </a:cubicBezTo>
                    <a:cubicBezTo>
                      <a:pt x="65" y="96"/>
                      <a:pt x="69" y="94"/>
                      <a:pt x="69" y="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032762" y="403945"/>
                <a:ext cx="448204" cy="44820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70" extrusionOk="0">
                    <a:moveTo>
                      <a:pt x="153" y="245"/>
                    </a:moveTo>
                    <a:cubicBezTo>
                      <a:pt x="153" y="245"/>
                      <a:pt x="153" y="246"/>
                      <a:pt x="154" y="247"/>
                    </a:cubicBezTo>
                    <a:cubicBezTo>
                      <a:pt x="155" y="248"/>
                      <a:pt x="156" y="249"/>
                      <a:pt x="157" y="251"/>
                    </a:cubicBezTo>
                    <a:cubicBezTo>
                      <a:pt x="160" y="254"/>
                      <a:pt x="164" y="260"/>
                      <a:pt x="170" y="267"/>
                    </a:cubicBezTo>
                    <a:lnTo>
                      <a:pt x="169" y="267"/>
                    </a:lnTo>
                    <a:cubicBezTo>
                      <a:pt x="180" y="262"/>
                      <a:pt x="193" y="256"/>
                      <a:pt x="210" y="248"/>
                    </a:cubicBezTo>
                    <a:lnTo>
                      <a:pt x="210" y="249"/>
                    </a:lnTo>
                    <a:cubicBezTo>
                      <a:pt x="208" y="241"/>
                      <a:pt x="206" y="232"/>
                      <a:pt x="204" y="222"/>
                    </a:cubicBezTo>
                    <a:lnTo>
                      <a:pt x="204" y="222"/>
                    </a:lnTo>
                    <a:lnTo>
                      <a:pt x="205" y="221"/>
                    </a:lnTo>
                    <a:cubicBezTo>
                      <a:pt x="212" y="215"/>
                      <a:pt x="218" y="208"/>
                      <a:pt x="224" y="200"/>
                    </a:cubicBezTo>
                    <a:lnTo>
                      <a:pt x="225" y="199"/>
                    </a:lnTo>
                    <a:lnTo>
                      <a:pt x="226" y="200"/>
                    </a:lnTo>
                    <a:cubicBezTo>
                      <a:pt x="234" y="201"/>
                      <a:pt x="243" y="202"/>
                      <a:pt x="253" y="203"/>
                    </a:cubicBezTo>
                    <a:lnTo>
                      <a:pt x="251" y="204"/>
                    </a:lnTo>
                    <a:cubicBezTo>
                      <a:pt x="256" y="191"/>
                      <a:pt x="261" y="177"/>
                      <a:pt x="267" y="162"/>
                    </a:cubicBezTo>
                    <a:lnTo>
                      <a:pt x="268" y="164"/>
                    </a:lnTo>
                    <a:cubicBezTo>
                      <a:pt x="261" y="159"/>
                      <a:pt x="253" y="154"/>
                      <a:pt x="245" y="149"/>
                    </a:cubicBezTo>
                    <a:lnTo>
                      <a:pt x="244" y="148"/>
                    </a:lnTo>
                    <a:lnTo>
                      <a:pt x="244" y="147"/>
                    </a:lnTo>
                    <a:cubicBezTo>
                      <a:pt x="245" y="138"/>
                      <a:pt x="245" y="128"/>
                      <a:pt x="244" y="118"/>
                    </a:cubicBezTo>
                    <a:lnTo>
                      <a:pt x="243" y="117"/>
                    </a:lnTo>
                    <a:lnTo>
                      <a:pt x="244" y="117"/>
                    </a:lnTo>
                    <a:cubicBezTo>
                      <a:pt x="251" y="112"/>
                      <a:pt x="258" y="106"/>
                      <a:pt x="266" y="100"/>
                    </a:cubicBezTo>
                    <a:lnTo>
                      <a:pt x="265" y="103"/>
                    </a:lnTo>
                    <a:cubicBezTo>
                      <a:pt x="260" y="90"/>
                      <a:pt x="253" y="76"/>
                      <a:pt x="247" y="61"/>
                    </a:cubicBezTo>
                    <a:lnTo>
                      <a:pt x="249" y="62"/>
                    </a:lnTo>
                    <a:cubicBezTo>
                      <a:pt x="241" y="64"/>
                      <a:pt x="232" y="66"/>
                      <a:pt x="222" y="68"/>
                    </a:cubicBezTo>
                    <a:lnTo>
                      <a:pt x="221" y="68"/>
                    </a:lnTo>
                    <a:lnTo>
                      <a:pt x="221" y="67"/>
                    </a:lnTo>
                    <a:cubicBezTo>
                      <a:pt x="215" y="60"/>
                      <a:pt x="208" y="53"/>
                      <a:pt x="200" y="47"/>
                    </a:cubicBezTo>
                    <a:lnTo>
                      <a:pt x="199" y="46"/>
                    </a:lnTo>
                    <a:lnTo>
                      <a:pt x="199" y="45"/>
                    </a:lnTo>
                    <a:cubicBezTo>
                      <a:pt x="200" y="37"/>
                      <a:pt x="201" y="28"/>
                      <a:pt x="203" y="18"/>
                    </a:cubicBezTo>
                    <a:lnTo>
                      <a:pt x="204" y="20"/>
                    </a:lnTo>
                    <a:cubicBezTo>
                      <a:pt x="191" y="15"/>
                      <a:pt x="176" y="10"/>
                      <a:pt x="162" y="4"/>
                    </a:cubicBezTo>
                    <a:lnTo>
                      <a:pt x="164" y="4"/>
                    </a:lnTo>
                    <a:cubicBezTo>
                      <a:pt x="160" y="11"/>
                      <a:pt x="154" y="18"/>
                      <a:pt x="149" y="26"/>
                    </a:cubicBezTo>
                    <a:lnTo>
                      <a:pt x="148" y="27"/>
                    </a:lnTo>
                    <a:lnTo>
                      <a:pt x="147" y="27"/>
                    </a:lnTo>
                    <a:cubicBezTo>
                      <a:pt x="138" y="26"/>
                      <a:pt x="128" y="26"/>
                      <a:pt x="118" y="28"/>
                    </a:cubicBezTo>
                    <a:lnTo>
                      <a:pt x="118" y="28"/>
                    </a:lnTo>
                    <a:cubicBezTo>
                      <a:pt x="118" y="27"/>
                      <a:pt x="120" y="28"/>
                      <a:pt x="117" y="27"/>
                    </a:cubicBezTo>
                    <a:lnTo>
                      <a:pt x="117" y="27"/>
                    </a:lnTo>
                    <a:lnTo>
                      <a:pt x="117" y="27"/>
                    </a:lnTo>
                    <a:lnTo>
                      <a:pt x="116" y="27"/>
                    </a:lnTo>
                    <a:lnTo>
                      <a:pt x="116" y="26"/>
                    </a:lnTo>
                    <a:lnTo>
                      <a:pt x="116" y="26"/>
                    </a:lnTo>
                    <a:lnTo>
                      <a:pt x="115" y="24"/>
                    </a:lnTo>
                    <a:lnTo>
                      <a:pt x="112" y="21"/>
                    </a:lnTo>
                    <a:lnTo>
                      <a:pt x="108" y="16"/>
                    </a:lnTo>
                    <a:cubicBezTo>
                      <a:pt x="106" y="12"/>
                      <a:pt x="103" y="9"/>
                      <a:pt x="100" y="5"/>
                    </a:cubicBezTo>
                    <a:lnTo>
                      <a:pt x="103" y="6"/>
                    </a:lnTo>
                    <a:cubicBezTo>
                      <a:pt x="89" y="12"/>
                      <a:pt x="75" y="18"/>
                      <a:pt x="61" y="24"/>
                    </a:cubicBezTo>
                    <a:lnTo>
                      <a:pt x="63" y="22"/>
                    </a:lnTo>
                    <a:cubicBezTo>
                      <a:pt x="64" y="31"/>
                      <a:pt x="66" y="40"/>
                      <a:pt x="68" y="49"/>
                    </a:cubicBezTo>
                    <a:lnTo>
                      <a:pt x="68" y="50"/>
                    </a:lnTo>
                    <a:lnTo>
                      <a:pt x="67" y="50"/>
                    </a:lnTo>
                    <a:cubicBezTo>
                      <a:pt x="60" y="57"/>
                      <a:pt x="53" y="64"/>
                      <a:pt x="47" y="71"/>
                    </a:cubicBezTo>
                    <a:lnTo>
                      <a:pt x="47" y="72"/>
                    </a:lnTo>
                    <a:lnTo>
                      <a:pt x="45" y="72"/>
                    </a:lnTo>
                    <a:cubicBezTo>
                      <a:pt x="36" y="71"/>
                      <a:pt x="27" y="69"/>
                      <a:pt x="18" y="68"/>
                    </a:cubicBezTo>
                    <a:lnTo>
                      <a:pt x="21" y="67"/>
                    </a:lnTo>
                    <a:cubicBezTo>
                      <a:pt x="15" y="81"/>
                      <a:pt x="10" y="95"/>
                      <a:pt x="4" y="109"/>
                    </a:cubicBezTo>
                    <a:lnTo>
                      <a:pt x="4" y="107"/>
                    </a:lnTo>
                    <a:cubicBezTo>
                      <a:pt x="11" y="112"/>
                      <a:pt x="19" y="117"/>
                      <a:pt x="26" y="122"/>
                    </a:cubicBezTo>
                    <a:lnTo>
                      <a:pt x="27" y="123"/>
                    </a:lnTo>
                    <a:lnTo>
                      <a:pt x="27" y="124"/>
                    </a:lnTo>
                    <a:cubicBezTo>
                      <a:pt x="26" y="134"/>
                      <a:pt x="26" y="143"/>
                      <a:pt x="28" y="153"/>
                    </a:cubicBezTo>
                    <a:lnTo>
                      <a:pt x="28" y="154"/>
                    </a:lnTo>
                    <a:lnTo>
                      <a:pt x="27" y="154"/>
                    </a:lnTo>
                    <a:cubicBezTo>
                      <a:pt x="19" y="160"/>
                      <a:pt x="12" y="165"/>
                      <a:pt x="5" y="171"/>
                    </a:cubicBezTo>
                    <a:lnTo>
                      <a:pt x="6" y="169"/>
                    </a:lnTo>
                    <a:cubicBezTo>
                      <a:pt x="12" y="183"/>
                      <a:pt x="18" y="197"/>
                      <a:pt x="24" y="210"/>
                    </a:cubicBezTo>
                    <a:lnTo>
                      <a:pt x="22" y="209"/>
                    </a:lnTo>
                    <a:cubicBezTo>
                      <a:pt x="31" y="207"/>
                      <a:pt x="40" y="205"/>
                      <a:pt x="49" y="204"/>
                    </a:cubicBezTo>
                    <a:lnTo>
                      <a:pt x="50" y="204"/>
                    </a:lnTo>
                    <a:lnTo>
                      <a:pt x="50" y="204"/>
                    </a:lnTo>
                    <a:cubicBezTo>
                      <a:pt x="57" y="212"/>
                      <a:pt x="64" y="219"/>
                      <a:pt x="71" y="224"/>
                    </a:cubicBezTo>
                    <a:lnTo>
                      <a:pt x="72" y="225"/>
                    </a:lnTo>
                    <a:lnTo>
                      <a:pt x="72" y="226"/>
                    </a:lnTo>
                    <a:cubicBezTo>
                      <a:pt x="70" y="235"/>
                      <a:pt x="69" y="244"/>
                      <a:pt x="68" y="252"/>
                    </a:cubicBezTo>
                    <a:lnTo>
                      <a:pt x="67" y="251"/>
                    </a:lnTo>
                    <a:cubicBezTo>
                      <a:pt x="83" y="258"/>
                      <a:pt x="97" y="263"/>
                      <a:pt x="109" y="268"/>
                    </a:cubicBezTo>
                    <a:lnTo>
                      <a:pt x="108" y="268"/>
                    </a:lnTo>
                    <a:cubicBezTo>
                      <a:pt x="114" y="259"/>
                      <a:pt x="119" y="252"/>
                      <a:pt x="123" y="246"/>
                    </a:cubicBezTo>
                    <a:lnTo>
                      <a:pt x="123" y="245"/>
                    </a:lnTo>
                    <a:lnTo>
                      <a:pt x="124" y="245"/>
                    </a:lnTo>
                    <a:cubicBezTo>
                      <a:pt x="134" y="246"/>
                      <a:pt x="141" y="246"/>
                      <a:pt x="146" y="246"/>
                    </a:cubicBezTo>
                    <a:cubicBezTo>
                      <a:pt x="148" y="246"/>
                      <a:pt x="150" y="245"/>
                      <a:pt x="151" y="245"/>
                    </a:cubicBezTo>
                    <a:cubicBezTo>
                      <a:pt x="153" y="245"/>
                      <a:pt x="153" y="245"/>
                      <a:pt x="153" y="245"/>
                    </a:cubicBezTo>
                    <a:cubicBezTo>
                      <a:pt x="153" y="245"/>
                      <a:pt x="152" y="245"/>
                      <a:pt x="151" y="246"/>
                    </a:cubicBezTo>
                    <a:cubicBezTo>
                      <a:pt x="150" y="246"/>
                      <a:pt x="148" y="246"/>
                      <a:pt x="146" y="246"/>
                    </a:cubicBezTo>
                    <a:cubicBezTo>
                      <a:pt x="141" y="247"/>
                      <a:pt x="134" y="247"/>
                      <a:pt x="124" y="246"/>
                    </a:cubicBezTo>
                    <a:lnTo>
                      <a:pt x="124" y="246"/>
                    </a:lnTo>
                    <a:cubicBezTo>
                      <a:pt x="120" y="252"/>
                      <a:pt x="115" y="260"/>
                      <a:pt x="109" y="269"/>
                    </a:cubicBezTo>
                    <a:lnTo>
                      <a:pt x="109" y="270"/>
                    </a:lnTo>
                    <a:lnTo>
                      <a:pt x="108" y="269"/>
                    </a:lnTo>
                    <a:cubicBezTo>
                      <a:pt x="96" y="265"/>
                      <a:pt x="82" y="260"/>
                      <a:pt x="66" y="253"/>
                    </a:cubicBezTo>
                    <a:lnTo>
                      <a:pt x="65" y="253"/>
                    </a:lnTo>
                    <a:lnTo>
                      <a:pt x="65" y="252"/>
                    </a:lnTo>
                    <a:cubicBezTo>
                      <a:pt x="66" y="244"/>
                      <a:pt x="68" y="235"/>
                      <a:pt x="69" y="225"/>
                    </a:cubicBezTo>
                    <a:lnTo>
                      <a:pt x="70" y="226"/>
                    </a:lnTo>
                    <a:cubicBezTo>
                      <a:pt x="62" y="221"/>
                      <a:pt x="55" y="214"/>
                      <a:pt x="48" y="206"/>
                    </a:cubicBezTo>
                    <a:lnTo>
                      <a:pt x="49" y="206"/>
                    </a:lnTo>
                    <a:cubicBezTo>
                      <a:pt x="41" y="208"/>
                      <a:pt x="32" y="210"/>
                      <a:pt x="23" y="212"/>
                    </a:cubicBezTo>
                    <a:lnTo>
                      <a:pt x="21" y="212"/>
                    </a:lnTo>
                    <a:lnTo>
                      <a:pt x="21" y="211"/>
                    </a:lnTo>
                    <a:cubicBezTo>
                      <a:pt x="15" y="198"/>
                      <a:pt x="9" y="184"/>
                      <a:pt x="3" y="170"/>
                    </a:cubicBezTo>
                    <a:lnTo>
                      <a:pt x="2" y="169"/>
                    </a:lnTo>
                    <a:lnTo>
                      <a:pt x="3" y="168"/>
                    </a:lnTo>
                    <a:cubicBezTo>
                      <a:pt x="10" y="162"/>
                      <a:pt x="17" y="157"/>
                      <a:pt x="25" y="151"/>
                    </a:cubicBezTo>
                    <a:lnTo>
                      <a:pt x="24" y="153"/>
                    </a:lnTo>
                    <a:cubicBezTo>
                      <a:pt x="23" y="143"/>
                      <a:pt x="22" y="133"/>
                      <a:pt x="23" y="123"/>
                    </a:cubicBezTo>
                    <a:lnTo>
                      <a:pt x="24" y="125"/>
                    </a:lnTo>
                    <a:cubicBezTo>
                      <a:pt x="17" y="120"/>
                      <a:pt x="9" y="115"/>
                      <a:pt x="2" y="110"/>
                    </a:cubicBezTo>
                    <a:lnTo>
                      <a:pt x="0" y="109"/>
                    </a:lnTo>
                    <a:lnTo>
                      <a:pt x="1" y="108"/>
                    </a:lnTo>
                    <a:cubicBezTo>
                      <a:pt x="6" y="94"/>
                      <a:pt x="12" y="80"/>
                      <a:pt x="17" y="65"/>
                    </a:cubicBezTo>
                    <a:lnTo>
                      <a:pt x="18" y="64"/>
                    </a:lnTo>
                    <a:lnTo>
                      <a:pt x="19" y="64"/>
                    </a:lnTo>
                    <a:cubicBezTo>
                      <a:pt x="28" y="66"/>
                      <a:pt x="37" y="67"/>
                      <a:pt x="46" y="68"/>
                    </a:cubicBezTo>
                    <a:lnTo>
                      <a:pt x="44" y="69"/>
                    </a:lnTo>
                    <a:cubicBezTo>
                      <a:pt x="50" y="61"/>
                      <a:pt x="57" y="54"/>
                      <a:pt x="65" y="47"/>
                    </a:cubicBezTo>
                    <a:lnTo>
                      <a:pt x="64" y="49"/>
                    </a:lnTo>
                    <a:cubicBezTo>
                      <a:pt x="62" y="40"/>
                      <a:pt x="61" y="31"/>
                      <a:pt x="59" y="22"/>
                    </a:cubicBezTo>
                    <a:lnTo>
                      <a:pt x="58" y="21"/>
                    </a:lnTo>
                    <a:lnTo>
                      <a:pt x="60" y="20"/>
                    </a:lnTo>
                    <a:cubicBezTo>
                      <a:pt x="73" y="14"/>
                      <a:pt x="87" y="8"/>
                      <a:pt x="101" y="2"/>
                    </a:cubicBezTo>
                    <a:lnTo>
                      <a:pt x="103" y="1"/>
                    </a:lnTo>
                    <a:lnTo>
                      <a:pt x="103" y="3"/>
                    </a:lnTo>
                    <a:cubicBezTo>
                      <a:pt x="106" y="6"/>
                      <a:pt x="109" y="10"/>
                      <a:pt x="112" y="13"/>
                    </a:cubicBezTo>
                    <a:lnTo>
                      <a:pt x="116" y="19"/>
                    </a:lnTo>
                    <a:lnTo>
                      <a:pt x="118" y="22"/>
                    </a:lnTo>
                    <a:lnTo>
                      <a:pt x="119" y="23"/>
                    </a:lnTo>
                    <a:lnTo>
                      <a:pt x="119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lnTo>
                      <a:pt x="120" y="24"/>
                    </a:lnTo>
                    <a:cubicBezTo>
                      <a:pt x="116" y="23"/>
                      <a:pt x="119" y="24"/>
                      <a:pt x="118" y="24"/>
                    </a:cubicBezTo>
                    <a:lnTo>
                      <a:pt x="118" y="24"/>
                    </a:lnTo>
                    <a:cubicBezTo>
                      <a:pt x="128" y="22"/>
                      <a:pt x="138" y="22"/>
                      <a:pt x="148" y="23"/>
                    </a:cubicBezTo>
                    <a:lnTo>
                      <a:pt x="146" y="24"/>
                    </a:lnTo>
                    <a:cubicBezTo>
                      <a:pt x="151" y="16"/>
                      <a:pt x="156" y="8"/>
                      <a:pt x="161" y="1"/>
                    </a:cubicBezTo>
                    <a:lnTo>
                      <a:pt x="162" y="0"/>
                    </a:lnTo>
                    <a:lnTo>
                      <a:pt x="163" y="0"/>
                    </a:lnTo>
                    <a:cubicBezTo>
                      <a:pt x="178" y="6"/>
                      <a:pt x="192" y="11"/>
                      <a:pt x="205" y="17"/>
                    </a:cubicBezTo>
                    <a:lnTo>
                      <a:pt x="207" y="17"/>
                    </a:lnTo>
                    <a:lnTo>
                      <a:pt x="207" y="19"/>
                    </a:lnTo>
                    <a:cubicBezTo>
                      <a:pt x="205" y="28"/>
                      <a:pt x="204" y="37"/>
                      <a:pt x="203" y="46"/>
                    </a:cubicBezTo>
                    <a:lnTo>
                      <a:pt x="202" y="44"/>
                    </a:lnTo>
                    <a:cubicBezTo>
                      <a:pt x="210" y="50"/>
                      <a:pt x="218" y="57"/>
                      <a:pt x="224" y="64"/>
                    </a:cubicBezTo>
                    <a:lnTo>
                      <a:pt x="222" y="64"/>
                    </a:lnTo>
                    <a:cubicBezTo>
                      <a:pt x="231" y="62"/>
                      <a:pt x="240" y="60"/>
                      <a:pt x="248" y="59"/>
                    </a:cubicBezTo>
                    <a:lnTo>
                      <a:pt x="250" y="58"/>
                    </a:lnTo>
                    <a:lnTo>
                      <a:pt x="251" y="60"/>
                    </a:lnTo>
                    <a:cubicBezTo>
                      <a:pt x="257" y="74"/>
                      <a:pt x="263" y="88"/>
                      <a:pt x="269" y="101"/>
                    </a:cubicBezTo>
                    <a:lnTo>
                      <a:pt x="269" y="102"/>
                    </a:lnTo>
                    <a:lnTo>
                      <a:pt x="268" y="103"/>
                    </a:lnTo>
                    <a:cubicBezTo>
                      <a:pt x="261" y="109"/>
                      <a:pt x="253" y="114"/>
                      <a:pt x="246" y="119"/>
                    </a:cubicBezTo>
                    <a:lnTo>
                      <a:pt x="247" y="118"/>
                    </a:lnTo>
                    <a:cubicBezTo>
                      <a:pt x="249" y="128"/>
                      <a:pt x="249" y="138"/>
                      <a:pt x="248" y="148"/>
                    </a:cubicBezTo>
                    <a:lnTo>
                      <a:pt x="247" y="146"/>
                    </a:lnTo>
                    <a:cubicBezTo>
                      <a:pt x="255" y="151"/>
                      <a:pt x="262" y="157"/>
                      <a:pt x="269" y="161"/>
                    </a:cubicBezTo>
                    <a:lnTo>
                      <a:pt x="270" y="162"/>
                    </a:lnTo>
                    <a:lnTo>
                      <a:pt x="270" y="163"/>
                    </a:lnTo>
                    <a:cubicBezTo>
                      <a:pt x="264" y="178"/>
                      <a:pt x="259" y="192"/>
                      <a:pt x="254" y="205"/>
                    </a:cubicBezTo>
                    <a:lnTo>
                      <a:pt x="253" y="206"/>
                    </a:lnTo>
                    <a:lnTo>
                      <a:pt x="252" y="206"/>
                    </a:lnTo>
                    <a:cubicBezTo>
                      <a:pt x="243" y="205"/>
                      <a:pt x="234" y="203"/>
                      <a:pt x="225" y="202"/>
                    </a:cubicBezTo>
                    <a:lnTo>
                      <a:pt x="226" y="201"/>
                    </a:lnTo>
                    <a:cubicBezTo>
                      <a:pt x="220" y="210"/>
                      <a:pt x="213" y="217"/>
                      <a:pt x="206" y="223"/>
                    </a:cubicBezTo>
                    <a:lnTo>
                      <a:pt x="206" y="222"/>
                    </a:lnTo>
                    <a:cubicBezTo>
                      <a:pt x="208" y="231"/>
                      <a:pt x="210" y="240"/>
                      <a:pt x="211" y="248"/>
                    </a:cubicBezTo>
                    <a:lnTo>
                      <a:pt x="212" y="249"/>
                    </a:lnTo>
                    <a:lnTo>
                      <a:pt x="211" y="250"/>
                    </a:lnTo>
                    <a:cubicBezTo>
                      <a:pt x="194" y="257"/>
                      <a:pt x="180" y="263"/>
                      <a:pt x="169" y="267"/>
                    </a:cubicBezTo>
                    <a:lnTo>
                      <a:pt x="169" y="268"/>
                    </a:lnTo>
                    <a:lnTo>
                      <a:pt x="169" y="267"/>
                    </a:lnTo>
                    <a:cubicBezTo>
                      <a:pt x="164" y="260"/>
                      <a:pt x="160" y="255"/>
                      <a:pt x="157" y="251"/>
                    </a:cubicBezTo>
                    <a:cubicBezTo>
                      <a:pt x="156" y="249"/>
                      <a:pt x="155" y="248"/>
                      <a:pt x="154" y="247"/>
                    </a:cubicBezTo>
                    <a:cubicBezTo>
                      <a:pt x="153" y="246"/>
                      <a:pt x="153" y="245"/>
                      <a:pt x="153" y="2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170543" y="545046"/>
                <a:ext cx="169322" cy="1676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01" extrusionOk="0">
                    <a:moveTo>
                      <a:pt x="70" y="96"/>
                    </a:moveTo>
                    <a:lnTo>
                      <a:pt x="69" y="96"/>
                    </a:lnTo>
                    <a:cubicBezTo>
                      <a:pt x="68" y="97"/>
                      <a:pt x="67" y="97"/>
                      <a:pt x="65" y="98"/>
                    </a:cubicBezTo>
                    <a:cubicBezTo>
                      <a:pt x="61" y="99"/>
                      <a:pt x="55" y="100"/>
                      <a:pt x="47" y="100"/>
                    </a:cubicBezTo>
                    <a:cubicBezTo>
                      <a:pt x="40" y="99"/>
                      <a:pt x="30" y="97"/>
                      <a:pt x="22" y="90"/>
                    </a:cubicBezTo>
                    <a:cubicBezTo>
                      <a:pt x="13" y="84"/>
                      <a:pt x="5" y="73"/>
                      <a:pt x="3" y="59"/>
                    </a:cubicBezTo>
                    <a:cubicBezTo>
                      <a:pt x="0" y="46"/>
                      <a:pt x="4" y="29"/>
                      <a:pt x="16" y="18"/>
                    </a:cubicBezTo>
                    <a:cubicBezTo>
                      <a:pt x="27" y="6"/>
                      <a:pt x="46" y="-1"/>
                      <a:pt x="64" y="5"/>
                    </a:cubicBezTo>
                    <a:cubicBezTo>
                      <a:pt x="73" y="7"/>
                      <a:pt x="81" y="12"/>
                      <a:pt x="88" y="20"/>
                    </a:cubicBezTo>
                    <a:cubicBezTo>
                      <a:pt x="94" y="27"/>
                      <a:pt x="98" y="36"/>
                      <a:pt x="99" y="46"/>
                    </a:cubicBezTo>
                    <a:cubicBezTo>
                      <a:pt x="101" y="56"/>
                      <a:pt x="99" y="67"/>
                      <a:pt x="94" y="76"/>
                    </a:cubicBezTo>
                    <a:cubicBezTo>
                      <a:pt x="91" y="81"/>
                      <a:pt x="88" y="85"/>
                      <a:pt x="84" y="88"/>
                    </a:cubicBezTo>
                    <a:cubicBezTo>
                      <a:pt x="82" y="90"/>
                      <a:pt x="80" y="92"/>
                      <a:pt x="78" y="93"/>
                    </a:cubicBezTo>
                    <a:cubicBezTo>
                      <a:pt x="77" y="94"/>
                      <a:pt x="76" y="95"/>
                      <a:pt x="74" y="96"/>
                    </a:cubicBezTo>
                    <a:lnTo>
                      <a:pt x="73" y="96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lnTo>
                      <a:pt x="72" y="97"/>
                    </a:lnTo>
                    <a:cubicBezTo>
                      <a:pt x="71" y="97"/>
                      <a:pt x="73" y="96"/>
                      <a:pt x="72" y="95"/>
                    </a:cubicBezTo>
                    <a:lnTo>
                      <a:pt x="70" y="94"/>
                    </a:lnTo>
                    <a:cubicBezTo>
                      <a:pt x="71" y="93"/>
                      <a:pt x="74" y="92"/>
                      <a:pt x="75" y="91"/>
                    </a:cubicBezTo>
                    <a:cubicBezTo>
                      <a:pt x="93" y="81"/>
                      <a:pt x="101" y="59"/>
                      <a:pt x="97" y="41"/>
                    </a:cubicBezTo>
                    <a:cubicBezTo>
                      <a:pt x="93" y="22"/>
                      <a:pt x="77" y="8"/>
                      <a:pt x="60" y="5"/>
                    </a:cubicBezTo>
                    <a:cubicBezTo>
                      <a:pt x="42" y="1"/>
                      <a:pt x="25" y="8"/>
                      <a:pt x="15" y="20"/>
                    </a:cubicBezTo>
                    <a:cubicBezTo>
                      <a:pt x="4" y="31"/>
                      <a:pt x="1" y="47"/>
                      <a:pt x="3" y="60"/>
                    </a:cubicBezTo>
                    <a:cubicBezTo>
                      <a:pt x="6" y="73"/>
                      <a:pt x="13" y="84"/>
                      <a:pt x="22" y="90"/>
                    </a:cubicBezTo>
                    <a:cubicBezTo>
                      <a:pt x="30" y="97"/>
                      <a:pt x="40" y="99"/>
                      <a:pt x="47" y="100"/>
                    </a:cubicBezTo>
                    <a:cubicBezTo>
                      <a:pt x="55" y="100"/>
                      <a:pt x="61" y="99"/>
                      <a:pt x="65" y="98"/>
                    </a:cubicBezTo>
                    <a:cubicBezTo>
                      <a:pt x="68" y="97"/>
                      <a:pt x="70" y="96"/>
                      <a:pt x="70" y="96"/>
                    </a:cubicBezTo>
                    <a:cubicBezTo>
                      <a:pt x="70" y="96"/>
                      <a:pt x="69" y="97"/>
                      <a:pt x="65" y="99"/>
                    </a:cubicBezTo>
                    <a:cubicBezTo>
                      <a:pt x="61" y="100"/>
                      <a:pt x="55" y="102"/>
                      <a:pt x="47" y="101"/>
                    </a:cubicBezTo>
                    <a:cubicBezTo>
                      <a:pt x="39" y="101"/>
                      <a:pt x="30" y="99"/>
                      <a:pt x="21" y="92"/>
                    </a:cubicBezTo>
                    <a:cubicBezTo>
                      <a:pt x="11" y="86"/>
                      <a:pt x="3" y="75"/>
                      <a:pt x="1" y="61"/>
                    </a:cubicBezTo>
                    <a:cubicBezTo>
                      <a:pt x="-2" y="47"/>
                      <a:pt x="1" y="30"/>
                      <a:pt x="12" y="18"/>
                    </a:cubicBezTo>
                    <a:cubicBezTo>
                      <a:pt x="23" y="5"/>
                      <a:pt x="42" y="-3"/>
                      <a:pt x="61" y="1"/>
                    </a:cubicBezTo>
                    <a:cubicBezTo>
                      <a:pt x="70" y="3"/>
                      <a:pt x="79" y="7"/>
                      <a:pt x="86" y="14"/>
                    </a:cubicBezTo>
                    <a:cubicBezTo>
                      <a:pt x="93" y="21"/>
                      <a:pt x="99" y="30"/>
                      <a:pt x="101" y="40"/>
                    </a:cubicBezTo>
                    <a:cubicBezTo>
                      <a:pt x="106" y="60"/>
                      <a:pt x="97" y="84"/>
                      <a:pt x="77" y="95"/>
                    </a:cubicBezTo>
                    <a:cubicBezTo>
                      <a:pt x="75" y="96"/>
                      <a:pt x="73" y="97"/>
                      <a:pt x="71" y="98"/>
                    </a:cubicBezTo>
                    <a:lnTo>
                      <a:pt x="69" y="98"/>
                    </a:lnTo>
                    <a:lnTo>
                      <a:pt x="69" y="97"/>
                    </a:lnTo>
                    <a:cubicBezTo>
                      <a:pt x="68" y="96"/>
                      <a:pt x="69" y="94"/>
                      <a:pt x="69" y="95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70" y="94"/>
                    </a:lnTo>
                    <a:lnTo>
                      <a:pt x="70" y="94"/>
                    </a:lnTo>
                    <a:lnTo>
                      <a:pt x="71" y="93"/>
                    </a:lnTo>
                    <a:lnTo>
                      <a:pt x="73" y="92"/>
                    </a:lnTo>
                    <a:cubicBezTo>
                      <a:pt x="74" y="92"/>
                      <a:pt x="75" y="91"/>
                      <a:pt x="76" y="90"/>
                    </a:cubicBezTo>
                    <a:cubicBezTo>
                      <a:pt x="78" y="89"/>
                      <a:pt x="80" y="87"/>
                      <a:pt x="81" y="86"/>
                    </a:cubicBezTo>
                    <a:cubicBezTo>
                      <a:pt x="85" y="82"/>
                      <a:pt x="88" y="79"/>
                      <a:pt x="90" y="74"/>
                    </a:cubicBezTo>
                    <a:cubicBezTo>
                      <a:pt x="95" y="66"/>
                      <a:pt x="97" y="56"/>
                      <a:pt x="96" y="47"/>
                    </a:cubicBezTo>
                    <a:cubicBezTo>
                      <a:pt x="95" y="38"/>
                      <a:pt x="91" y="29"/>
                      <a:pt x="85" y="22"/>
                    </a:cubicBezTo>
                    <a:cubicBezTo>
                      <a:pt x="79" y="16"/>
                      <a:pt x="71" y="11"/>
                      <a:pt x="63" y="8"/>
                    </a:cubicBezTo>
                    <a:cubicBezTo>
                      <a:pt x="46" y="4"/>
                      <a:pt x="29" y="9"/>
                      <a:pt x="18" y="20"/>
                    </a:cubicBezTo>
                    <a:cubicBezTo>
                      <a:pt x="7" y="31"/>
                      <a:pt x="3" y="46"/>
                      <a:pt x="6" y="59"/>
                    </a:cubicBezTo>
                    <a:cubicBezTo>
                      <a:pt x="8" y="72"/>
                      <a:pt x="15" y="83"/>
                      <a:pt x="23" y="89"/>
                    </a:cubicBezTo>
                    <a:cubicBezTo>
                      <a:pt x="31" y="95"/>
                      <a:pt x="40" y="98"/>
                      <a:pt x="47" y="99"/>
                    </a:cubicBezTo>
                    <a:cubicBezTo>
                      <a:pt x="55" y="99"/>
                      <a:pt x="61" y="98"/>
                      <a:pt x="64" y="97"/>
                    </a:cubicBezTo>
                    <a:cubicBezTo>
                      <a:pt x="68" y="97"/>
                      <a:pt x="70" y="96"/>
                      <a:pt x="70" y="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031102" y="400625"/>
                <a:ext cx="453184" cy="45484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74" extrusionOk="0">
                    <a:moveTo>
                      <a:pt x="154" y="247"/>
                    </a:moveTo>
                    <a:cubicBezTo>
                      <a:pt x="156" y="250"/>
                      <a:pt x="160" y="256"/>
                      <a:pt x="171" y="270"/>
                    </a:cubicBezTo>
                    <a:lnTo>
                      <a:pt x="170" y="269"/>
                    </a:lnTo>
                    <a:cubicBezTo>
                      <a:pt x="181" y="265"/>
                      <a:pt x="195" y="258"/>
                      <a:pt x="212" y="251"/>
                    </a:cubicBezTo>
                    <a:lnTo>
                      <a:pt x="212" y="252"/>
                    </a:lnTo>
                    <a:cubicBezTo>
                      <a:pt x="210" y="243"/>
                      <a:pt x="208" y="234"/>
                      <a:pt x="206" y="224"/>
                    </a:cubicBezTo>
                    <a:lnTo>
                      <a:pt x="208" y="224"/>
                    </a:lnTo>
                    <a:lnTo>
                      <a:pt x="208" y="225"/>
                    </a:lnTo>
                    <a:lnTo>
                      <a:pt x="206" y="224"/>
                    </a:lnTo>
                    <a:cubicBezTo>
                      <a:pt x="214" y="218"/>
                      <a:pt x="221" y="211"/>
                      <a:pt x="227" y="203"/>
                    </a:cubicBezTo>
                    <a:lnTo>
                      <a:pt x="228" y="204"/>
                    </a:lnTo>
                    <a:lnTo>
                      <a:pt x="227" y="205"/>
                    </a:lnTo>
                    <a:lnTo>
                      <a:pt x="227" y="203"/>
                    </a:lnTo>
                    <a:cubicBezTo>
                      <a:pt x="235" y="204"/>
                      <a:pt x="245" y="205"/>
                      <a:pt x="254" y="207"/>
                    </a:cubicBezTo>
                    <a:lnTo>
                      <a:pt x="253" y="208"/>
                    </a:lnTo>
                    <a:cubicBezTo>
                      <a:pt x="258" y="194"/>
                      <a:pt x="264" y="179"/>
                      <a:pt x="270" y="164"/>
                    </a:cubicBezTo>
                    <a:lnTo>
                      <a:pt x="271" y="165"/>
                    </a:lnTo>
                    <a:cubicBezTo>
                      <a:pt x="263" y="161"/>
                      <a:pt x="255" y="155"/>
                      <a:pt x="247" y="150"/>
                    </a:cubicBezTo>
                    <a:lnTo>
                      <a:pt x="249" y="148"/>
                    </a:lnTo>
                    <a:lnTo>
                      <a:pt x="249" y="149"/>
                    </a:lnTo>
                    <a:lnTo>
                      <a:pt x="247" y="150"/>
                    </a:lnTo>
                    <a:cubicBezTo>
                      <a:pt x="248" y="141"/>
                      <a:pt x="248" y="130"/>
                      <a:pt x="246" y="120"/>
                    </a:cubicBezTo>
                    <a:lnTo>
                      <a:pt x="249" y="120"/>
                    </a:lnTo>
                    <a:lnTo>
                      <a:pt x="248" y="122"/>
                    </a:lnTo>
                    <a:lnTo>
                      <a:pt x="246" y="120"/>
                    </a:lnTo>
                    <a:cubicBezTo>
                      <a:pt x="253" y="115"/>
                      <a:pt x="261" y="109"/>
                      <a:pt x="269" y="103"/>
                    </a:cubicBezTo>
                    <a:lnTo>
                      <a:pt x="269" y="105"/>
                    </a:lnTo>
                    <a:cubicBezTo>
                      <a:pt x="263" y="92"/>
                      <a:pt x="256" y="77"/>
                      <a:pt x="249" y="62"/>
                    </a:cubicBezTo>
                    <a:lnTo>
                      <a:pt x="251" y="63"/>
                    </a:lnTo>
                    <a:cubicBezTo>
                      <a:pt x="243" y="64"/>
                      <a:pt x="233" y="66"/>
                      <a:pt x="223" y="68"/>
                    </a:cubicBezTo>
                    <a:lnTo>
                      <a:pt x="224" y="65"/>
                    </a:lnTo>
                    <a:lnTo>
                      <a:pt x="225" y="66"/>
                    </a:lnTo>
                    <a:lnTo>
                      <a:pt x="223" y="68"/>
                    </a:lnTo>
                    <a:cubicBezTo>
                      <a:pt x="218" y="61"/>
                      <a:pt x="210" y="54"/>
                      <a:pt x="202" y="48"/>
                    </a:cubicBezTo>
                    <a:lnTo>
                      <a:pt x="204" y="46"/>
                    </a:lnTo>
                    <a:lnTo>
                      <a:pt x="205" y="47"/>
                    </a:lnTo>
                    <a:lnTo>
                      <a:pt x="202" y="48"/>
                    </a:lnTo>
                    <a:cubicBezTo>
                      <a:pt x="203" y="39"/>
                      <a:pt x="204" y="30"/>
                      <a:pt x="206" y="20"/>
                    </a:cubicBezTo>
                    <a:lnTo>
                      <a:pt x="207" y="21"/>
                    </a:lnTo>
                    <a:cubicBezTo>
                      <a:pt x="193" y="16"/>
                      <a:pt x="178" y="10"/>
                      <a:pt x="163" y="4"/>
                    </a:cubicBezTo>
                    <a:lnTo>
                      <a:pt x="165" y="4"/>
                    </a:lnTo>
                    <a:cubicBezTo>
                      <a:pt x="160" y="11"/>
                      <a:pt x="154" y="19"/>
                      <a:pt x="149" y="27"/>
                    </a:cubicBezTo>
                    <a:lnTo>
                      <a:pt x="147" y="25"/>
                    </a:lnTo>
                    <a:lnTo>
                      <a:pt x="148" y="24"/>
                    </a:lnTo>
                    <a:lnTo>
                      <a:pt x="149" y="27"/>
                    </a:lnTo>
                    <a:cubicBezTo>
                      <a:pt x="140" y="27"/>
                      <a:pt x="130" y="27"/>
                      <a:pt x="119" y="28"/>
                    </a:cubicBezTo>
                    <a:lnTo>
                      <a:pt x="120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9" y="28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lnTo>
                      <a:pt x="121" y="26"/>
                    </a:lnTo>
                    <a:lnTo>
                      <a:pt x="119" y="28"/>
                    </a:lnTo>
                    <a:cubicBezTo>
                      <a:pt x="114" y="21"/>
                      <a:pt x="108" y="13"/>
                      <a:pt x="102" y="5"/>
                    </a:cubicBezTo>
                    <a:lnTo>
                      <a:pt x="104" y="6"/>
                    </a:lnTo>
                    <a:cubicBezTo>
                      <a:pt x="91" y="12"/>
                      <a:pt x="76" y="19"/>
                      <a:pt x="61" y="25"/>
                    </a:cubicBezTo>
                    <a:lnTo>
                      <a:pt x="62" y="23"/>
                    </a:lnTo>
                    <a:cubicBezTo>
                      <a:pt x="64" y="32"/>
                      <a:pt x="66" y="41"/>
                      <a:pt x="68" y="51"/>
                    </a:cubicBezTo>
                    <a:lnTo>
                      <a:pt x="64" y="51"/>
                    </a:lnTo>
                    <a:lnTo>
                      <a:pt x="65" y="49"/>
                    </a:lnTo>
                    <a:lnTo>
                      <a:pt x="67" y="52"/>
                    </a:lnTo>
                    <a:cubicBezTo>
                      <a:pt x="60" y="57"/>
                      <a:pt x="53" y="64"/>
                      <a:pt x="47" y="73"/>
                    </a:cubicBezTo>
                    <a:lnTo>
                      <a:pt x="45" y="70"/>
                    </a:lnTo>
                    <a:lnTo>
                      <a:pt x="46" y="69"/>
                    </a:lnTo>
                    <a:lnTo>
                      <a:pt x="47" y="73"/>
                    </a:lnTo>
                    <a:cubicBezTo>
                      <a:pt x="38" y="72"/>
                      <a:pt x="28" y="70"/>
                      <a:pt x="19" y="69"/>
                    </a:cubicBezTo>
                    <a:lnTo>
                      <a:pt x="21" y="68"/>
                    </a:lnTo>
                    <a:cubicBezTo>
                      <a:pt x="16" y="81"/>
                      <a:pt x="10" y="97"/>
                      <a:pt x="4" y="112"/>
                    </a:cubicBezTo>
                    <a:lnTo>
                      <a:pt x="3" y="109"/>
                    </a:lnTo>
                    <a:cubicBezTo>
                      <a:pt x="11" y="114"/>
                      <a:pt x="19" y="120"/>
                      <a:pt x="27" y="125"/>
                    </a:cubicBezTo>
                    <a:lnTo>
                      <a:pt x="24" y="128"/>
                    </a:lnTo>
                    <a:lnTo>
                      <a:pt x="23" y="126"/>
                    </a:lnTo>
                    <a:lnTo>
                      <a:pt x="27" y="126"/>
                    </a:lnTo>
                    <a:cubicBezTo>
                      <a:pt x="26" y="135"/>
                      <a:pt x="26" y="145"/>
                      <a:pt x="28" y="155"/>
                    </a:cubicBezTo>
                    <a:lnTo>
                      <a:pt x="24" y="155"/>
                    </a:lnTo>
                    <a:lnTo>
                      <a:pt x="25" y="154"/>
                    </a:lnTo>
                    <a:lnTo>
                      <a:pt x="28" y="156"/>
                    </a:lnTo>
                    <a:cubicBezTo>
                      <a:pt x="21" y="161"/>
                      <a:pt x="13" y="167"/>
                      <a:pt x="5" y="173"/>
                    </a:cubicBezTo>
                    <a:lnTo>
                      <a:pt x="6" y="170"/>
                    </a:lnTo>
                    <a:cubicBezTo>
                      <a:pt x="11" y="184"/>
                      <a:pt x="18" y="198"/>
                      <a:pt x="25" y="213"/>
                    </a:cubicBezTo>
                    <a:lnTo>
                      <a:pt x="22" y="212"/>
                    </a:lnTo>
                    <a:cubicBezTo>
                      <a:pt x="31" y="210"/>
                      <a:pt x="40" y="208"/>
                      <a:pt x="50" y="207"/>
                    </a:cubicBezTo>
                    <a:lnTo>
                      <a:pt x="50" y="210"/>
                    </a:lnTo>
                    <a:lnTo>
                      <a:pt x="49" y="210"/>
                    </a:lnTo>
                    <a:lnTo>
                      <a:pt x="51" y="207"/>
                    </a:lnTo>
                    <a:cubicBezTo>
                      <a:pt x="57" y="214"/>
                      <a:pt x="64" y="221"/>
                      <a:pt x="72" y="227"/>
                    </a:cubicBezTo>
                    <a:lnTo>
                      <a:pt x="69" y="229"/>
                    </a:lnTo>
                    <a:lnTo>
                      <a:pt x="69" y="228"/>
                    </a:lnTo>
                    <a:lnTo>
                      <a:pt x="72" y="228"/>
                    </a:lnTo>
                    <a:cubicBezTo>
                      <a:pt x="71" y="237"/>
                      <a:pt x="70" y="246"/>
                      <a:pt x="69" y="256"/>
                    </a:cubicBezTo>
                    <a:lnTo>
                      <a:pt x="67" y="253"/>
                    </a:lnTo>
                    <a:cubicBezTo>
                      <a:pt x="81" y="259"/>
                      <a:pt x="96" y="264"/>
                      <a:pt x="110" y="270"/>
                    </a:cubicBezTo>
                    <a:lnTo>
                      <a:pt x="108" y="271"/>
                    </a:lnTo>
                    <a:cubicBezTo>
                      <a:pt x="113" y="263"/>
                      <a:pt x="118" y="255"/>
                      <a:pt x="123" y="247"/>
                    </a:cubicBezTo>
                    <a:lnTo>
                      <a:pt x="126" y="250"/>
                    </a:lnTo>
                    <a:lnTo>
                      <a:pt x="126" y="251"/>
                    </a:lnTo>
                    <a:lnTo>
                      <a:pt x="125" y="247"/>
                    </a:lnTo>
                    <a:cubicBezTo>
                      <a:pt x="133" y="248"/>
                      <a:pt x="141" y="248"/>
                      <a:pt x="150" y="246"/>
                    </a:cubicBezTo>
                    <a:lnTo>
                      <a:pt x="152" y="246"/>
                    </a:lnTo>
                    <a:lnTo>
                      <a:pt x="152" y="246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2" y="247"/>
                    </a:lnTo>
                    <a:lnTo>
                      <a:pt x="153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4" y="250"/>
                    </a:lnTo>
                    <a:lnTo>
                      <a:pt x="150" y="250"/>
                    </a:lnTo>
                    <a:cubicBezTo>
                      <a:pt x="147" y="250"/>
                      <a:pt x="144" y="251"/>
                      <a:pt x="141" y="251"/>
                    </a:cubicBezTo>
                    <a:cubicBezTo>
                      <a:pt x="136" y="251"/>
                      <a:pt x="130" y="251"/>
                      <a:pt x="124" y="250"/>
                    </a:cubicBezTo>
                    <a:lnTo>
                      <a:pt x="126" y="249"/>
                    </a:lnTo>
                    <a:cubicBezTo>
                      <a:pt x="121" y="257"/>
                      <a:pt x="116" y="264"/>
                      <a:pt x="111" y="272"/>
                    </a:cubicBezTo>
                    <a:lnTo>
                      <a:pt x="109" y="269"/>
                    </a:lnTo>
                    <a:lnTo>
                      <a:pt x="109" y="269"/>
                    </a:lnTo>
                    <a:lnTo>
                      <a:pt x="109" y="272"/>
                    </a:lnTo>
                    <a:cubicBezTo>
                      <a:pt x="95" y="267"/>
                      <a:pt x="81" y="261"/>
                      <a:pt x="67" y="256"/>
                    </a:cubicBezTo>
                    <a:lnTo>
                      <a:pt x="70" y="253"/>
                    </a:lnTo>
                    <a:lnTo>
                      <a:pt x="70" y="254"/>
                    </a:lnTo>
                    <a:lnTo>
                      <a:pt x="66" y="255"/>
                    </a:lnTo>
                    <a:cubicBezTo>
                      <a:pt x="68" y="245"/>
                      <a:pt x="69" y="236"/>
                      <a:pt x="71" y="227"/>
                    </a:cubicBezTo>
                    <a:lnTo>
                      <a:pt x="71" y="229"/>
                    </a:lnTo>
                    <a:cubicBezTo>
                      <a:pt x="63" y="223"/>
                      <a:pt x="55" y="216"/>
                      <a:pt x="49" y="208"/>
                    </a:cubicBezTo>
                    <a:lnTo>
                      <a:pt x="51" y="208"/>
                    </a:lnTo>
                    <a:cubicBezTo>
                      <a:pt x="42" y="210"/>
                      <a:pt x="33" y="212"/>
                      <a:pt x="24" y="214"/>
                    </a:cubicBezTo>
                    <a:lnTo>
                      <a:pt x="24" y="210"/>
                    </a:lnTo>
                    <a:lnTo>
                      <a:pt x="25" y="211"/>
                    </a:lnTo>
                    <a:lnTo>
                      <a:pt x="23" y="213"/>
                    </a:lnTo>
                    <a:cubicBezTo>
                      <a:pt x="17" y="199"/>
                      <a:pt x="11" y="185"/>
                      <a:pt x="5" y="172"/>
                    </a:cubicBezTo>
                    <a:lnTo>
                      <a:pt x="8" y="172"/>
                    </a:lnTo>
                    <a:lnTo>
                      <a:pt x="8" y="173"/>
                    </a:lnTo>
                    <a:lnTo>
                      <a:pt x="5" y="171"/>
                    </a:lnTo>
                    <a:cubicBezTo>
                      <a:pt x="12" y="165"/>
                      <a:pt x="20" y="160"/>
                      <a:pt x="27" y="154"/>
                    </a:cubicBezTo>
                    <a:lnTo>
                      <a:pt x="26" y="156"/>
                    </a:lnTo>
                    <a:cubicBezTo>
                      <a:pt x="25" y="146"/>
                      <a:pt x="24" y="135"/>
                      <a:pt x="26" y="125"/>
                    </a:cubicBezTo>
                    <a:lnTo>
                      <a:pt x="26" y="127"/>
                    </a:lnTo>
                    <a:cubicBezTo>
                      <a:pt x="19" y="122"/>
                      <a:pt x="11" y="116"/>
                      <a:pt x="3" y="111"/>
                    </a:cubicBezTo>
                    <a:lnTo>
                      <a:pt x="6" y="109"/>
                    </a:lnTo>
                    <a:lnTo>
                      <a:pt x="7" y="111"/>
                    </a:lnTo>
                    <a:lnTo>
                      <a:pt x="3" y="111"/>
                    </a:lnTo>
                    <a:cubicBezTo>
                      <a:pt x="9" y="96"/>
                      <a:pt x="14" y="82"/>
                      <a:pt x="19" y="68"/>
                    </a:cubicBezTo>
                    <a:lnTo>
                      <a:pt x="22" y="71"/>
                    </a:lnTo>
                    <a:lnTo>
                      <a:pt x="21" y="72"/>
                    </a:lnTo>
                    <a:lnTo>
                      <a:pt x="20" y="68"/>
                    </a:lnTo>
                    <a:cubicBezTo>
                      <a:pt x="29" y="70"/>
                      <a:pt x="39" y="71"/>
                      <a:pt x="48" y="72"/>
                    </a:cubicBezTo>
                    <a:lnTo>
                      <a:pt x="46" y="73"/>
                    </a:lnTo>
                    <a:cubicBezTo>
                      <a:pt x="52" y="64"/>
                      <a:pt x="59" y="57"/>
                      <a:pt x="67" y="50"/>
                    </a:cubicBezTo>
                    <a:lnTo>
                      <a:pt x="67" y="52"/>
                    </a:lnTo>
                    <a:cubicBezTo>
                      <a:pt x="65" y="43"/>
                      <a:pt x="63" y="34"/>
                      <a:pt x="61" y="25"/>
                    </a:cubicBezTo>
                    <a:lnTo>
                      <a:pt x="65" y="25"/>
                    </a:lnTo>
                    <a:lnTo>
                      <a:pt x="64" y="27"/>
                    </a:lnTo>
                    <a:lnTo>
                      <a:pt x="62" y="24"/>
                    </a:lnTo>
                    <a:cubicBezTo>
                      <a:pt x="76" y="18"/>
                      <a:pt x="89" y="12"/>
                      <a:pt x="103" y="6"/>
                    </a:cubicBezTo>
                    <a:lnTo>
                      <a:pt x="103" y="9"/>
                    </a:lnTo>
                    <a:lnTo>
                      <a:pt x="101" y="9"/>
                    </a:lnTo>
                    <a:lnTo>
                      <a:pt x="103" y="6"/>
                    </a:lnTo>
                    <a:cubicBezTo>
                      <a:pt x="109" y="14"/>
                      <a:pt x="114" y="21"/>
                      <a:pt x="119" y="28"/>
                    </a:cubicBezTo>
                    <a:lnTo>
                      <a:pt x="119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18" y="29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20" y="28"/>
                    </a:lnTo>
                    <a:lnTo>
                      <a:pt x="119" y="28"/>
                    </a:lnTo>
                    <a:cubicBezTo>
                      <a:pt x="130" y="26"/>
                      <a:pt x="140" y="26"/>
                      <a:pt x="149" y="27"/>
                    </a:cubicBezTo>
                    <a:lnTo>
                      <a:pt x="148" y="28"/>
                    </a:lnTo>
                    <a:cubicBezTo>
                      <a:pt x="153" y="20"/>
                      <a:pt x="158" y="12"/>
                      <a:pt x="164" y="4"/>
                    </a:cubicBezTo>
                    <a:lnTo>
                      <a:pt x="165" y="7"/>
                    </a:lnTo>
                    <a:lnTo>
                      <a:pt x="164" y="7"/>
                    </a:lnTo>
                    <a:lnTo>
                      <a:pt x="164" y="4"/>
                    </a:lnTo>
                    <a:cubicBezTo>
                      <a:pt x="179" y="10"/>
                      <a:pt x="192" y="15"/>
                      <a:pt x="206" y="21"/>
                    </a:cubicBezTo>
                    <a:lnTo>
                      <a:pt x="204" y="23"/>
                    </a:lnTo>
                    <a:lnTo>
                      <a:pt x="203" y="21"/>
                    </a:lnTo>
                    <a:lnTo>
                      <a:pt x="206" y="21"/>
                    </a:lnTo>
                    <a:cubicBezTo>
                      <a:pt x="205" y="31"/>
                      <a:pt x="203" y="40"/>
                      <a:pt x="202" y="48"/>
                    </a:cubicBezTo>
                    <a:lnTo>
                      <a:pt x="201" y="47"/>
                    </a:lnTo>
                    <a:cubicBezTo>
                      <a:pt x="210" y="53"/>
                      <a:pt x="218" y="61"/>
                      <a:pt x="224" y="68"/>
                    </a:cubicBezTo>
                    <a:lnTo>
                      <a:pt x="222" y="68"/>
                    </a:lnTo>
                    <a:cubicBezTo>
                      <a:pt x="232" y="66"/>
                      <a:pt x="241" y="64"/>
                      <a:pt x="250" y="62"/>
                    </a:cubicBezTo>
                    <a:lnTo>
                      <a:pt x="249" y="65"/>
                    </a:lnTo>
                    <a:lnTo>
                      <a:pt x="248" y="64"/>
                    </a:lnTo>
                    <a:lnTo>
                      <a:pt x="250" y="62"/>
                    </a:lnTo>
                    <a:cubicBezTo>
                      <a:pt x="257" y="77"/>
                      <a:pt x="263" y="91"/>
                      <a:pt x="268" y="104"/>
                    </a:cubicBezTo>
                    <a:lnTo>
                      <a:pt x="266" y="104"/>
                    </a:lnTo>
                    <a:lnTo>
                      <a:pt x="266" y="102"/>
                    </a:lnTo>
                    <a:lnTo>
                      <a:pt x="268" y="104"/>
                    </a:lnTo>
                    <a:cubicBezTo>
                      <a:pt x="260" y="110"/>
                      <a:pt x="253" y="115"/>
                      <a:pt x="246" y="121"/>
                    </a:cubicBezTo>
                    <a:lnTo>
                      <a:pt x="246" y="119"/>
                    </a:lnTo>
                    <a:cubicBezTo>
                      <a:pt x="248" y="131"/>
                      <a:pt x="248" y="141"/>
                      <a:pt x="247" y="150"/>
                    </a:cubicBezTo>
                    <a:lnTo>
                      <a:pt x="247" y="149"/>
                    </a:lnTo>
                    <a:cubicBezTo>
                      <a:pt x="255" y="155"/>
                      <a:pt x="263" y="160"/>
                      <a:pt x="270" y="165"/>
                    </a:cubicBezTo>
                    <a:lnTo>
                      <a:pt x="268" y="166"/>
                    </a:lnTo>
                    <a:lnTo>
                      <a:pt x="268" y="165"/>
                    </a:lnTo>
                    <a:lnTo>
                      <a:pt x="270" y="165"/>
                    </a:lnTo>
                    <a:cubicBezTo>
                      <a:pt x="264" y="181"/>
                      <a:pt x="258" y="194"/>
                      <a:pt x="254" y="207"/>
                    </a:cubicBezTo>
                    <a:lnTo>
                      <a:pt x="252" y="205"/>
                    </a:lnTo>
                    <a:lnTo>
                      <a:pt x="253" y="205"/>
                    </a:lnTo>
                    <a:lnTo>
                      <a:pt x="254" y="207"/>
                    </a:lnTo>
                    <a:cubicBezTo>
                      <a:pt x="243" y="205"/>
                      <a:pt x="234" y="204"/>
                      <a:pt x="226" y="203"/>
                    </a:cubicBezTo>
                    <a:lnTo>
                      <a:pt x="227" y="202"/>
                    </a:lnTo>
                    <a:cubicBezTo>
                      <a:pt x="220" y="212"/>
                      <a:pt x="213" y="219"/>
                      <a:pt x="206" y="224"/>
                    </a:cubicBezTo>
                    <a:lnTo>
                      <a:pt x="206" y="224"/>
                    </a:lnTo>
                    <a:cubicBezTo>
                      <a:pt x="209" y="235"/>
                      <a:pt x="210" y="243"/>
                      <a:pt x="212" y="251"/>
                    </a:cubicBezTo>
                    <a:lnTo>
                      <a:pt x="210" y="251"/>
                    </a:lnTo>
                    <a:lnTo>
                      <a:pt x="211" y="250"/>
                    </a:lnTo>
                    <a:lnTo>
                      <a:pt x="212" y="251"/>
                    </a:lnTo>
                    <a:cubicBezTo>
                      <a:pt x="194" y="259"/>
                      <a:pt x="181" y="265"/>
                      <a:pt x="170" y="269"/>
                    </a:cubicBezTo>
                    <a:lnTo>
                      <a:pt x="170" y="268"/>
                    </a:lnTo>
                    <a:lnTo>
                      <a:pt x="171" y="268"/>
                    </a:lnTo>
                    <a:lnTo>
                      <a:pt x="170" y="269"/>
                    </a:lnTo>
                    <a:cubicBezTo>
                      <a:pt x="160" y="255"/>
                      <a:pt x="156" y="250"/>
                      <a:pt x="154" y="247"/>
                    </a:cubicBezTo>
                    <a:cubicBezTo>
                      <a:pt x="154" y="247"/>
                      <a:pt x="156" y="249"/>
                      <a:pt x="158" y="252"/>
                    </a:cubicBezTo>
                    <a:cubicBezTo>
                      <a:pt x="161" y="256"/>
                      <a:pt x="166" y="261"/>
                      <a:pt x="171" y="269"/>
                    </a:cubicBezTo>
                    <a:lnTo>
                      <a:pt x="172" y="269"/>
                    </a:lnTo>
                    <a:lnTo>
                      <a:pt x="171" y="269"/>
                    </a:lnTo>
                    <a:lnTo>
                      <a:pt x="170" y="269"/>
                    </a:lnTo>
                    <a:lnTo>
                      <a:pt x="169" y="269"/>
                    </a:lnTo>
                    <a:lnTo>
                      <a:pt x="170" y="268"/>
                    </a:lnTo>
                    <a:cubicBezTo>
                      <a:pt x="180" y="264"/>
                      <a:pt x="193" y="258"/>
                      <a:pt x="211" y="249"/>
                    </a:cubicBezTo>
                    <a:lnTo>
                      <a:pt x="213" y="249"/>
                    </a:lnTo>
                    <a:lnTo>
                      <a:pt x="212" y="250"/>
                    </a:lnTo>
                    <a:lnTo>
                      <a:pt x="212" y="251"/>
                    </a:lnTo>
                    <a:lnTo>
                      <a:pt x="211" y="253"/>
                    </a:lnTo>
                    <a:lnTo>
                      <a:pt x="210" y="251"/>
                    </a:lnTo>
                    <a:cubicBezTo>
                      <a:pt x="209" y="243"/>
                      <a:pt x="207" y="235"/>
                      <a:pt x="205" y="224"/>
                    </a:cubicBezTo>
                    <a:lnTo>
                      <a:pt x="205" y="223"/>
                    </a:lnTo>
                    <a:lnTo>
                      <a:pt x="205" y="223"/>
                    </a:lnTo>
                    <a:cubicBezTo>
                      <a:pt x="212" y="218"/>
                      <a:pt x="218" y="211"/>
                      <a:pt x="225" y="201"/>
                    </a:cubicBezTo>
                    <a:lnTo>
                      <a:pt x="226" y="201"/>
                    </a:lnTo>
                    <a:lnTo>
                      <a:pt x="226" y="201"/>
                    </a:lnTo>
                    <a:cubicBezTo>
                      <a:pt x="234" y="202"/>
                      <a:pt x="243" y="203"/>
                      <a:pt x="254" y="205"/>
                    </a:cubicBezTo>
                    <a:lnTo>
                      <a:pt x="257" y="205"/>
                    </a:lnTo>
                    <a:lnTo>
                      <a:pt x="254" y="207"/>
                    </a:lnTo>
                    <a:lnTo>
                      <a:pt x="253" y="207"/>
                    </a:lnTo>
                    <a:lnTo>
                      <a:pt x="251" y="209"/>
                    </a:lnTo>
                    <a:lnTo>
                      <a:pt x="252" y="206"/>
                    </a:lnTo>
                    <a:cubicBezTo>
                      <a:pt x="257" y="193"/>
                      <a:pt x="262" y="180"/>
                      <a:pt x="268" y="164"/>
                    </a:cubicBezTo>
                    <a:lnTo>
                      <a:pt x="269" y="161"/>
                    </a:lnTo>
                    <a:lnTo>
                      <a:pt x="270" y="164"/>
                    </a:lnTo>
                    <a:lnTo>
                      <a:pt x="270" y="165"/>
                    </a:lnTo>
                    <a:lnTo>
                      <a:pt x="271" y="168"/>
                    </a:lnTo>
                    <a:lnTo>
                      <a:pt x="269" y="167"/>
                    </a:lnTo>
                    <a:cubicBezTo>
                      <a:pt x="261" y="162"/>
                      <a:pt x="254" y="157"/>
                      <a:pt x="245" y="151"/>
                    </a:cubicBezTo>
                    <a:lnTo>
                      <a:pt x="245" y="151"/>
                    </a:lnTo>
                    <a:lnTo>
                      <a:pt x="245" y="150"/>
                    </a:lnTo>
                    <a:cubicBezTo>
                      <a:pt x="246" y="141"/>
                      <a:pt x="246" y="131"/>
                      <a:pt x="244" y="120"/>
                    </a:cubicBezTo>
                    <a:lnTo>
                      <a:pt x="244" y="119"/>
                    </a:lnTo>
                    <a:lnTo>
                      <a:pt x="244" y="119"/>
                    </a:lnTo>
                    <a:cubicBezTo>
                      <a:pt x="251" y="113"/>
                      <a:pt x="258" y="108"/>
                      <a:pt x="267" y="102"/>
                    </a:cubicBezTo>
                    <a:lnTo>
                      <a:pt x="270" y="99"/>
                    </a:lnTo>
                    <a:lnTo>
                      <a:pt x="269" y="103"/>
                    </a:lnTo>
                    <a:lnTo>
                      <a:pt x="268" y="105"/>
                    </a:lnTo>
                    <a:lnTo>
                      <a:pt x="267" y="108"/>
                    </a:lnTo>
                    <a:lnTo>
                      <a:pt x="266" y="105"/>
                    </a:lnTo>
                    <a:cubicBezTo>
                      <a:pt x="260" y="92"/>
                      <a:pt x="254" y="79"/>
                      <a:pt x="247" y="64"/>
                    </a:cubicBezTo>
                    <a:lnTo>
                      <a:pt x="246" y="60"/>
                    </a:lnTo>
                    <a:lnTo>
                      <a:pt x="249" y="62"/>
                    </a:lnTo>
                    <a:lnTo>
                      <a:pt x="251" y="63"/>
                    </a:lnTo>
                    <a:lnTo>
                      <a:pt x="254" y="64"/>
                    </a:lnTo>
                    <a:lnTo>
                      <a:pt x="250" y="65"/>
                    </a:lnTo>
                    <a:cubicBezTo>
                      <a:pt x="242" y="67"/>
                      <a:pt x="233" y="69"/>
                      <a:pt x="223" y="71"/>
                    </a:cubicBezTo>
                    <a:lnTo>
                      <a:pt x="222" y="71"/>
                    </a:lnTo>
                    <a:lnTo>
                      <a:pt x="222" y="70"/>
                    </a:lnTo>
                    <a:cubicBezTo>
                      <a:pt x="215" y="63"/>
                      <a:pt x="208" y="56"/>
                      <a:pt x="200" y="49"/>
                    </a:cubicBezTo>
                    <a:lnTo>
                      <a:pt x="199" y="49"/>
                    </a:lnTo>
                    <a:lnTo>
                      <a:pt x="199" y="48"/>
                    </a:lnTo>
                    <a:cubicBezTo>
                      <a:pt x="200" y="39"/>
                      <a:pt x="201" y="30"/>
                      <a:pt x="203" y="20"/>
                    </a:cubicBezTo>
                    <a:lnTo>
                      <a:pt x="204" y="16"/>
                    </a:lnTo>
                    <a:lnTo>
                      <a:pt x="206" y="20"/>
                    </a:lnTo>
                    <a:lnTo>
                      <a:pt x="207" y="21"/>
                    </a:lnTo>
                    <a:lnTo>
                      <a:pt x="209" y="25"/>
                    </a:lnTo>
                    <a:lnTo>
                      <a:pt x="205" y="23"/>
                    </a:lnTo>
                    <a:cubicBezTo>
                      <a:pt x="191" y="18"/>
                      <a:pt x="177" y="13"/>
                      <a:pt x="163" y="7"/>
                    </a:cubicBezTo>
                    <a:lnTo>
                      <a:pt x="158" y="6"/>
                    </a:lnTo>
                    <a:lnTo>
                      <a:pt x="163" y="4"/>
                    </a:lnTo>
                    <a:lnTo>
                      <a:pt x="164" y="4"/>
                    </a:lnTo>
                    <a:lnTo>
                      <a:pt x="169" y="2"/>
                    </a:lnTo>
                    <a:lnTo>
                      <a:pt x="166" y="6"/>
                    </a:lnTo>
                    <a:cubicBezTo>
                      <a:pt x="161" y="14"/>
                      <a:pt x="156" y="21"/>
                      <a:pt x="151" y="29"/>
                    </a:cubicBezTo>
                    <a:lnTo>
                      <a:pt x="150" y="30"/>
                    </a:lnTo>
                    <a:lnTo>
                      <a:pt x="149" y="30"/>
                    </a:lnTo>
                    <a:cubicBezTo>
                      <a:pt x="139" y="29"/>
                      <a:pt x="130" y="29"/>
                      <a:pt x="120" y="31"/>
                    </a:cubicBez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0"/>
                    </a:lnTo>
                    <a:lnTo>
                      <a:pt x="119" y="30"/>
                    </a:lnTo>
                    <a:lnTo>
                      <a:pt x="120" y="28"/>
                    </a:lnTo>
                    <a:cubicBezTo>
                      <a:pt x="120" y="27"/>
                      <a:pt x="120" y="27"/>
                      <a:pt x="120" y="27"/>
                    </a:cubicBezTo>
                    <a:lnTo>
                      <a:pt x="120" y="27"/>
                    </a:lnTo>
                    <a:lnTo>
                      <a:pt x="120" y="28"/>
                    </a:lnTo>
                    <a:lnTo>
                      <a:pt x="120" y="28"/>
                    </a:lnTo>
                    <a:lnTo>
                      <a:pt x="121" y="30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9" y="31"/>
                    </a:lnTo>
                    <a:lnTo>
                      <a:pt x="118" y="31"/>
                    </a:lnTo>
                    <a:lnTo>
                      <a:pt x="117" y="30"/>
                    </a:lnTo>
                    <a:lnTo>
                      <a:pt x="117" y="30"/>
                    </a:lnTo>
                    <a:lnTo>
                      <a:pt x="117" y="30"/>
                    </a:lnTo>
                    <a:cubicBezTo>
                      <a:pt x="111" y="23"/>
                      <a:pt x="106" y="15"/>
                      <a:pt x="100" y="8"/>
                    </a:cubicBezTo>
                    <a:lnTo>
                      <a:pt x="97" y="4"/>
                    </a:lnTo>
                    <a:lnTo>
                      <a:pt x="102" y="5"/>
                    </a:lnTo>
                    <a:lnTo>
                      <a:pt x="104" y="5"/>
                    </a:lnTo>
                    <a:lnTo>
                      <a:pt x="109" y="7"/>
                    </a:lnTo>
                    <a:lnTo>
                      <a:pt x="104" y="9"/>
                    </a:lnTo>
                    <a:cubicBezTo>
                      <a:pt x="91" y="15"/>
                      <a:pt x="77" y="21"/>
                      <a:pt x="63" y="27"/>
                    </a:cubicBezTo>
                    <a:lnTo>
                      <a:pt x="58" y="29"/>
                    </a:lnTo>
                    <a:lnTo>
                      <a:pt x="61" y="25"/>
                    </a:lnTo>
                    <a:lnTo>
                      <a:pt x="62" y="23"/>
                    </a:lnTo>
                    <a:lnTo>
                      <a:pt x="64" y="18"/>
                    </a:lnTo>
                    <a:lnTo>
                      <a:pt x="65" y="23"/>
                    </a:lnTo>
                    <a:cubicBezTo>
                      <a:pt x="67" y="32"/>
                      <a:pt x="68" y="42"/>
                      <a:pt x="70" y="51"/>
                    </a:cubicBezTo>
                    <a:lnTo>
                      <a:pt x="70" y="52"/>
                    </a:lnTo>
                    <a:lnTo>
                      <a:pt x="70" y="53"/>
                    </a:lnTo>
                    <a:cubicBezTo>
                      <a:pt x="62" y="59"/>
                      <a:pt x="55" y="66"/>
                      <a:pt x="49" y="75"/>
                    </a:cubicBezTo>
                    <a:lnTo>
                      <a:pt x="48" y="76"/>
                    </a:lnTo>
                    <a:lnTo>
                      <a:pt x="47" y="75"/>
                    </a:lnTo>
                    <a:cubicBezTo>
                      <a:pt x="38" y="74"/>
                      <a:pt x="29" y="73"/>
                      <a:pt x="19" y="71"/>
                    </a:cubicBezTo>
                    <a:lnTo>
                      <a:pt x="14" y="71"/>
                    </a:lnTo>
                    <a:lnTo>
                      <a:pt x="19" y="68"/>
                    </a:lnTo>
                    <a:lnTo>
                      <a:pt x="20" y="67"/>
                    </a:lnTo>
                    <a:lnTo>
                      <a:pt x="25" y="64"/>
                    </a:lnTo>
                    <a:lnTo>
                      <a:pt x="23" y="69"/>
                    </a:lnTo>
                    <a:cubicBezTo>
                      <a:pt x="17" y="83"/>
                      <a:pt x="12" y="97"/>
                      <a:pt x="6" y="111"/>
                    </a:cubicBezTo>
                    <a:lnTo>
                      <a:pt x="5" y="116"/>
                    </a:lnTo>
                    <a:lnTo>
                      <a:pt x="3" y="111"/>
                    </a:lnTo>
                    <a:lnTo>
                      <a:pt x="2" y="110"/>
                    </a:lnTo>
                    <a:lnTo>
                      <a:pt x="1" y="105"/>
                    </a:lnTo>
                    <a:lnTo>
                      <a:pt x="5" y="108"/>
                    </a:lnTo>
                    <a:cubicBezTo>
                      <a:pt x="13" y="113"/>
                      <a:pt x="21" y="118"/>
                      <a:pt x="29" y="123"/>
                    </a:cubicBezTo>
                    <a:lnTo>
                      <a:pt x="30" y="124"/>
                    </a:lnTo>
                    <a:lnTo>
                      <a:pt x="29" y="125"/>
                    </a:lnTo>
                    <a:cubicBezTo>
                      <a:pt x="28" y="135"/>
                      <a:pt x="28" y="145"/>
                      <a:pt x="30" y="155"/>
                    </a:cubicBezTo>
                    <a:lnTo>
                      <a:pt x="30" y="156"/>
                    </a:lnTo>
                    <a:lnTo>
                      <a:pt x="29" y="157"/>
                    </a:lnTo>
                    <a:cubicBezTo>
                      <a:pt x="22" y="163"/>
                      <a:pt x="15" y="168"/>
                      <a:pt x="7" y="174"/>
                    </a:cubicBezTo>
                    <a:lnTo>
                      <a:pt x="3" y="177"/>
                    </a:lnTo>
                    <a:lnTo>
                      <a:pt x="4" y="172"/>
                    </a:lnTo>
                    <a:lnTo>
                      <a:pt x="4" y="170"/>
                    </a:lnTo>
                    <a:lnTo>
                      <a:pt x="6" y="165"/>
                    </a:lnTo>
                    <a:lnTo>
                      <a:pt x="8" y="170"/>
                    </a:lnTo>
                    <a:cubicBezTo>
                      <a:pt x="14" y="184"/>
                      <a:pt x="20" y="197"/>
                      <a:pt x="26" y="211"/>
                    </a:cubicBezTo>
                    <a:lnTo>
                      <a:pt x="29" y="216"/>
                    </a:lnTo>
                    <a:lnTo>
                      <a:pt x="24" y="214"/>
                    </a:lnTo>
                    <a:lnTo>
                      <a:pt x="22" y="213"/>
                    </a:lnTo>
                    <a:lnTo>
                      <a:pt x="18" y="211"/>
                    </a:lnTo>
                    <a:lnTo>
                      <a:pt x="23" y="209"/>
                    </a:lnTo>
                    <a:cubicBezTo>
                      <a:pt x="32" y="208"/>
                      <a:pt x="41" y="206"/>
                      <a:pt x="50" y="204"/>
                    </a:cubicBezTo>
                    <a:lnTo>
                      <a:pt x="52" y="204"/>
                    </a:lnTo>
                    <a:lnTo>
                      <a:pt x="52" y="205"/>
                    </a:lnTo>
                    <a:cubicBezTo>
                      <a:pt x="58" y="213"/>
                      <a:pt x="66" y="220"/>
                      <a:pt x="74" y="225"/>
                    </a:cubicBezTo>
                    <a:lnTo>
                      <a:pt x="75" y="226"/>
                    </a:lnTo>
                    <a:lnTo>
                      <a:pt x="75" y="227"/>
                    </a:lnTo>
                    <a:cubicBezTo>
                      <a:pt x="73" y="236"/>
                      <a:pt x="72" y="246"/>
                      <a:pt x="70" y="255"/>
                    </a:cubicBezTo>
                    <a:lnTo>
                      <a:pt x="70" y="260"/>
                    </a:lnTo>
                    <a:lnTo>
                      <a:pt x="67" y="255"/>
                    </a:lnTo>
                    <a:lnTo>
                      <a:pt x="66" y="255"/>
                    </a:lnTo>
                    <a:lnTo>
                      <a:pt x="63" y="250"/>
                    </a:lnTo>
                    <a:lnTo>
                      <a:pt x="69" y="252"/>
                    </a:lnTo>
                    <a:cubicBezTo>
                      <a:pt x="83" y="257"/>
                      <a:pt x="97" y="263"/>
                      <a:pt x="111" y="268"/>
                    </a:cubicBezTo>
                    <a:lnTo>
                      <a:pt x="116" y="270"/>
                    </a:lnTo>
                    <a:lnTo>
                      <a:pt x="111" y="272"/>
                    </a:lnTo>
                    <a:lnTo>
                      <a:pt x="110" y="272"/>
                    </a:lnTo>
                    <a:lnTo>
                      <a:pt x="104" y="274"/>
                    </a:lnTo>
                    <a:lnTo>
                      <a:pt x="108" y="269"/>
                    </a:lnTo>
                    <a:cubicBezTo>
                      <a:pt x="113" y="262"/>
                      <a:pt x="118" y="254"/>
                      <a:pt x="123" y="246"/>
                    </a:cubicBezTo>
                    <a:lnTo>
                      <a:pt x="124" y="245"/>
                    </a:lnTo>
                    <a:lnTo>
                      <a:pt x="125" y="246"/>
                    </a:lnTo>
                    <a:cubicBezTo>
                      <a:pt x="130" y="246"/>
                      <a:pt x="136" y="246"/>
                      <a:pt x="141" y="246"/>
                    </a:cubicBezTo>
                    <a:cubicBezTo>
                      <a:pt x="144" y="246"/>
                      <a:pt x="147" y="246"/>
                      <a:pt x="150" y="246"/>
                    </a:cubicBezTo>
                    <a:lnTo>
                      <a:pt x="154" y="245"/>
                    </a:lnTo>
                    <a:lnTo>
                      <a:pt x="154" y="245"/>
                    </a:lnTo>
                    <a:lnTo>
                      <a:pt x="155" y="245"/>
                    </a:lnTo>
                    <a:lnTo>
                      <a:pt x="155" y="245"/>
                    </a:lnTo>
                    <a:cubicBezTo>
                      <a:pt x="156" y="245"/>
                      <a:pt x="157" y="248"/>
                      <a:pt x="156" y="248"/>
                    </a:cubicBezTo>
                    <a:lnTo>
                      <a:pt x="156" y="248"/>
                    </a:lnTo>
                    <a:lnTo>
                      <a:pt x="156" y="248"/>
                    </a:lnTo>
                    <a:lnTo>
                      <a:pt x="155" y="249"/>
                    </a:lnTo>
                    <a:cubicBezTo>
                      <a:pt x="154" y="249"/>
                      <a:pt x="153" y="250"/>
                      <a:pt x="153" y="250"/>
                    </a:cubicBezTo>
                    <a:lnTo>
                      <a:pt x="151" y="250"/>
                    </a:lnTo>
                    <a:cubicBezTo>
                      <a:pt x="142" y="251"/>
                      <a:pt x="133" y="251"/>
                      <a:pt x="125" y="250"/>
                    </a:cubicBezTo>
                    <a:lnTo>
                      <a:pt x="118" y="250"/>
                    </a:lnTo>
                    <a:lnTo>
                      <a:pt x="124" y="247"/>
                    </a:lnTo>
                    <a:lnTo>
                      <a:pt x="125" y="246"/>
                    </a:lnTo>
                    <a:lnTo>
                      <a:pt x="131" y="243"/>
                    </a:lnTo>
                    <a:lnTo>
                      <a:pt x="127" y="249"/>
                    </a:lnTo>
                    <a:cubicBezTo>
                      <a:pt x="122" y="257"/>
                      <a:pt x="117" y="265"/>
                      <a:pt x="112" y="273"/>
                    </a:cubicBezTo>
                    <a:lnTo>
                      <a:pt x="111" y="274"/>
                    </a:lnTo>
                    <a:lnTo>
                      <a:pt x="109" y="273"/>
                    </a:lnTo>
                    <a:cubicBezTo>
                      <a:pt x="95" y="268"/>
                      <a:pt x="80" y="262"/>
                      <a:pt x="66" y="257"/>
                    </a:cubicBezTo>
                    <a:lnTo>
                      <a:pt x="65" y="256"/>
                    </a:lnTo>
                    <a:lnTo>
                      <a:pt x="65" y="255"/>
                    </a:lnTo>
                    <a:cubicBezTo>
                      <a:pt x="66" y="245"/>
                      <a:pt x="68" y="236"/>
                      <a:pt x="69" y="227"/>
                    </a:cubicBezTo>
                    <a:lnTo>
                      <a:pt x="70" y="220"/>
                    </a:lnTo>
                    <a:lnTo>
                      <a:pt x="73" y="227"/>
                    </a:lnTo>
                    <a:lnTo>
                      <a:pt x="73" y="227"/>
                    </a:lnTo>
                    <a:lnTo>
                      <a:pt x="76" y="234"/>
                    </a:lnTo>
                    <a:lnTo>
                      <a:pt x="70" y="230"/>
                    </a:lnTo>
                    <a:cubicBezTo>
                      <a:pt x="62" y="224"/>
                      <a:pt x="54" y="216"/>
                      <a:pt x="48" y="209"/>
                    </a:cubicBezTo>
                    <a:lnTo>
                      <a:pt x="44" y="204"/>
                    </a:lnTo>
                    <a:lnTo>
                      <a:pt x="50" y="206"/>
                    </a:lnTo>
                    <a:lnTo>
                      <a:pt x="51" y="206"/>
                    </a:lnTo>
                    <a:lnTo>
                      <a:pt x="58" y="209"/>
                    </a:lnTo>
                    <a:lnTo>
                      <a:pt x="51" y="210"/>
                    </a:lnTo>
                    <a:cubicBezTo>
                      <a:pt x="41" y="212"/>
                      <a:pt x="32" y="214"/>
                      <a:pt x="23" y="215"/>
                    </a:cubicBezTo>
                    <a:lnTo>
                      <a:pt x="22" y="216"/>
                    </a:lnTo>
                    <a:lnTo>
                      <a:pt x="21" y="214"/>
                    </a:lnTo>
                    <a:cubicBezTo>
                      <a:pt x="15" y="200"/>
                      <a:pt x="8" y="185"/>
                      <a:pt x="2" y="172"/>
                    </a:cubicBezTo>
                    <a:lnTo>
                      <a:pt x="2" y="170"/>
                    </a:lnTo>
                    <a:lnTo>
                      <a:pt x="3" y="169"/>
                    </a:lnTo>
                    <a:cubicBezTo>
                      <a:pt x="11" y="163"/>
                      <a:pt x="18" y="158"/>
                      <a:pt x="25" y="152"/>
                    </a:cubicBezTo>
                    <a:lnTo>
                      <a:pt x="31" y="148"/>
                    </a:lnTo>
                    <a:lnTo>
                      <a:pt x="28" y="155"/>
                    </a:lnTo>
                    <a:lnTo>
                      <a:pt x="28" y="156"/>
                    </a:lnTo>
                    <a:lnTo>
                      <a:pt x="25" y="162"/>
                    </a:lnTo>
                    <a:lnTo>
                      <a:pt x="24" y="155"/>
                    </a:lnTo>
                    <a:cubicBezTo>
                      <a:pt x="22" y="145"/>
                      <a:pt x="22" y="134"/>
                      <a:pt x="23" y="125"/>
                    </a:cubicBezTo>
                    <a:lnTo>
                      <a:pt x="24" y="118"/>
                    </a:lnTo>
                    <a:lnTo>
                      <a:pt x="27" y="125"/>
                    </a:lnTo>
                    <a:lnTo>
                      <a:pt x="28" y="126"/>
                    </a:lnTo>
                    <a:lnTo>
                      <a:pt x="30" y="132"/>
                    </a:lnTo>
                    <a:lnTo>
                      <a:pt x="25" y="128"/>
                    </a:lnTo>
                    <a:cubicBezTo>
                      <a:pt x="17" y="123"/>
                      <a:pt x="9" y="117"/>
                      <a:pt x="1" y="112"/>
                    </a:cubicBezTo>
                    <a:lnTo>
                      <a:pt x="0" y="112"/>
                    </a:lnTo>
                    <a:lnTo>
                      <a:pt x="1" y="110"/>
                    </a:lnTo>
                    <a:cubicBezTo>
                      <a:pt x="6" y="95"/>
                      <a:pt x="12" y="80"/>
                      <a:pt x="18" y="66"/>
                    </a:cubicBezTo>
                    <a:lnTo>
                      <a:pt x="18" y="65"/>
                    </a:lnTo>
                    <a:lnTo>
                      <a:pt x="20" y="65"/>
                    </a:lnTo>
                    <a:cubicBezTo>
                      <a:pt x="29" y="66"/>
                      <a:pt x="39" y="68"/>
                      <a:pt x="48" y="69"/>
                    </a:cubicBezTo>
                    <a:lnTo>
                      <a:pt x="54" y="70"/>
                    </a:lnTo>
                    <a:lnTo>
                      <a:pt x="48" y="73"/>
                    </a:lnTo>
                    <a:lnTo>
                      <a:pt x="47" y="73"/>
                    </a:lnTo>
                    <a:lnTo>
                      <a:pt x="41" y="76"/>
                    </a:lnTo>
                    <a:lnTo>
                      <a:pt x="44" y="70"/>
                    </a:lnTo>
                    <a:cubicBezTo>
                      <a:pt x="51" y="62"/>
                      <a:pt x="58" y="54"/>
                      <a:pt x="65" y="48"/>
                    </a:cubicBezTo>
                    <a:lnTo>
                      <a:pt x="70" y="44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5" y="58"/>
                    </a:lnTo>
                    <a:lnTo>
                      <a:pt x="64" y="51"/>
                    </a:lnTo>
                    <a:cubicBezTo>
                      <a:pt x="62" y="42"/>
                      <a:pt x="60" y="32"/>
                      <a:pt x="59" y="24"/>
                    </a:cubicBezTo>
                    <a:lnTo>
                      <a:pt x="58" y="22"/>
                    </a:lnTo>
                    <a:lnTo>
                      <a:pt x="60" y="22"/>
                    </a:lnTo>
                    <a:cubicBezTo>
                      <a:pt x="75" y="15"/>
                      <a:pt x="90" y="8"/>
                      <a:pt x="103" y="2"/>
                    </a:cubicBezTo>
                    <a:lnTo>
                      <a:pt x="104" y="2"/>
                    </a:lnTo>
                    <a:lnTo>
                      <a:pt x="105" y="3"/>
                    </a:lnTo>
                    <a:cubicBezTo>
                      <a:pt x="111" y="11"/>
                      <a:pt x="117" y="19"/>
                      <a:pt x="122" y="26"/>
                    </a:cubicBezTo>
                    <a:lnTo>
                      <a:pt x="126" y="31"/>
                    </a:lnTo>
                    <a:lnTo>
                      <a:pt x="120" y="28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8" y="27"/>
                    </a:lnTo>
                    <a:lnTo>
                      <a:pt x="119" y="24"/>
                    </a:lnTo>
                    <a:cubicBezTo>
                      <a:pt x="120" y="24"/>
                      <a:pt x="120" y="24"/>
                      <a:pt x="120" y="25"/>
                    </a:cubicBezTo>
                    <a:lnTo>
                      <a:pt x="120" y="25"/>
                    </a:lnTo>
                    <a:lnTo>
                      <a:pt x="120" y="25"/>
                    </a:lnTo>
                    <a:lnTo>
                      <a:pt x="120" y="25"/>
                    </a:lnTo>
                    <a:cubicBezTo>
                      <a:pt x="120" y="25"/>
                      <a:pt x="120" y="24"/>
                      <a:pt x="120" y="25"/>
                    </a:cubicBezTo>
                    <a:lnTo>
                      <a:pt x="119" y="27"/>
                    </a:lnTo>
                    <a:lnTo>
                      <a:pt x="119" y="27"/>
                    </a:lnTo>
                    <a:lnTo>
                      <a:pt x="119" y="28"/>
                    </a:lnTo>
                    <a:lnTo>
                      <a:pt x="119" y="28"/>
                    </a:lnTo>
                    <a:lnTo>
                      <a:pt x="114" y="26"/>
                    </a:lnTo>
                    <a:lnTo>
                      <a:pt x="119" y="25"/>
                    </a:lnTo>
                    <a:lnTo>
                      <a:pt x="119" y="25"/>
                    </a:lnTo>
                    <a:cubicBezTo>
                      <a:pt x="129" y="23"/>
                      <a:pt x="140" y="23"/>
                      <a:pt x="149" y="24"/>
                    </a:cubicBezTo>
                    <a:lnTo>
                      <a:pt x="155" y="24"/>
                    </a:lnTo>
                    <a:lnTo>
                      <a:pt x="150" y="27"/>
                    </a:lnTo>
                    <a:lnTo>
                      <a:pt x="148" y="28"/>
                    </a:lnTo>
                    <a:lnTo>
                      <a:pt x="143" y="30"/>
                    </a:lnTo>
                    <a:lnTo>
                      <a:pt x="146" y="25"/>
                    </a:lnTo>
                    <a:cubicBezTo>
                      <a:pt x="152" y="17"/>
                      <a:pt x="157" y="9"/>
                      <a:pt x="162" y="2"/>
                    </a:cubicBezTo>
                    <a:lnTo>
                      <a:pt x="163" y="0"/>
                    </a:lnTo>
                    <a:lnTo>
                      <a:pt x="164" y="1"/>
                    </a:lnTo>
                    <a:cubicBezTo>
                      <a:pt x="179" y="7"/>
                      <a:pt x="195" y="13"/>
                      <a:pt x="208" y="18"/>
                    </a:cubicBezTo>
                    <a:lnTo>
                      <a:pt x="209" y="18"/>
                    </a:lnTo>
                    <a:lnTo>
                      <a:pt x="209" y="20"/>
                    </a:lnTo>
                    <a:cubicBezTo>
                      <a:pt x="208" y="30"/>
                      <a:pt x="206" y="39"/>
                      <a:pt x="205" y="48"/>
                    </a:cubicBezTo>
                    <a:lnTo>
                      <a:pt x="204" y="53"/>
                    </a:lnTo>
                    <a:lnTo>
                      <a:pt x="202" y="48"/>
                    </a:lnTo>
                    <a:lnTo>
                      <a:pt x="201" y="47"/>
                    </a:lnTo>
                    <a:lnTo>
                      <a:pt x="199" y="42"/>
                    </a:lnTo>
                    <a:lnTo>
                      <a:pt x="204" y="45"/>
                    </a:lnTo>
                    <a:cubicBezTo>
                      <a:pt x="212" y="51"/>
                      <a:pt x="220" y="59"/>
                      <a:pt x="226" y="66"/>
                    </a:cubicBezTo>
                    <a:lnTo>
                      <a:pt x="229" y="70"/>
                    </a:lnTo>
                    <a:lnTo>
                      <a:pt x="224" y="68"/>
                    </a:lnTo>
                    <a:lnTo>
                      <a:pt x="223" y="68"/>
                    </a:lnTo>
                    <a:lnTo>
                      <a:pt x="218" y="66"/>
                    </a:lnTo>
                    <a:lnTo>
                      <a:pt x="223" y="65"/>
                    </a:lnTo>
                    <a:cubicBezTo>
                      <a:pt x="233" y="63"/>
                      <a:pt x="242" y="61"/>
                      <a:pt x="251" y="60"/>
                    </a:cubicBezTo>
                    <a:lnTo>
                      <a:pt x="252" y="59"/>
                    </a:lnTo>
                    <a:lnTo>
                      <a:pt x="252" y="60"/>
                    </a:lnTo>
                    <a:cubicBezTo>
                      <a:pt x="259" y="75"/>
                      <a:pt x="265" y="90"/>
                      <a:pt x="271" y="103"/>
                    </a:cubicBezTo>
                    <a:lnTo>
                      <a:pt x="272" y="104"/>
                    </a:lnTo>
                    <a:lnTo>
                      <a:pt x="271" y="105"/>
                    </a:lnTo>
                    <a:cubicBezTo>
                      <a:pt x="263" y="111"/>
                      <a:pt x="255" y="117"/>
                      <a:pt x="248" y="122"/>
                    </a:cubicBezTo>
                    <a:lnTo>
                      <a:pt x="244" y="125"/>
                    </a:lnTo>
                    <a:lnTo>
                      <a:pt x="246" y="120"/>
                    </a:lnTo>
                    <a:lnTo>
                      <a:pt x="246" y="119"/>
                    </a:lnTo>
                    <a:lnTo>
                      <a:pt x="248" y="115"/>
                    </a:lnTo>
                    <a:lnTo>
                      <a:pt x="249" y="120"/>
                    </a:lnTo>
                    <a:cubicBezTo>
                      <a:pt x="251" y="130"/>
                      <a:pt x="251" y="141"/>
                      <a:pt x="250" y="150"/>
                    </a:cubicBezTo>
                    <a:lnTo>
                      <a:pt x="249" y="154"/>
                    </a:lnTo>
                    <a:lnTo>
                      <a:pt x="247" y="150"/>
                    </a:lnTo>
                    <a:lnTo>
                      <a:pt x="247" y="149"/>
                    </a:lnTo>
                    <a:lnTo>
                      <a:pt x="245" y="145"/>
                    </a:lnTo>
                    <a:lnTo>
                      <a:pt x="248" y="147"/>
                    </a:lnTo>
                    <a:cubicBezTo>
                      <a:pt x="257" y="153"/>
                      <a:pt x="265" y="158"/>
                      <a:pt x="272" y="163"/>
                    </a:cubicBezTo>
                    <a:lnTo>
                      <a:pt x="273" y="164"/>
                    </a:lnTo>
                    <a:lnTo>
                      <a:pt x="272" y="165"/>
                    </a:lnTo>
                    <a:cubicBezTo>
                      <a:pt x="266" y="180"/>
                      <a:pt x="260" y="194"/>
                      <a:pt x="255" y="208"/>
                    </a:cubicBezTo>
                    <a:lnTo>
                      <a:pt x="255" y="209"/>
                    </a:lnTo>
                    <a:lnTo>
                      <a:pt x="254" y="209"/>
                    </a:lnTo>
                    <a:cubicBezTo>
                      <a:pt x="244" y="207"/>
                      <a:pt x="235" y="206"/>
                      <a:pt x="226" y="204"/>
                    </a:cubicBezTo>
                    <a:lnTo>
                      <a:pt x="223" y="204"/>
                    </a:lnTo>
                    <a:lnTo>
                      <a:pt x="226" y="203"/>
                    </a:lnTo>
                    <a:lnTo>
                      <a:pt x="227" y="202"/>
                    </a:lnTo>
                    <a:lnTo>
                      <a:pt x="230" y="201"/>
                    </a:lnTo>
                    <a:lnTo>
                      <a:pt x="228" y="204"/>
                    </a:lnTo>
                    <a:cubicBezTo>
                      <a:pt x="222" y="212"/>
                      <a:pt x="215" y="219"/>
                      <a:pt x="207" y="225"/>
                    </a:cubicBezTo>
                    <a:lnTo>
                      <a:pt x="205" y="227"/>
                    </a:lnTo>
                    <a:lnTo>
                      <a:pt x="206" y="224"/>
                    </a:lnTo>
                    <a:lnTo>
                      <a:pt x="206" y="224"/>
                    </a:lnTo>
                    <a:lnTo>
                      <a:pt x="207" y="221"/>
                    </a:lnTo>
                    <a:lnTo>
                      <a:pt x="208" y="224"/>
                    </a:lnTo>
                    <a:cubicBezTo>
                      <a:pt x="210" y="234"/>
                      <a:pt x="211" y="243"/>
                      <a:pt x="213" y="251"/>
                    </a:cubicBezTo>
                    <a:lnTo>
                      <a:pt x="213" y="252"/>
                    </a:lnTo>
                    <a:lnTo>
                      <a:pt x="213" y="252"/>
                    </a:lnTo>
                    <a:cubicBezTo>
                      <a:pt x="195" y="259"/>
                      <a:pt x="181" y="265"/>
                      <a:pt x="170" y="270"/>
                    </a:cubicBezTo>
                    <a:lnTo>
                      <a:pt x="170" y="270"/>
                    </a:lnTo>
                    <a:lnTo>
                      <a:pt x="170" y="270"/>
                    </a:lnTo>
                    <a:cubicBezTo>
                      <a:pt x="165" y="263"/>
                      <a:pt x="161" y="257"/>
                      <a:pt x="158" y="253"/>
                    </a:cubicBezTo>
                    <a:cubicBezTo>
                      <a:pt x="157" y="251"/>
                      <a:pt x="156" y="250"/>
                      <a:pt x="155" y="249"/>
                    </a:cubicBezTo>
                    <a:cubicBezTo>
                      <a:pt x="154" y="248"/>
                      <a:pt x="154" y="247"/>
                      <a:pt x="154" y="24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5" name="Google Shape;365;p9"/>
            <p:cNvSpPr/>
            <p:nvPr/>
          </p:nvSpPr>
          <p:spPr>
            <a:xfrm>
              <a:off x="8544623" y="-451649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7816037" y="4709575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18"/>
          <p:cNvSpPr txBox="1">
            <a:spLocks noGrp="1"/>
          </p:cNvSpPr>
          <p:nvPr>
            <p:ph type="subTitle" idx="1"/>
          </p:nvPr>
        </p:nvSpPr>
        <p:spPr>
          <a:xfrm>
            <a:off x="725756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18"/>
          <p:cNvSpPr txBox="1">
            <a:spLocks noGrp="1"/>
          </p:cNvSpPr>
          <p:nvPr>
            <p:ph type="subTitle" idx="2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18"/>
          <p:cNvSpPr txBox="1">
            <a:spLocks noGrp="1"/>
          </p:cNvSpPr>
          <p:nvPr>
            <p:ph type="subTitle" idx="3"/>
          </p:nvPr>
        </p:nvSpPr>
        <p:spPr>
          <a:xfrm>
            <a:off x="725756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18"/>
          <p:cNvSpPr txBox="1">
            <a:spLocks noGrp="1"/>
          </p:cNvSpPr>
          <p:nvPr>
            <p:ph type="subTitle" idx="4"/>
          </p:nvPr>
        </p:nvSpPr>
        <p:spPr>
          <a:xfrm>
            <a:off x="35790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18"/>
          <p:cNvSpPr txBox="1">
            <a:spLocks noGrp="1"/>
          </p:cNvSpPr>
          <p:nvPr>
            <p:ph type="subTitle" idx="5"/>
          </p:nvPr>
        </p:nvSpPr>
        <p:spPr>
          <a:xfrm>
            <a:off x="64322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18"/>
          <p:cNvSpPr txBox="1">
            <a:spLocks noGrp="1"/>
          </p:cNvSpPr>
          <p:nvPr>
            <p:ph type="subTitle" idx="6"/>
          </p:nvPr>
        </p:nvSpPr>
        <p:spPr>
          <a:xfrm>
            <a:off x="64322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18"/>
          <p:cNvSpPr txBox="1">
            <a:spLocks noGrp="1"/>
          </p:cNvSpPr>
          <p:nvPr>
            <p:ph type="subTitle" idx="7"/>
          </p:nvPr>
        </p:nvSpPr>
        <p:spPr>
          <a:xfrm>
            <a:off x="729656" y="11364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3" name="Google Shape;633;p18"/>
          <p:cNvSpPr txBox="1">
            <a:spLocks noGrp="1"/>
          </p:cNvSpPr>
          <p:nvPr>
            <p:ph type="subTitle" idx="8"/>
          </p:nvPr>
        </p:nvSpPr>
        <p:spPr>
          <a:xfrm>
            <a:off x="3582900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4" name="Google Shape;634;p18"/>
          <p:cNvSpPr txBox="1">
            <a:spLocks noGrp="1"/>
          </p:cNvSpPr>
          <p:nvPr>
            <p:ph type="subTitle" idx="9"/>
          </p:nvPr>
        </p:nvSpPr>
        <p:spPr>
          <a:xfrm>
            <a:off x="6436144" y="11364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5" name="Google Shape;635;p18"/>
          <p:cNvSpPr txBox="1">
            <a:spLocks noGrp="1"/>
          </p:cNvSpPr>
          <p:nvPr>
            <p:ph type="subTitle" idx="13"/>
          </p:nvPr>
        </p:nvSpPr>
        <p:spPr>
          <a:xfrm>
            <a:off x="725756" y="29220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6" name="Google Shape;636;p18"/>
          <p:cNvSpPr txBox="1">
            <a:spLocks noGrp="1"/>
          </p:cNvSpPr>
          <p:nvPr>
            <p:ph type="subTitle" idx="14"/>
          </p:nvPr>
        </p:nvSpPr>
        <p:spPr>
          <a:xfrm>
            <a:off x="3582900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637" name="Google Shape;637;p18"/>
          <p:cNvSpPr txBox="1">
            <a:spLocks noGrp="1"/>
          </p:cNvSpPr>
          <p:nvPr>
            <p:ph type="subTitle" idx="15"/>
          </p:nvPr>
        </p:nvSpPr>
        <p:spPr>
          <a:xfrm>
            <a:off x="6436144" y="29220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638" name="Google Shape;638;p18"/>
          <p:cNvGrpSpPr/>
          <p:nvPr/>
        </p:nvGrpSpPr>
        <p:grpSpPr>
          <a:xfrm>
            <a:off x="-467813" y="917813"/>
            <a:ext cx="9747761" cy="3844264"/>
            <a:chOff x="-467813" y="917813"/>
            <a:chExt cx="9747761" cy="3844264"/>
          </a:xfrm>
        </p:grpSpPr>
        <p:sp>
          <p:nvSpPr>
            <p:cNvPr id="639" name="Google Shape;639;p18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0" name="Google Shape;640;p18"/>
            <p:cNvGrpSpPr/>
            <p:nvPr/>
          </p:nvGrpSpPr>
          <p:grpSpPr>
            <a:xfrm>
              <a:off x="8862698" y="4022921"/>
              <a:ext cx="417250" cy="417248"/>
              <a:chOff x="8892173" y="3448146"/>
              <a:chExt cx="417250" cy="417248"/>
            </a:xfrm>
          </p:grpSpPr>
          <p:sp>
            <p:nvSpPr>
              <p:cNvPr id="641" name="Google Shape;641;p18"/>
              <p:cNvSpPr/>
              <p:nvPr/>
            </p:nvSpPr>
            <p:spPr>
              <a:xfrm>
                <a:off x="9019717" y="3581155"/>
                <a:ext cx="154874" cy="15305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4" extrusionOk="0">
                    <a:moveTo>
                      <a:pt x="59" y="80"/>
                    </a:moveTo>
                    <a:cubicBezTo>
                      <a:pt x="59" y="80"/>
                      <a:pt x="59" y="81"/>
                      <a:pt x="57" y="81"/>
                    </a:cubicBezTo>
                    <a:cubicBezTo>
                      <a:pt x="56" y="82"/>
                      <a:pt x="53" y="83"/>
                      <a:pt x="50" y="84"/>
                    </a:cubicBezTo>
                    <a:cubicBezTo>
                      <a:pt x="44" y="85"/>
                      <a:pt x="33" y="85"/>
                      <a:pt x="23" y="80"/>
                    </a:cubicBezTo>
                    <a:cubicBezTo>
                      <a:pt x="12" y="74"/>
                      <a:pt x="2" y="62"/>
                      <a:pt x="0" y="46"/>
                    </a:cubicBezTo>
                    <a:cubicBezTo>
                      <a:pt x="0" y="38"/>
                      <a:pt x="1" y="29"/>
                      <a:pt x="6" y="22"/>
                    </a:cubicBezTo>
                    <a:cubicBezTo>
                      <a:pt x="10" y="14"/>
                      <a:pt x="17" y="8"/>
                      <a:pt x="25" y="4"/>
                    </a:cubicBezTo>
                    <a:cubicBezTo>
                      <a:pt x="34" y="0"/>
                      <a:pt x="43" y="-1"/>
                      <a:pt x="52" y="1"/>
                    </a:cubicBezTo>
                    <a:cubicBezTo>
                      <a:pt x="60" y="3"/>
                      <a:pt x="68" y="7"/>
                      <a:pt x="73" y="13"/>
                    </a:cubicBezTo>
                    <a:cubicBezTo>
                      <a:pt x="85" y="25"/>
                      <a:pt x="87" y="41"/>
                      <a:pt x="84" y="52"/>
                    </a:cubicBezTo>
                    <a:cubicBezTo>
                      <a:pt x="81" y="64"/>
                      <a:pt x="74" y="72"/>
                      <a:pt x="68" y="75"/>
                    </a:cubicBezTo>
                    <a:cubicBezTo>
                      <a:pt x="66" y="77"/>
                      <a:pt x="64" y="79"/>
                      <a:pt x="62" y="79"/>
                    </a:cubicBezTo>
                    <a:cubicBezTo>
                      <a:pt x="60" y="80"/>
                      <a:pt x="59" y="80"/>
                      <a:pt x="59" y="80"/>
                    </a:cubicBezTo>
                    <a:cubicBezTo>
                      <a:pt x="59" y="80"/>
                      <a:pt x="63" y="79"/>
                      <a:pt x="68" y="74"/>
                    </a:cubicBezTo>
                    <a:cubicBezTo>
                      <a:pt x="72" y="70"/>
                      <a:pt x="79" y="63"/>
                      <a:pt x="81" y="52"/>
                    </a:cubicBezTo>
                    <a:cubicBezTo>
                      <a:pt x="84" y="41"/>
                      <a:pt x="82" y="26"/>
                      <a:pt x="71" y="15"/>
                    </a:cubicBezTo>
                    <a:cubicBezTo>
                      <a:pt x="66" y="10"/>
                      <a:pt x="59" y="6"/>
                      <a:pt x="51" y="4"/>
                    </a:cubicBezTo>
                    <a:cubicBezTo>
                      <a:pt x="43" y="3"/>
                      <a:pt x="35" y="4"/>
                      <a:pt x="27" y="7"/>
                    </a:cubicBezTo>
                    <a:cubicBezTo>
                      <a:pt x="19" y="10"/>
                      <a:pt x="13" y="16"/>
                      <a:pt x="9" y="23"/>
                    </a:cubicBezTo>
                    <a:cubicBezTo>
                      <a:pt x="5" y="30"/>
                      <a:pt x="3" y="38"/>
                      <a:pt x="4" y="45"/>
                    </a:cubicBezTo>
                    <a:cubicBezTo>
                      <a:pt x="4" y="60"/>
                      <a:pt x="14" y="72"/>
                      <a:pt x="24" y="78"/>
                    </a:cubicBezTo>
                    <a:cubicBezTo>
                      <a:pt x="34" y="83"/>
                      <a:pt x="43" y="83"/>
                      <a:pt x="50" y="82"/>
                    </a:cubicBezTo>
                    <a:cubicBezTo>
                      <a:pt x="56" y="81"/>
                      <a:pt x="59" y="80"/>
                      <a:pt x="59" y="8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8"/>
              <p:cNvSpPr/>
              <p:nvPr/>
            </p:nvSpPr>
            <p:spPr>
              <a:xfrm>
                <a:off x="8892173" y="3448146"/>
                <a:ext cx="417250" cy="41724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229" extrusionOk="0">
                    <a:moveTo>
                      <a:pt x="129" y="208"/>
                    </a:moveTo>
                    <a:cubicBezTo>
                      <a:pt x="129" y="208"/>
                      <a:pt x="130" y="208"/>
                      <a:pt x="130" y="209"/>
                    </a:cubicBezTo>
                    <a:cubicBezTo>
                      <a:pt x="131" y="210"/>
                      <a:pt x="132" y="211"/>
                      <a:pt x="133" y="212"/>
                    </a:cubicBezTo>
                    <a:cubicBezTo>
                      <a:pt x="135" y="216"/>
                      <a:pt x="139" y="220"/>
                      <a:pt x="143" y="226"/>
                    </a:cubicBezTo>
                    <a:lnTo>
                      <a:pt x="143" y="226"/>
                    </a:lnTo>
                    <a:cubicBezTo>
                      <a:pt x="152" y="222"/>
                      <a:pt x="163" y="217"/>
                      <a:pt x="178" y="210"/>
                    </a:cubicBezTo>
                    <a:lnTo>
                      <a:pt x="177" y="211"/>
                    </a:lnTo>
                    <a:cubicBezTo>
                      <a:pt x="176" y="204"/>
                      <a:pt x="174" y="197"/>
                      <a:pt x="172" y="189"/>
                    </a:cubicBezTo>
                    <a:lnTo>
                      <a:pt x="172" y="188"/>
                    </a:lnTo>
                    <a:lnTo>
                      <a:pt x="173" y="188"/>
                    </a:lnTo>
                    <a:cubicBezTo>
                      <a:pt x="179" y="183"/>
                      <a:pt x="185" y="177"/>
                      <a:pt x="190" y="170"/>
                    </a:cubicBezTo>
                    <a:lnTo>
                      <a:pt x="190" y="169"/>
                    </a:lnTo>
                    <a:lnTo>
                      <a:pt x="191" y="169"/>
                    </a:lnTo>
                    <a:cubicBezTo>
                      <a:pt x="198" y="170"/>
                      <a:pt x="205" y="171"/>
                      <a:pt x="213" y="172"/>
                    </a:cubicBezTo>
                    <a:lnTo>
                      <a:pt x="212" y="173"/>
                    </a:lnTo>
                    <a:cubicBezTo>
                      <a:pt x="216" y="162"/>
                      <a:pt x="221" y="150"/>
                      <a:pt x="226" y="138"/>
                    </a:cubicBezTo>
                    <a:lnTo>
                      <a:pt x="226" y="139"/>
                    </a:lnTo>
                    <a:cubicBezTo>
                      <a:pt x="220" y="135"/>
                      <a:pt x="214" y="131"/>
                      <a:pt x="207" y="126"/>
                    </a:cubicBezTo>
                    <a:lnTo>
                      <a:pt x="206" y="126"/>
                    </a:lnTo>
                    <a:lnTo>
                      <a:pt x="206" y="125"/>
                    </a:lnTo>
                    <a:cubicBezTo>
                      <a:pt x="207" y="117"/>
                      <a:pt x="207" y="109"/>
                      <a:pt x="206" y="101"/>
                    </a:cubicBezTo>
                    <a:lnTo>
                      <a:pt x="206" y="100"/>
                    </a:lnTo>
                    <a:lnTo>
                      <a:pt x="206" y="99"/>
                    </a:lnTo>
                    <a:cubicBezTo>
                      <a:pt x="212" y="95"/>
                      <a:pt x="218" y="90"/>
                      <a:pt x="225" y="85"/>
                    </a:cubicBezTo>
                    <a:lnTo>
                      <a:pt x="224" y="87"/>
                    </a:lnTo>
                    <a:cubicBezTo>
                      <a:pt x="220" y="76"/>
                      <a:pt x="214" y="64"/>
                      <a:pt x="209" y="52"/>
                    </a:cubicBezTo>
                    <a:lnTo>
                      <a:pt x="211" y="53"/>
                    </a:lnTo>
                    <a:cubicBezTo>
                      <a:pt x="204" y="55"/>
                      <a:pt x="196" y="56"/>
                      <a:pt x="188" y="58"/>
                    </a:cubicBezTo>
                    <a:lnTo>
                      <a:pt x="187" y="58"/>
                    </a:lnTo>
                    <a:lnTo>
                      <a:pt x="187" y="57"/>
                    </a:lnTo>
                    <a:cubicBezTo>
                      <a:pt x="182" y="51"/>
                      <a:pt x="176" y="45"/>
                      <a:pt x="169" y="40"/>
                    </a:cubicBezTo>
                    <a:lnTo>
                      <a:pt x="168" y="40"/>
                    </a:lnTo>
                    <a:lnTo>
                      <a:pt x="168" y="39"/>
                    </a:lnTo>
                    <a:cubicBezTo>
                      <a:pt x="169" y="32"/>
                      <a:pt x="170" y="24"/>
                      <a:pt x="171" y="16"/>
                    </a:cubicBezTo>
                    <a:lnTo>
                      <a:pt x="172" y="18"/>
                    </a:lnTo>
                    <a:cubicBezTo>
                      <a:pt x="161" y="13"/>
                      <a:pt x="149" y="9"/>
                      <a:pt x="137" y="4"/>
                    </a:cubicBezTo>
                    <a:lnTo>
                      <a:pt x="139" y="3"/>
                    </a:lnTo>
                    <a:cubicBezTo>
                      <a:pt x="135" y="9"/>
                      <a:pt x="130" y="16"/>
                      <a:pt x="126" y="23"/>
                    </a:cubicBezTo>
                    <a:lnTo>
                      <a:pt x="125" y="23"/>
                    </a:lnTo>
                    <a:lnTo>
                      <a:pt x="124" y="23"/>
                    </a:lnTo>
                    <a:cubicBezTo>
                      <a:pt x="117" y="22"/>
                      <a:pt x="108" y="23"/>
                      <a:pt x="100" y="24"/>
                    </a:cubicBezTo>
                    <a:lnTo>
                      <a:pt x="100" y="24"/>
                    </a:lnTo>
                    <a:cubicBezTo>
                      <a:pt x="99" y="24"/>
                      <a:pt x="102" y="24"/>
                      <a:pt x="98" y="23"/>
                    </a:cubicBez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8" y="23"/>
                    </a:lnTo>
                    <a:lnTo>
                      <a:pt x="97" y="22"/>
                    </a:lnTo>
                    <a:lnTo>
                      <a:pt x="97" y="21"/>
                    </a:lnTo>
                    <a:lnTo>
                      <a:pt x="95" y="19"/>
                    </a:lnTo>
                    <a:lnTo>
                      <a:pt x="91" y="14"/>
                    </a:lnTo>
                    <a:cubicBezTo>
                      <a:pt x="89" y="11"/>
                      <a:pt x="87" y="8"/>
                      <a:pt x="85" y="5"/>
                    </a:cubicBezTo>
                    <a:lnTo>
                      <a:pt x="87" y="5"/>
                    </a:lnTo>
                    <a:cubicBezTo>
                      <a:pt x="75" y="10"/>
                      <a:pt x="63" y="16"/>
                      <a:pt x="52" y="21"/>
                    </a:cubicBezTo>
                    <a:lnTo>
                      <a:pt x="53" y="19"/>
                    </a:lnTo>
                    <a:cubicBezTo>
                      <a:pt x="54" y="26"/>
                      <a:pt x="56" y="34"/>
                      <a:pt x="57" y="41"/>
                    </a:cubicBezTo>
                    <a:lnTo>
                      <a:pt x="57" y="42"/>
                    </a:lnTo>
                    <a:lnTo>
                      <a:pt x="57" y="43"/>
                    </a:lnTo>
                    <a:cubicBezTo>
                      <a:pt x="50" y="48"/>
                      <a:pt x="44" y="54"/>
                      <a:pt x="40" y="61"/>
                    </a:cubicBezTo>
                    <a:lnTo>
                      <a:pt x="39" y="61"/>
                    </a:lnTo>
                    <a:lnTo>
                      <a:pt x="38" y="61"/>
                    </a:lnTo>
                    <a:cubicBezTo>
                      <a:pt x="30" y="60"/>
                      <a:pt x="23" y="59"/>
                      <a:pt x="15" y="58"/>
                    </a:cubicBezTo>
                    <a:lnTo>
                      <a:pt x="17" y="57"/>
                    </a:lnTo>
                    <a:cubicBezTo>
                      <a:pt x="12" y="69"/>
                      <a:pt x="8" y="81"/>
                      <a:pt x="3" y="93"/>
                    </a:cubicBezTo>
                    <a:lnTo>
                      <a:pt x="3" y="91"/>
                    </a:lnTo>
                    <a:cubicBezTo>
                      <a:pt x="9" y="95"/>
                      <a:pt x="16" y="99"/>
                      <a:pt x="22" y="104"/>
                    </a:cubicBezTo>
                    <a:lnTo>
                      <a:pt x="23" y="104"/>
                    </a:lnTo>
                    <a:lnTo>
                      <a:pt x="22" y="105"/>
                    </a:lnTo>
                    <a:cubicBezTo>
                      <a:pt x="22" y="113"/>
                      <a:pt x="22" y="122"/>
                      <a:pt x="23" y="129"/>
                    </a:cubicBezTo>
                    <a:lnTo>
                      <a:pt x="23" y="130"/>
                    </a:lnTo>
                    <a:lnTo>
                      <a:pt x="22" y="131"/>
                    </a:lnTo>
                    <a:cubicBezTo>
                      <a:pt x="16" y="136"/>
                      <a:pt x="10" y="140"/>
                      <a:pt x="4" y="145"/>
                    </a:cubicBezTo>
                    <a:lnTo>
                      <a:pt x="4" y="143"/>
                    </a:lnTo>
                    <a:cubicBezTo>
                      <a:pt x="10" y="155"/>
                      <a:pt x="15" y="167"/>
                      <a:pt x="20" y="178"/>
                    </a:cubicBezTo>
                    <a:lnTo>
                      <a:pt x="18" y="177"/>
                    </a:lnTo>
                    <a:cubicBezTo>
                      <a:pt x="26" y="176"/>
                      <a:pt x="34" y="174"/>
                      <a:pt x="41" y="173"/>
                    </a:cubicBezTo>
                    <a:lnTo>
                      <a:pt x="42" y="173"/>
                    </a:lnTo>
                    <a:lnTo>
                      <a:pt x="42" y="173"/>
                    </a:lnTo>
                    <a:cubicBezTo>
                      <a:pt x="48" y="180"/>
                      <a:pt x="54" y="186"/>
                      <a:pt x="60" y="190"/>
                    </a:cubicBezTo>
                    <a:lnTo>
                      <a:pt x="60" y="191"/>
                    </a:lnTo>
                    <a:lnTo>
                      <a:pt x="60" y="191"/>
                    </a:lnTo>
                    <a:cubicBezTo>
                      <a:pt x="59" y="200"/>
                      <a:pt x="58" y="207"/>
                      <a:pt x="57" y="214"/>
                    </a:cubicBezTo>
                    <a:lnTo>
                      <a:pt x="56" y="213"/>
                    </a:lnTo>
                    <a:cubicBezTo>
                      <a:pt x="70" y="219"/>
                      <a:pt x="82" y="223"/>
                      <a:pt x="92" y="227"/>
                    </a:cubicBezTo>
                    <a:lnTo>
                      <a:pt x="91" y="227"/>
                    </a:lnTo>
                    <a:cubicBezTo>
                      <a:pt x="96" y="220"/>
                      <a:pt x="100" y="213"/>
                      <a:pt x="104" y="208"/>
                    </a:cubicBezTo>
                    <a:lnTo>
                      <a:pt x="104" y="208"/>
                    </a:lnTo>
                    <a:lnTo>
                      <a:pt x="104" y="208"/>
                    </a:lnTo>
                    <a:cubicBezTo>
                      <a:pt x="113" y="209"/>
                      <a:pt x="119" y="209"/>
                      <a:pt x="123" y="208"/>
                    </a:cubicBezTo>
                    <a:cubicBezTo>
                      <a:pt x="125" y="208"/>
                      <a:pt x="126" y="208"/>
                      <a:pt x="128" y="208"/>
                    </a:cubicBezTo>
                    <a:cubicBezTo>
                      <a:pt x="129" y="208"/>
                      <a:pt x="129" y="208"/>
                      <a:pt x="129" y="208"/>
                    </a:cubicBezTo>
                    <a:lnTo>
                      <a:pt x="128" y="208"/>
                    </a:lnTo>
                    <a:cubicBezTo>
                      <a:pt x="127" y="209"/>
                      <a:pt x="125" y="209"/>
                      <a:pt x="123" y="209"/>
                    </a:cubicBezTo>
                    <a:cubicBezTo>
                      <a:pt x="119" y="209"/>
                      <a:pt x="113" y="210"/>
                      <a:pt x="104" y="209"/>
                    </a:cubicBezTo>
                    <a:lnTo>
                      <a:pt x="105" y="209"/>
                    </a:lnTo>
                    <a:cubicBezTo>
                      <a:pt x="101" y="214"/>
                      <a:pt x="97" y="221"/>
                      <a:pt x="92" y="228"/>
                    </a:cubicBezTo>
                    <a:lnTo>
                      <a:pt x="92" y="229"/>
                    </a:lnTo>
                    <a:lnTo>
                      <a:pt x="91" y="228"/>
                    </a:lnTo>
                    <a:cubicBezTo>
                      <a:pt x="81" y="225"/>
                      <a:pt x="69" y="220"/>
                      <a:pt x="56" y="215"/>
                    </a:cubicBezTo>
                    <a:lnTo>
                      <a:pt x="55" y="215"/>
                    </a:lnTo>
                    <a:lnTo>
                      <a:pt x="55" y="214"/>
                    </a:lnTo>
                    <a:cubicBezTo>
                      <a:pt x="56" y="207"/>
                      <a:pt x="57" y="199"/>
                      <a:pt x="58" y="191"/>
                    </a:cubicBezTo>
                    <a:lnTo>
                      <a:pt x="59" y="192"/>
                    </a:lnTo>
                    <a:cubicBezTo>
                      <a:pt x="52" y="187"/>
                      <a:pt x="46" y="182"/>
                      <a:pt x="40" y="175"/>
                    </a:cubicBezTo>
                    <a:lnTo>
                      <a:pt x="41" y="175"/>
                    </a:lnTo>
                    <a:cubicBezTo>
                      <a:pt x="34" y="177"/>
                      <a:pt x="27" y="178"/>
                      <a:pt x="19" y="180"/>
                    </a:cubicBezTo>
                    <a:lnTo>
                      <a:pt x="18" y="180"/>
                    </a:lnTo>
                    <a:lnTo>
                      <a:pt x="17" y="179"/>
                    </a:lnTo>
                    <a:cubicBezTo>
                      <a:pt x="12" y="168"/>
                      <a:pt x="7" y="156"/>
                      <a:pt x="2" y="144"/>
                    </a:cubicBezTo>
                    <a:lnTo>
                      <a:pt x="1" y="143"/>
                    </a:lnTo>
                    <a:lnTo>
                      <a:pt x="2" y="142"/>
                    </a:lnTo>
                    <a:cubicBezTo>
                      <a:pt x="8" y="138"/>
                      <a:pt x="14" y="133"/>
                      <a:pt x="21" y="129"/>
                    </a:cubicBezTo>
                    <a:lnTo>
                      <a:pt x="20" y="130"/>
                    </a:lnTo>
                    <a:cubicBezTo>
                      <a:pt x="19" y="122"/>
                      <a:pt x="18" y="113"/>
                      <a:pt x="19" y="105"/>
                    </a:cubicBezTo>
                    <a:lnTo>
                      <a:pt x="20" y="106"/>
                    </a:lnTo>
                    <a:cubicBezTo>
                      <a:pt x="14" y="102"/>
                      <a:pt x="7" y="98"/>
                      <a:pt x="1" y="93"/>
                    </a:cubicBezTo>
                    <a:lnTo>
                      <a:pt x="0" y="93"/>
                    </a:lnTo>
                    <a:lnTo>
                      <a:pt x="0" y="92"/>
                    </a:lnTo>
                    <a:cubicBezTo>
                      <a:pt x="5" y="80"/>
                      <a:pt x="9" y="68"/>
                      <a:pt x="14" y="56"/>
                    </a:cubicBezTo>
                    <a:lnTo>
                      <a:pt x="14" y="55"/>
                    </a:lnTo>
                    <a:lnTo>
                      <a:pt x="16" y="55"/>
                    </a:lnTo>
                    <a:cubicBezTo>
                      <a:pt x="23" y="56"/>
                      <a:pt x="31" y="57"/>
                      <a:pt x="39" y="58"/>
                    </a:cubicBezTo>
                    <a:lnTo>
                      <a:pt x="37" y="59"/>
                    </a:lnTo>
                    <a:cubicBezTo>
                      <a:pt x="42" y="52"/>
                      <a:pt x="48" y="46"/>
                      <a:pt x="54" y="40"/>
                    </a:cubicBezTo>
                    <a:lnTo>
                      <a:pt x="54" y="42"/>
                    </a:lnTo>
                    <a:cubicBezTo>
                      <a:pt x="52" y="35"/>
                      <a:pt x="51" y="27"/>
                      <a:pt x="49" y="19"/>
                    </a:cubicBezTo>
                    <a:lnTo>
                      <a:pt x="49" y="18"/>
                    </a:lnTo>
                    <a:lnTo>
                      <a:pt x="50" y="18"/>
                    </a:lnTo>
                    <a:cubicBezTo>
                      <a:pt x="62" y="13"/>
                      <a:pt x="74" y="7"/>
                      <a:pt x="85" y="2"/>
                    </a:cubicBezTo>
                    <a:lnTo>
                      <a:pt x="87" y="2"/>
                    </a:lnTo>
                    <a:lnTo>
                      <a:pt x="87" y="3"/>
                    </a:lnTo>
                    <a:cubicBezTo>
                      <a:pt x="90" y="6"/>
                      <a:pt x="92" y="9"/>
                      <a:pt x="94" y="12"/>
                    </a:cubicBezTo>
                    <a:lnTo>
                      <a:pt x="98" y="17"/>
                    </a:lnTo>
                    <a:lnTo>
                      <a:pt x="99" y="19"/>
                    </a:lnTo>
                    <a:lnTo>
                      <a:pt x="100" y="20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lnTo>
                      <a:pt x="101" y="21"/>
                    </a:lnTo>
                    <a:cubicBezTo>
                      <a:pt x="98" y="20"/>
                      <a:pt x="100" y="21"/>
                      <a:pt x="99" y="21"/>
                    </a:cubicBezTo>
                    <a:lnTo>
                      <a:pt x="99" y="21"/>
                    </a:lnTo>
                    <a:cubicBezTo>
                      <a:pt x="108" y="19"/>
                      <a:pt x="117" y="19"/>
                      <a:pt x="125" y="20"/>
                    </a:cubicBezTo>
                    <a:lnTo>
                      <a:pt x="123" y="21"/>
                    </a:lnTo>
                    <a:cubicBezTo>
                      <a:pt x="128" y="14"/>
                      <a:pt x="132" y="8"/>
                      <a:pt x="136" y="2"/>
                    </a:cubicBezTo>
                    <a:lnTo>
                      <a:pt x="137" y="0"/>
                    </a:lnTo>
                    <a:lnTo>
                      <a:pt x="138" y="1"/>
                    </a:lnTo>
                    <a:cubicBezTo>
                      <a:pt x="150" y="6"/>
                      <a:pt x="162" y="10"/>
                      <a:pt x="174" y="15"/>
                    </a:cubicBezTo>
                    <a:lnTo>
                      <a:pt x="175" y="15"/>
                    </a:lnTo>
                    <a:lnTo>
                      <a:pt x="175" y="16"/>
                    </a:lnTo>
                    <a:cubicBezTo>
                      <a:pt x="174" y="24"/>
                      <a:pt x="172" y="32"/>
                      <a:pt x="171" y="39"/>
                    </a:cubicBezTo>
                    <a:lnTo>
                      <a:pt x="171" y="38"/>
                    </a:lnTo>
                    <a:cubicBezTo>
                      <a:pt x="178" y="43"/>
                      <a:pt x="184" y="49"/>
                      <a:pt x="189" y="55"/>
                    </a:cubicBezTo>
                    <a:lnTo>
                      <a:pt x="187" y="55"/>
                    </a:lnTo>
                    <a:cubicBezTo>
                      <a:pt x="195" y="53"/>
                      <a:pt x="203" y="52"/>
                      <a:pt x="210" y="50"/>
                    </a:cubicBezTo>
                    <a:lnTo>
                      <a:pt x="211" y="50"/>
                    </a:lnTo>
                    <a:lnTo>
                      <a:pt x="212" y="51"/>
                    </a:lnTo>
                    <a:cubicBezTo>
                      <a:pt x="217" y="63"/>
                      <a:pt x="222" y="75"/>
                      <a:pt x="227" y="86"/>
                    </a:cubicBezTo>
                    <a:lnTo>
                      <a:pt x="228" y="87"/>
                    </a:lnTo>
                    <a:lnTo>
                      <a:pt x="227" y="88"/>
                    </a:lnTo>
                    <a:cubicBezTo>
                      <a:pt x="220" y="93"/>
                      <a:pt x="214" y="97"/>
                      <a:pt x="208" y="102"/>
                    </a:cubicBezTo>
                    <a:lnTo>
                      <a:pt x="209" y="100"/>
                    </a:lnTo>
                    <a:cubicBezTo>
                      <a:pt x="210" y="109"/>
                      <a:pt x="210" y="118"/>
                      <a:pt x="209" y="125"/>
                    </a:cubicBezTo>
                    <a:lnTo>
                      <a:pt x="209" y="124"/>
                    </a:lnTo>
                    <a:cubicBezTo>
                      <a:pt x="216" y="129"/>
                      <a:pt x="222" y="133"/>
                      <a:pt x="228" y="137"/>
                    </a:cubicBezTo>
                    <a:lnTo>
                      <a:pt x="229" y="138"/>
                    </a:lnTo>
                    <a:lnTo>
                      <a:pt x="229" y="139"/>
                    </a:lnTo>
                    <a:cubicBezTo>
                      <a:pt x="224" y="151"/>
                      <a:pt x="219" y="163"/>
                      <a:pt x="215" y="174"/>
                    </a:cubicBezTo>
                    <a:lnTo>
                      <a:pt x="214" y="175"/>
                    </a:lnTo>
                    <a:lnTo>
                      <a:pt x="213" y="175"/>
                    </a:lnTo>
                    <a:cubicBezTo>
                      <a:pt x="205" y="174"/>
                      <a:pt x="198" y="173"/>
                      <a:pt x="191" y="172"/>
                    </a:cubicBezTo>
                    <a:lnTo>
                      <a:pt x="192" y="171"/>
                    </a:lnTo>
                    <a:cubicBezTo>
                      <a:pt x="186" y="178"/>
                      <a:pt x="180" y="184"/>
                      <a:pt x="174" y="189"/>
                    </a:cubicBezTo>
                    <a:lnTo>
                      <a:pt x="175" y="188"/>
                    </a:lnTo>
                    <a:cubicBezTo>
                      <a:pt x="176" y="196"/>
                      <a:pt x="178" y="204"/>
                      <a:pt x="179" y="211"/>
                    </a:cubicBezTo>
                    <a:lnTo>
                      <a:pt x="179" y="212"/>
                    </a:lnTo>
                    <a:lnTo>
                      <a:pt x="178" y="212"/>
                    </a:lnTo>
                    <a:cubicBezTo>
                      <a:pt x="164" y="218"/>
                      <a:pt x="152" y="223"/>
                      <a:pt x="143" y="227"/>
                    </a:cubicBezTo>
                    <a:lnTo>
                      <a:pt x="143" y="227"/>
                    </a:lnTo>
                    <a:lnTo>
                      <a:pt x="143" y="227"/>
                    </a:lnTo>
                    <a:cubicBezTo>
                      <a:pt x="138" y="221"/>
                      <a:pt x="135" y="216"/>
                      <a:pt x="133" y="213"/>
                    </a:cubicBezTo>
                    <a:cubicBezTo>
                      <a:pt x="132" y="212"/>
                      <a:pt x="131" y="210"/>
                      <a:pt x="130" y="209"/>
                    </a:cubicBezTo>
                    <a:lnTo>
                      <a:pt x="129" y="208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3" name="Google Shape;643;p18"/>
            <p:cNvSpPr/>
            <p:nvPr/>
          </p:nvSpPr>
          <p:spPr>
            <a:xfrm>
              <a:off x="-411527" y="3865401"/>
              <a:ext cx="896675" cy="89667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92" y="112"/>
                  </a:moveTo>
                  <a:cubicBezTo>
                    <a:pt x="104" y="98"/>
                    <a:pt x="118" y="86"/>
                    <a:pt x="133" y="76"/>
                  </a:cubicBezTo>
                  <a:lnTo>
                    <a:pt x="128" y="26"/>
                  </a:lnTo>
                  <a:lnTo>
                    <a:pt x="206" y="0"/>
                  </a:lnTo>
                  <a:lnTo>
                    <a:pt x="232" y="42"/>
                  </a:lnTo>
                  <a:cubicBezTo>
                    <a:pt x="250" y="41"/>
                    <a:pt x="269" y="42"/>
                    <a:pt x="286" y="46"/>
                  </a:cubicBezTo>
                  <a:lnTo>
                    <a:pt x="318" y="7"/>
                  </a:lnTo>
                  <a:lnTo>
                    <a:pt x="392" y="44"/>
                  </a:lnTo>
                  <a:lnTo>
                    <a:pt x="381" y="92"/>
                  </a:lnTo>
                  <a:cubicBezTo>
                    <a:pt x="395" y="104"/>
                    <a:pt x="406" y="118"/>
                    <a:pt x="416" y="133"/>
                  </a:cubicBezTo>
                  <a:lnTo>
                    <a:pt x="466" y="128"/>
                  </a:lnTo>
                  <a:lnTo>
                    <a:pt x="493" y="206"/>
                  </a:lnTo>
                  <a:lnTo>
                    <a:pt x="450" y="233"/>
                  </a:lnTo>
                  <a:cubicBezTo>
                    <a:pt x="451" y="250"/>
                    <a:pt x="450" y="269"/>
                    <a:pt x="447" y="287"/>
                  </a:cubicBezTo>
                  <a:lnTo>
                    <a:pt x="486" y="318"/>
                  </a:lnTo>
                  <a:lnTo>
                    <a:pt x="449" y="393"/>
                  </a:lnTo>
                  <a:lnTo>
                    <a:pt x="400" y="381"/>
                  </a:lnTo>
                  <a:cubicBezTo>
                    <a:pt x="388" y="395"/>
                    <a:pt x="374" y="407"/>
                    <a:pt x="360" y="416"/>
                  </a:cubicBezTo>
                  <a:lnTo>
                    <a:pt x="365" y="466"/>
                  </a:lnTo>
                  <a:lnTo>
                    <a:pt x="286" y="493"/>
                  </a:lnTo>
                  <a:lnTo>
                    <a:pt x="260" y="450"/>
                  </a:lnTo>
                  <a:cubicBezTo>
                    <a:pt x="242" y="452"/>
                    <a:pt x="224" y="450"/>
                    <a:pt x="206" y="447"/>
                  </a:cubicBezTo>
                  <a:lnTo>
                    <a:pt x="174" y="486"/>
                  </a:lnTo>
                  <a:lnTo>
                    <a:pt x="100" y="449"/>
                  </a:lnTo>
                  <a:lnTo>
                    <a:pt x="112" y="400"/>
                  </a:lnTo>
                  <a:cubicBezTo>
                    <a:pt x="98" y="388"/>
                    <a:pt x="86" y="375"/>
                    <a:pt x="76" y="360"/>
                  </a:cubicBezTo>
                  <a:lnTo>
                    <a:pt x="26" y="365"/>
                  </a:lnTo>
                  <a:lnTo>
                    <a:pt x="0" y="286"/>
                  </a:lnTo>
                  <a:lnTo>
                    <a:pt x="42" y="260"/>
                  </a:lnTo>
                  <a:cubicBezTo>
                    <a:pt x="41" y="242"/>
                    <a:pt x="42" y="224"/>
                    <a:pt x="46" y="206"/>
                  </a:cubicBezTo>
                  <a:lnTo>
                    <a:pt x="7" y="174"/>
                  </a:lnTo>
                  <a:lnTo>
                    <a:pt x="43" y="100"/>
                  </a:lnTo>
                  <a:lnTo>
                    <a:pt x="92" y="112"/>
                  </a:lnTo>
                  <a:moveTo>
                    <a:pt x="168" y="204"/>
                  </a:moveTo>
                  <a:cubicBezTo>
                    <a:pt x="146" y="248"/>
                    <a:pt x="164" y="301"/>
                    <a:pt x="209" y="323"/>
                  </a:cubicBezTo>
                  <a:cubicBezTo>
                    <a:pt x="253" y="344"/>
                    <a:pt x="306" y="326"/>
                    <a:pt x="328" y="282"/>
                  </a:cubicBezTo>
                  <a:cubicBezTo>
                    <a:pt x="349" y="238"/>
                    <a:pt x="331" y="185"/>
                    <a:pt x="287" y="163"/>
                  </a:cubicBezTo>
                  <a:cubicBezTo>
                    <a:pt x="243" y="141"/>
                    <a:pt x="190" y="159"/>
                    <a:pt x="168" y="20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18"/>
          <p:cNvGrpSpPr/>
          <p:nvPr/>
        </p:nvGrpSpPr>
        <p:grpSpPr>
          <a:xfrm>
            <a:off x="-187189" y="139313"/>
            <a:ext cx="10554863" cy="1424632"/>
            <a:chOff x="-187189" y="139313"/>
            <a:chExt cx="10554863" cy="1424632"/>
          </a:xfrm>
        </p:grpSpPr>
        <p:grpSp>
          <p:nvGrpSpPr>
            <p:cNvPr id="645" name="Google Shape;645;p18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646" name="Google Shape;646;p18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8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8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8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8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8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8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3" name="Google Shape;653;p18"/>
            <p:cNvGrpSpPr/>
            <p:nvPr/>
          </p:nvGrpSpPr>
          <p:grpSpPr>
            <a:xfrm>
              <a:off x="8613032" y="846059"/>
              <a:ext cx="1754642" cy="717886"/>
              <a:chOff x="-1340531" y="3895472"/>
              <a:chExt cx="1754642" cy="717886"/>
            </a:xfrm>
          </p:grpSpPr>
          <p:sp>
            <p:nvSpPr>
              <p:cNvPr id="654" name="Google Shape;654;p18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8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8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8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8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8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8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8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8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18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18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18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6" name="Google Shape;666;p18"/>
          <p:cNvGrpSpPr/>
          <p:nvPr/>
        </p:nvGrpSpPr>
        <p:grpSpPr>
          <a:xfrm>
            <a:off x="-373317" y="-11"/>
            <a:ext cx="9420579" cy="5164678"/>
            <a:chOff x="-373317" y="-11"/>
            <a:chExt cx="9420579" cy="5164678"/>
          </a:xfrm>
        </p:grpSpPr>
        <p:sp>
          <p:nvSpPr>
            <p:cNvPr id="667" name="Google Shape;667;p18"/>
            <p:cNvSpPr/>
            <p:nvPr/>
          </p:nvSpPr>
          <p:spPr>
            <a:xfrm flipH="1">
              <a:off x="8430775" y="4491593"/>
              <a:ext cx="616486" cy="673073"/>
            </a:xfrm>
            <a:custGeom>
              <a:avLst/>
              <a:gdLst/>
              <a:ahLst/>
              <a:cxnLst/>
              <a:rect l="l" t="t" r="r" b="b"/>
              <a:pathLst>
                <a:path w="414" h="452" extrusionOk="0">
                  <a:moveTo>
                    <a:pt x="250" y="234"/>
                  </a:moveTo>
                  <a:cubicBezTo>
                    <a:pt x="292" y="216"/>
                    <a:pt x="322" y="173"/>
                    <a:pt x="322" y="122"/>
                  </a:cubicBezTo>
                  <a:cubicBezTo>
                    <a:pt x="323" y="55"/>
                    <a:pt x="272" y="0"/>
                    <a:pt x="209" y="0"/>
                  </a:cubicBezTo>
                  <a:cubicBezTo>
                    <a:pt x="146" y="-1"/>
                    <a:pt x="95" y="53"/>
                    <a:pt x="95" y="120"/>
                  </a:cubicBezTo>
                  <a:cubicBezTo>
                    <a:pt x="95" y="172"/>
                    <a:pt x="125" y="216"/>
                    <a:pt x="167" y="234"/>
                  </a:cubicBezTo>
                  <a:cubicBezTo>
                    <a:pt x="-8" y="260"/>
                    <a:pt x="0" y="450"/>
                    <a:pt x="0" y="450"/>
                  </a:cubicBezTo>
                  <a:lnTo>
                    <a:pt x="414" y="452"/>
                  </a:lnTo>
                  <a:cubicBezTo>
                    <a:pt x="414" y="452"/>
                    <a:pt x="424" y="260"/>
                    <a:pt x="250" y="2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8" name="Google Shape;668;p18"/>
            <p:cNvGrpSpPr/>
            <p:nvPr/>
          </p:nvGrpSpPr>
          <p:grpSpPr>
            <a:xfrm rot="-5400000">
              <a:off x="8328274" y="125817"/>
              <a:ext cx="525651" cy="273994"/>
              <a:chOff x="8719660" y="4363531"/>
              <a:chExt cx="525651" cy="273994"/>
            </a:xfrm>
          </p:grpSpPr>
          <p:sp>
            <p:nvSpPr>
              <p:cNvPr id="669" name="Google Shape;669;p18"/>
              <p:cNvSpPr/>
              <p:nvPr/>
            </p:nvSpPr>
            <p:spPr>
              <a:xfrm flipH="1">
                <a:off x="8719660" y="4363531"/>
                <a:ext cx="52118" cy="55097"/>
              </a:xfrm>
              <a:custGeom>
                <a:avLst/>
                <a:gdLst/>
                <a:ahLst/>
                <a:cxnLst/>
                <a:rect l="l" t="t" r="r" b="b"/>
                <a:pathLst>
                  <a:path w="35" h="37" extrusionOk="0">
                    <a:moveTo>
                      <a:pt x="35" y="19"/>
                    </a:moveTo>
                    <a:cubicBezTo>
                      <a:pt x="35" y="8"/>
                      <a:pt x="27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9"/>
                      <a:pt x="8" y="37"/>
                      <a:pt x="18" y="37"/>
                    </a:cubicBezTo>
                    <a:cubicBezTo>
                      <a:pt x="27" y="37"/>
                      <a:pt x="35" y="29"/>
                      <a:pt x="35" y="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8"/>
              <p:cNvSpPr/>
              <p:nvPr/>
            </p:nvSpPr>
            <p:spPr>
              <a:xfrm flipH="1">
                <a:off x="8750931" y="4385867"/>
                <a:ext cx="494380" cy="25165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169" extrusionOk="0">
                    <a:moveTo>
                      <a:pt x="332" y="0"/>
                    </a:moveTo>
                    <a:lnTo>
                      <a:pt x="260" y="0"/>
                    </a:lnTo>
                    <a:cubicBezTo>
                      <a:pt x="195" y="0"/>
                      <a:pt x="142" y="46"/>
                      <a:pt x="142" y="102"/>
                    </a:cubicBezTo>
                    <a:cubicBezTo>
                      <a:pt x="142" y="139"/>
                      <a:pt x="139" y="162"/>
                      <a:pt x="101" y="162"/>
                    </a:cubicBezTo>
                    <a:lnTo>
                      <a:pt x="0" y="162"/>
                    </a:lnTo>
                    <a:lnTo>
                      <a:pt x="0" y="169"/>
                    </a:lnTo>
                    <a:lnTo>
                      <a:pt x="101" y="169"/>
                    </a:lnTo>
                    <a:cubicBezTo>
                      <a:pt x="150" y="169"/>
                      <a:pt x="150" y="134"/>
                      <a:pt x="150" y="102"/>
                    </a:cubicBezTo>
                    <a:cubicBezTo>
                      <a:pt x="150" y="49"/>
                      <a:pt x="199" y="7"/>
                      <a:pt x="260" y="7"/>
                    </a:cubicBezTo>
                    <a:lnTo>
                      <a:pt x="332" y="7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1" name="Google Shape;671;p18"/>
            <p:cNvSpPr/>
            <p:nvPr/>
          </p:nvSpPr>
          <p:spPr>
            <a:xfrm>
              <a:off x="8651888" y="353353"/>
              <a:ext cx="372274" cy="372275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2" name="Google Shape;672;p18"/>
            <p:cNvGrpSpPr/>
            <p:nvPr/>
          </p:nvGrpSpPr>
          <p:grpSpPr>
            <a:xfrm rot="10800000" flipH="1">
              <a:off x="-373317" y="3506457"/>
              <a:ext cx="747041" cy="300637"/>
              <a:chOff x="7676966" y="144400"/>
              <a:chExt cx="747041" cy="300637"/>
            </a:xfrm>
          </p:grpSpPr>
          <p:sp>
            <p:nvSpPr>
              <p:cNvPr id="673" name="Google Shape;673;p18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5" name="Google Shape;675;p18"/>
            <p:cNvSpPr/>
            <p:nvPr/>
          </p:nvSpPr>
          <p:spPr>
            <a:xfrm>
              <a:off x="8753230" y="447248"/>
              <a:ext cx="160341" cy="176738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3" y="96"/>
                  </a:moveTo>
                  <a:lnTo>
                    <a:pt x="29" y="96"/>
                  </a:lnTo>
                  <a:cubicBezTo>
                    <a:pt x="31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5" y="62"/>
                  </a:cubicBezTo>
                  <a:lnTo>
                    <a:pt x="54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8" y="97"/>
                    <a:pt x="59" y="97"/>
                  </a:cubicBezTo>
                  <a:lnTo>
                    <a:pt x="86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8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1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3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8685438" y="257187"/>
            <a:ext cx="1864286" cy="2073133"/>
            <a:chOff x="8685438" y="257187"/>
            <a:chExt cx="1864286" cy="2073133"/>
          </a:xfrm>
        </p:grpSpPr>
        <p:grpSp>
          <p:nvGrpSpPr>
            <p:cNvPr id="729" name="Google Shape;729;p21"/>
            <p:cNvGrpSpPr/>
            <p:nvPr/>
          </p:nvGrpSpPr>
          <p:grpSpPr>
            <a:xfrm>
              <a:off x="8795082" y="1612434"/>
              <a:ext cx="1754642" cy="717886"/>
              <a:chOff x="-1340531" y="3895472"/>
              <a:chExt cx="1754642" cy="717886"/>
            </a:xfrm>
          </p:grpSpPr>
          <p:sp>
            <p:nvSpPr>
              <p:cNvPr id="730" name="Google Shape;730;p21"/>
              <p:cNvSpPr/>
              <p:nvPr/>
            </p:nvSpPr>
            <p:spPr>
              <a:xfrm>
                <a:off x="-1340525" y="3895472"/>
                <a:ext cx="1754637" cy="717886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94" extrusionOk="0">
                    <a:moveTo>
                      <a:pt x="962" y="393"/>
                    </a:moveTo>
                    <a:cubicBezTo>
                      <a:pt x="962" y="393"/>
                      <a:pt x="962" y="390"/>
                      <a:pt x="962" y="386"/>
                    </a:cubicBezTo>
                    <a:cubicBezTo>
                      <a:pt x="962" y="381"/>
                      <a:pt x="962" y="374"/>
                      <a:pt x="962" y="365"/>
                    </a:cubicBezTo>
                    <a:cubicBezTo>
                      <a:pt x="962" y="348"/>
                      <a:pt x="962" y="321"/>
                      <a:pt x="962" y="288"/>
                    </a:cubicBezTo>
                    <a:cubicBezTo>
                      <a:pt x="962" y="220"/>
                      <a:pt x="961" y="123"/>
                      <a:pt x="961" y="2"/>
                    </a:cubicBezTo>
                    <a:lnTo>
                      <a:pt x="962" y="3"/>
                    </a:lnTo>
                    <a:cubicBezTo>
                      <a:pt x="718" y="3"/>
                      <a:pt x="377" y="3"/>
                      <a:pt x="1" y="4"/>
                    </a:cubicBezTo>
                    <a:lnTo>
                      <a:pt x="1" y="4"/>
                    </a:lnTo>
                    <a:lnTo>
                      <a:pt x="3" y="2"/>
                    </a:lnTo>
                    <a:cubicBezTo>
                      <a:pt x="3" y="139"/>
                      <a:pt x="3" y="271"/>
                      <a:pt x="3" y="393"/>
                    </a:cubicBezTo>
                    <a:lnTo>
                      <a:pt x="1" y="391"/>
                    </a:lnTo>
                    <a:cubicBezTo>
                      <a:pt x="280" y="391"/>
                      <a:pt x="520" y="392"/>
                      <a:pt x="690" y="392"/>
                    </a:cubicBezTo>
                    <a:cubicBezTo>
                      <a:pt x="776" y="392"/>
                      <a:pt x="844" y="392"/>
                      <a:pt x="890" y="392"/>
                    </a:cubicBezTo>
                    <a:cubicBezTo>
                      <a:pt x="914" y="392"/>
                      <a:pt x="932" y="392"/>
                      <a:pt x="944" y="392"/>
                    </a:cubicBezTo>
                    <a:cubicBezTo>
                      <a:pt x="950" y="392"/>
                      <a:pt x="954" y="392"/>
                      <a:pt x="958" y="392"/>
                    </a:cubicBezTo>
                    <a:cubicBezTo>
                      <a:pt x="961" y="392"/>
                      <a:pt x="962" y="392"/>
                      <a:pt x="962" y="392"/>
                    </a:cubicBezTo>
                    <a:cubicBezTo>
                      <a:pt x="962" y="392"/>
                      <a:pt x="961" y="392"/>
                      <a:pt x="958" y="393"/>
                    </a:cubicBezTo>
                    <a:cubicBezTo>
                      <a:pt x="955" y="393"/>
                      <a:pt x="950" y="393"/>
                      <a:pt x="944" y="393"/>
                    </a:cubicBezTo>
                    <a:cubicBezTo>
                      <a:pt x="932" y="393"/>
                      <a:pt x="914" y="393"/>
                      <a:pt x="891" y="393"/>
                    </a:cubicBezTo>
                    <a:cubicBezTo>
                      <a:pt x="844" y="393"/>
                      <a:pt x="776" y="393"/>
                      <a:pt x="691" y="393"/>
                    </a:cubicBezTo>
                    <a:cubicBezTo>
                      <a:pt x="521" y="393"/>
                      <a:pt x="280" y="394"/>
                      <a:pt x="1" y="394"/>
                    </a:cubicBezTo>
                    <a:lnTo>
                      <a:pt x="0" y="394"/>
                    </a:lnTo>
                    <a:lnTo>
                      <a:pt x="0" y="392"/>
                    </a:lnTo>
                    <a:cubicBezTo>
                      <a:pt x="0" y="271"/>
                      <a:pt x="0" y="139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78" y="1"/>
                      <a:pt x="718" y="1"/>
                      <a:pt x="962" y="1"/>
                    </a:cubicBezTo>
                    <a:lnTo>
                      <a:pt x="963" y="1"/>
                    </a:lnTo>
                    <a:lnTo>
                      <a:pt x="963" y="2"/>
                    </a:lnTo>
                    <a:cubicBezTo>
                      <a:pt x="963" y="123"/>
                      <a:pt x="963" y="221"/>
                      <a:pt x="963" y="288"/>
                    </a:cubicBezTo>
                    <a:cubicBezTo>
                      <a:pt x="963" y="322"/>
                      <a:pt x="963" y="348"/>
                      <a:pt x="963" y="366"/>
                    </a:cubicBezTo>
                    <a:cubicBezTo>
                      <a:pt x="963" y="374"/>
                      <a:pt x="963" y="381"/>
                      <a:pt x="962" y="386"/>
                    </a:cubicBezTo>
                    <a:cubicBezTo>
                      <a:pt x="962" y="390"/>
                      <a:pt x="962" y="392"/>
                      <a:pt x="962" y="392"/>
                    </a:cubicBezTo>
                    <a:lnTo>
                      <a:pt x="962" y="3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1"/>
              <p:cNvSpPr/>
              <p:nvPr/>
            </p:nvSpPr>
            <p:spPr>
              <a:xfrm>
                <a:off x="-1340531" y="3989303"/>
                <a:ext cx="1749170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960" h="3" extrusionOk="0">
                    <a:moveTo>
                      <a:pt x="0" y="2"/>
                    </a:moveTo>
                    <a:cubicBezTo>
                      <a:pt x="0" y="1"/>
                      <a:pt x="215" y="0"/>
                      <a:pt x="480" y="0"/>
                    </a:cubicBezTo>
                    <a:cubicBezTo>
                      <a:pt x="745" y="0"/>
                      <a:pt x="960" y="1"/>
                      <a:pt x="960" y="2"/>
                    </a:cubicBezTo>
                    <a:cubicBezTo>
                      <a:pt x="960" y="3"/>
                      <a:pt x="745" y="3"/>
                      <a:pt x="480" y="3"/>
                    </a:cubicBezTo>
                    <a:cubicBezTo>
                      <a:pt x="215" y="3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1"/>
              <p:cNvSpPr/>
              <p:nvPr/>
            </p:nvSpPr>
            <p:spPr>
              <a:xfrm>
                <a:off x="-1291336" y="3936463"/>
                <a:ext cx="23687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4" extrusionOk="0">
                    <a:moveTo>
                      <a:pt x="13" y="7"/>
                    </a:moveTo>
                    <a:cubicBezTo>
                      <a:pt x="13" y="8"/>
                      <a:pt x="13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7" y="14"/>
                      <a:pt x="6" y="14"/>
                    </a:cubicBezTo>
                    <a:cubicBezTo>
                      <a:pt x="4" y="14"/>
                      <a:pt x="4" y="13"/>
                      <a:pt x="3" y="13"/>
                    </a:cubicBezTo>
                    <a:cubicBezTo>
                      <a:pt x="2" y="12"/>
                      <a:pt x="0" y="12"/>
                      <a:pt x="0" y="11"/>
                    </a:cubicBezTo>
                    <a:cubicBezTo>
                      <a:pt x="-1" y="10"/>
                      <a:pt x="0" y="8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1"/>
              <p:cNvSpPr/>
              <p:nvPr/>
            </p:nvSpPr>
            <p:spPr>
              <a:xfrm>
                <a:off x="-1249428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3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10" y="13"/>
                      <a:pt x="8" y="14"/>
                      <a:pt x="7" y="14"/>
                    </a:cubicBezTo>
                    <a:cubicBezTo>
                      <a:pt x="5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2" y="2"/>
                      <a:pt x="13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1"/>
              <p:cNvSpPr/>
              <p:nvPr/>
            </p:nvSpPr>
            <p:spPr>
              <a:xfrm>
                <a:off x="-1205699" y="3936463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1"/>
              <p:cNvSpPr/>
              <p:nvPr/>
            </p:nvSpPr>
            <p:spPr>
              <a:xfrm>
                <a:off x="-1214111" y="4086569"/>
                <a:ext cx="422716" cy="422714"/>
              </a:xfrm>
              <a:custGeom>
                <a:avLst/>
                <a:gdLst/>
                <a:ahLst/>
                <a:cxnLst/>
                <a:rect l="l" t="t" r="r" b="b"/>
                <a:pathLst>
                  <a:path w="232" h="232" extrusionOk="0">
                    <a:moveTo>
                      <a:pt x="0" y="0"/>
                    </a:moveTo>
                    <a:lnTo>
                      <a:pt x="232" y="0"/>
                    </a:lnTo>
                    <a:lnTo>
                      <a:pt x="232" y="232"/>
                    </a:lnTo>
                    <a:lnTo>
                      <a:pt x="0" y="2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8500" rIns="90000" bIns="38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1"/>
              <p:cNvSpPr/>
              <p:nvPr/>
            </p:nvSpPr>
            <p:spPr>
              <a:xfrm>
                <a:off x="-681493" y="4344218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1"/>
                    </a:moveTo>
                    <a:cubicBezTo>
                      <a:pt x="534" y="2"/>
                      <a:pt x="414" y="3"/>
                      <a:pt x="267" y="3"/>
                    </a:cubicBezTo>
                    <a:cubicBezTo>
                      <a:pt x="120" y="3"/>
                      <a:pt x="0" y="2"/>
                      <a:pt x="0" y="1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1"/>
              <p:cNvSpPr/>
              <p:nvPr/>
            </p:nvSpPr>
            <p:spPr>
              <a:xfrm>
                <a:off x="-681493" y="4429855"/>
                <a:ext cx="97297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534" h="3" extrusionOk="0">
                    <a:moveTo>
                      <a:pt x="534" y="2"/>
                    </a:moveTo>
                    <a:cubicBezTo>
                      <a:pt x="534" y="3"/>
                      <a:pt x="414" y="3"/>
                      <a:pt x="267" y="3"/>
                    </a:cubicBezTo>
                    <a:cubicBezTo>
                      <a:pt x="120" y="3"/>
                      <a:pt x="0" y="3"/>
                      <a:pt x="0" y="2"/>
                    </a:cubicBezTo>
                    <a:cubicBezTo>
                      <a:pt x="0" y="1"/>
                      <a:pt x="120" y="0"/>
                      <a:pt x="267" y="0"/>
                    </a:cubicBezTo>
                    <a:cubicBezTo>
                      <a:pt x="414" y="0"/>
                      <a:pt x="534" y="1"/>
                      <a:pt x="534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1"/>
              <p:cNvSpPr/>
              <p:nvPr/>
            </p:nvSpPr>
            <p:spPr>
              <a:xfrm>
                <a:off x="-335303" y="4517313"/>
                <a:ext cx="62678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" extrusionOk="0">
                    <a:moveTo>
                      <a:pt x="344" y="1"/>
                    </a:moveTo>
                    <a:cubicBezTo>
                      <a:pt x="344" y="1"/>
                      <a:pt x="343" y="1"/>
                      <a:pt x="340" y="1"/>
                    </a:cubicBezTo>
                    <a:cubicBezTo>
                      <a:pt x="338" y="1"/>
                      <a:pt x="334" y="2"/>
                      <a:pt x="330" y="2"/>
                    </a:cubicBezTo>
                    <a:cubicBezTo>
                      <a:pt x="321" y="2"/>
                      <a:pt x="309" y="2"/>
                      <a:pt x="293" y="2"/>
                    </a:cubicBezTo>
                    <a:cubicBezTo>
                      <a:pt x="262" y="2"/>
                      <a:pt x="219" y="2"/>
                      <a:pt x="172" y="2"/>
                    </a:cubicBezTo>
                    <a:cubicBezTo>
                      <a:pt x="125" y="2"/>
                      <a:pt x="82" y="2"/>
                      <a:pt x="51" y="2"/>
                    </a:cubicBezTo>
                    <a:cubicBezTo>
                      <a:pt x="35" y="2"/>
                      <a:pt x="23" y="2"/>
                      <a:pt x="14" y="2"/>
                    </a:cubicBezTo>
                    <a:cubicBezTo>
                      <a:pt x="10" y="1"/>
                      <a:pt x="6" y="1"/>
                      <a:pt x="4" y="1"/>
                    </a:cubicBezTo>
                    <a:cubicBezTo>
                      <a:pt x="2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4" y="1"/>
                    </a:cubicBezTo>
                    <a:cubicBezTo>
                      <a:pt x="6" y="1"/>
                      <a:pt x="10" y="0"/>
                      <a:pt x="14" y="0"/>
                    </a:cubicBezTo>
                    <a:cubicBezTo>
                      <a:pt x="23" y="0"/>
                      <a:pt x="35" y="0"/>
                      <a:pt x="51" y="0"/>
                    </a:cubicBezTo>
                    <a:cubicBezTo>
                      <a:pt x="82" y="0"/>
                      <a:pt x="125" y="0"/>
                      <a:pt x="172" y="0"/>
                    </a:cubicBezTo>
                    <a:cubicBezTo>
                      <a:pt x="219" y="0"/>
                      <a:pt x="262" y="0"/>
                      <a:pt x="293" y="0"/>
                    </a:cubicBezTo>
                    <a:cubicBezTo>
                      <a:pt x="309" y="0"/>
                      <a:pt x="321" y="0"/>
                      <a:pt x="330" y="0"/>
                    </a:cubicBezTo>
                    <a:cubicBezTo>
                      <a:pt x="334" y="1"/>
                      <a:pt x="338" y="1"/>
                      <a:pt x="340" y="1"/>
                    </a:cubicBezTo>
                    <a:cubicBezTo>
                      <a:pt x="343" y="1"/>
                      <a:pt x="344" y="1"/>
                      <a:pt x="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1"/>
              <p:cNvSpPr/>
              <p:nvPr/>
            </p:nvSpPr>
            <p:spPr>
              <a:xfrm>
                <a:off x="-428227" y="41172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1"/>
              <p:cNvSpPr/>
              <p:nvPr/>
            </p:nvSpPr>
            <p:spPr>
              <a:xfrm>
                <a:off x="-428227" y="41955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1"/>
              <p:cNvSpPr/>
              <p:nvPr/>
            </p:nvSpPr>
            <p:spPr>
              <a:xfrm>
                <a:off x="-133055" y="42720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2" name="Google Shape;742;p21"/>
            <p:cNvGrpSpPr/>
            <p:nvPr/>
          </p:nvGrpSpPr>
          <p:grpSpPr>
            <a:xfrm>
              <a:off x="8685438" y="257187"/>
              <a:ext cx="1550567" cy="1051320"/>
              <a:chOff x="-872012" y="2723887"/>
              <a:chExt cx="1550567" cy="1051320"/>
            </a:xfrm>
          </p:grpSpPr>
          <p:sp>
            <p:nvSpPr>
              <p:cNvPr id="743" name="Google Shape;743;p21"/>
              <p:cNvSpPr/>
              <p:nvPr/>
            </p:nvSpPr>
            <p:spPr>
              <a:xfrm>
                <a:off x="-872012" y="2723887"/>
                <a:ext cx="1550567" cy="105132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77" extrusionOk="0">
                    <a:moveTo>
                      <a:pt x="850" y="576"/>
                    </a:moveTo>
                    <a:cubicBezTo>
                      <a:pt x="850" y="576"/>
                      <a:pt x="850" y="572"/>
                      <a:pt x="850" y="565"/>
                    </a:cubicBezTo>
                    <a:cubicBezTo>
                      <a:pt x="850" y="558"/>
                      <a:pt x="850" y="548"/>
                      <a:pt x="850" y="535"/>
                    </a:cubicBezTo>
                    <a:cubicBezTo>
                      <a:pt x="850" y="508"/>
                      <a:pt x="850" y="469"/>
                      <a:pt x="850" y="420"/>
                    </a:cubicBezTo>
                    <a:cubicBezTo>
                      <a:pt x="849" y="320"/>
                      <a:pt x="849" y="177"/>
                      <a:pt x="849" y="2"/>
                    </a:cubicBezTo>
                    <a:lnTo>
                      <a:pt x="850" y="3"/>
                    </a:lnTo>
                    <a:cubicBezTo>
                      <a:pt x="616" y="3"/>
                      <a:pt x="321" y="3"/>
                      <a:pt x="1" y="3"/>
                    </a:cubicBezTo>
                    <a:lnTo>
                      <a:pt x="1" y="3"/>
                    </a:lnTo>
                    <a:lnTo>
                      <a:pt x="3" y="2"/>
                    </a:lnTo>
                    <a:cubicBezTo>
                      <a:pt x="3" y="206"/>
                      <a:pt x="3" y="401"/>
                      <a:pt x="3" y="576"/>
                    </a:cubicBezTo>
                    <a:lnTo>
                      <a:pt x="1" y="574"/>
                    </a:lnTo>
                    <a:cubicBezTo>
                      <a:pt x="251" y="574"/>
                      <a:pt x="463" y="575"/>
                      <a:pt x="613" y="575"/>
                    </a:cubicBezTo>
                    <a:cubicBezTo>
                      <a:pt x="688" y="575"/>
                      <a:pt x="747" y="575"/>
                      <a:pt x="788" y="575"/>
                    </a:cubicBezTo>
                    <a:cubicBezTo>
                      <a:pt x="808" y="575"/>
                      <a:pt x="823" y="575"/>
                      <a:pt x="834" y="576"/>
                    </a:cubicBezTo>
                    <a:cubicBezTo>
                      <a:pt x="839" y="576"/>
                      <a:pt x="843" y="576"/>
                      <a:pt x="846" y="576"/>
                    </a:cubicBezTo>
                    <a:cubicBezTo>
                      <a:pt x="849" y="576"/>
                      <a:pt x="850" y="576"/>
                      <a:pt x="850" y="576"/>
                    </a:cubicBezTo>
                    <a:cubicBezTo>
                      <a:pt x="850" y="576"/>
                      <a:pt x="849" y="576"/>
                      <a:pt x="846" y="576"/>
                    </a:cubicBezTo>
                    <a:cubicBezTo>
                      <a:pt x="844" y="576"/>
                      <a:pt x="840" y="576"/>
                      <a:pt x="834" y="576"/>
                    </a:cubicBezTo>
                    <a:cubicBezTo>
                      <a:pt x="824" y="576"/>
                      <a:pt x="808" y="576"/>
                      <a:pt x="788" y="576"/>
                    </a:cubicBezTo>
                    <a:cubicBezTo>
                      <a:pt x="748" y="576"/>
                      <a:pt x="689" y="576"/>
                      <a:pt x="614" y="576"/>
                    </a:cubicBezTo>
                    <a:cubicBezTo>
                      <a:pt x="464" y="577"/>
                      <a:pt x="251" y="577"/>
                      <a:pt x="1" y="577"/>
                    </a:cubicBezTo>
                    <a:lnTo>
                      <a:pt x="0" y="577"/>
                    </a:lnTo>
                    <a:lnTo>
                      <a:pt x="0" y="576"/>
                    </a:lnTo>
                    <a:cubicBezTo>
                      <a:pt x="0" y="401"/>
                      <a:pt x="0" y="206"/>
                      <a:pt x="0" y="2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321" y="0"/>
                      <a:pt x="616" y="1"/>
                      <a:pt x="850" y="1"/>
                    </a:cubicBezTo>
                    <a:lnTo>
                      <a:pt x="851" y="1"/>
                    </a:lnTo>
                    <a:lnTo>
                      <a:pt x="851" y="2"/>
                    </a:lnTo>
                    <a:cubicBezTo>
                      <a:pt x="851" y="177"/>
                      <a:pt x="851" y="320"/>
                      <a:pt x="851" y="420"/>
                    </a:cubicBezTo>
                    <a:cubicBezTo>
                      <a:pt x="851" y="470"/>
                      <a:pt x="851" y="509"/>
                      <a:pt x="850" y="535"/>
                    </a:cubicBezTo>
                    <a:cubicBezTo>
                      <a:pt x="850" y="549"/>
                      <a:pt x="850" y="559"/>
                      <a:pt x="850" y="565"/>
                    </a:cubicBezTo>
                    <a:cubicBezTo>
                      <a:pt x="850" y="572"/>
                      <a:pt x="850" y="576"/>
                      <a:pt x="850" y="5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1"/>
              <p:cNvSpPr/>
              <p:nvPr/>
            </p:nvSpPr>
            <p:spPr>
              <a:xfrm>
                <a:off x="-870190" y="2818634"/>
                <a:ext cx="154510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3" extrusionOk="0">
                    <a:moveTo>
                      <a:pt x="0" y="1"/>
                    </a:moveTo>
                    <a:cubicBezTo>
                      <a:pt x="0" y="0"/>
                      <a:pt x="190" y="0"/>
                      <a:pt x="424" y="0"/>
                    </a:cubicBezTo>
                    <a:cubicBezTo>
                      <a:pt x="658" y="0"/>
                      <a:pt x="848" y="0"/>
                      <a:pt x="848" y="1"/>
                    </a:cubicBezTo>
                    <a:cubicBezTo>
                      <a:pt x="848" y="2"/>
                      <a:pt x="658" y="3"/>
                      <a:pt x="424" y="3"/>
                    </a:cubicBezTo>
                    <a:cubicBezTo>
                      <a:pt x="189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1"/>
              <p:cNvSpPr/>
              <p:nvPr/>
            </p:nvSpPr>
            <p:spPr>
              <a:xfrm>
                <a:off x="-833749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11"/>
                      <a:pt x="11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1"/>
              <p:cNvSpPr/>
              <p:nvPr/>
            </p:nvSpPr>
            <p:spPr>
              <a:xfrm>
                <a:off x="-791842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2" y="12"/>
                      <a:pt x="11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1" y="1"/>
                    </a:cubicBezTo>
                    <a:cubicBezTo>
                      <a:pt x="13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1"/>
              <p:cNvSpPr/>
              <p:nvPr/>
            </p:nvSpPr>
            <p:spPr>
              <a:xfrm>
                <a:off x="-749935" y="2760328"/>
                <a:ext cx="25509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7"/>
                    </a:moveTo>
                    <a:cubicBezTo>
                      <a:pt x="14" y="8"/>
                      <a:pt x="14" y="10"/>
                      <a:pt x="13" y="11"/>
                    </a:cubicBezTo>
                    <a:cubicBezTo>
                      <a:pt x="12" y="12"/>
                      <a:pt x="11" y="12"/>
                      <a:pt x="10" y="13"/>
                    </a:cubicBezTo>
                    <a:cubicBezTo>
                      <a:pt x="9" y="13"/>
                      <a:pt x="8" y="14"/>
                      <a:pt x="7" y="14"/>
                    </a:cubicBezTo>
                    <a:cubicBezTo>
                      <a:pt x="6" y="14"/>
                      <a:pt x="5" y="13"/>
                      <a:pt x="4" y="13"/>
                    </a:cubicBezTo>
                    <a:cubicBezTo>
                      <a:pt x="3" y="12"/>
                      <a:pt x="1" y="12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2" y="3"/>
                      <a:pt x="3" y="1"/>
                      <a:pt x="4" y="1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8" y="0"/>
                      <a:pt x="9" y="0"/>
                      <a:pt x="10" y="1"/>
                    </a:cubicBezTo>
                    <a:cubicBezTo>
                      <a:pt x="11" y="1"/>
                      <a:pt x="12" y="3"/>
                      <a:pt x="13" y="4"/>
                    </a:cubicBezTo>
                    <a:cubicBezTo>
                      <a:pt x="14" y="5"/>
                      <a:pt x="14" y="6"/>
                      <a:pt x="14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1"/>
              <p:cNvSpPr/>
              <p:nvPr/>
            </p:nvSpPr>
            <p:spPr>
              <a:xfrm>
                <a:off x="-737180" y="2929779"/>
                <a:ext cx="413606" cy="41542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28" extrusionOk="0">
                    <a:moveTo>
                      <a:pt x="0" y="0"/>
                    </a:moveTo>
                    <a:lnTo>
                      <a:pt x="227" y="0"/>
                    </a:lnTo>
                    <a:lnTo>
                      <a:pt x="227" y="228"/>
                    </a:lnTo>
                    <a:lnTo>
                      <a:pt x="0" y="2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1"/>
              <p:cNvSpPr/>
              <p:nvPr/>
            </p:nvSpPr>
            <p:spPr>
              <a:xfrm>
                <a:off x="-749922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1"/>
              <p:cNvSpPr/>
              <p:nvPr/>
            </p:nvSpPr>
            <p:spPr>
              <a:xfrm>
                <a:off x="-39826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1"/>
              <p:cNvSpPr/>
              <p:nvPr/>
            </p:nvSpPr>
            <p:spPr>
              <a:xfrm>
                <a:off x="-46610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1"/>
              <p:cNvSpPr/>
              <p:nvPr/>
            </p:nvSpPr>
            <p:spPr>
              <a:xfrm>
                <a:off x="305046" y="3481553"/>
                <a:ext cx="194960" cy="19678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8" extrusionOk="0">
                    <a:moveTo>
                      <a:pt x="0" y="0"/>
                    </a:moveTo>
                    <a:lnTo>
                      <a:pt x="107" y="0"/>
                    </a:lnTo>
                    <a:lnTo>
                      <a:pt x="107" y="108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1"/>
              <p:cNvSpPr/>
              <p:nvPr/>
            </p:nvSpPr>
            <p:spPr>
              <a:xfrm>
                <a:off x="-215912" y="3184118"/>
                <a:ext cx="719711" cy="7288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" extrusionOk="0">
                    <a:moveTo>
                      <a:pt x="395" y="2"/>
                    </a:moveTo>
                    <a:cubicBezTo>
                      <a:pt x="395" y="3"/>
                      <a:pt x="306" y="4"/>
                      <a:pt x="197" y="4"/>
                    </a:cubicBezTo>
                    <a:cubicBezTo>
                      <a:pt x="88" y="4"/>
                      <a:pt x="0" y="3"/>
                      <a:pt x="0" y="2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1"/>
              <p:cNvSpPr/>
              <p:nvPr/>
            </p:nvSpPr>
            <p:spPr>
              <a:xfrm>
                <a:off x="-215912" y="3262467"/>
                <a:ext cx="719711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" extrusionOk="0">
                    <a:moveTo>
                      <a:pt x="395" y="1"/>
                    </a:moveTo>
                    <a:cubicBezTo>
                      <a:pt x="395" y="2"/>
                      <a:pt x="306" y="3"/>
                      <a:pt x="197" y="3"/>
                    </a:cubicBezTo>
                    <a:cubicBezTo>
                      <a:pt x="88" y="3"/>
                      <a:pt x="0" y="2"/>
                      <a:pt x="0" y="1"/>
                    </a:cubicBezTo>
                    <a:cubicBezTo>
                      <a:pt x="0" y="1"/>
                      <a:pt x="88" y="0"/>
                      <a:pt x="197" y="0"/>
                    </a:cubicBezTo>
                    <a:cubicBezTo>
                      <a:pt x="306" y="0"/>
                      <a:pt x="395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1"/>
              <p:cNvSpPr/>
              <p:nvPr/>
            </p:nvSpPr>
            <p:spPr>
              <a:xfrm>
                <a:off x="-215912" y="3338993"/>
                <a:ext cx="424538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" extrusionOk="0">
                    <a:moveTo>
                      <a:pt x="233" y="2"/>
                    </a:moveTo>
                    <a:cubicBezTo>
                      <a:pt x="233" y="2"/>
                      <a:pt x="230" y="2"/>
                      <a:pt x="224" y="2"/>
                    </a:cubicBezTo>
                    <a:cubicBezTo>
                      <a:pt x="218" y="3"/>
                      <a:pt x="209" y="3"/>
                      <a:pt x="199" y="3"/>
                    </a:cubicBezTo>
                    <a:cubicBezTo>
                      <a:pt x="178" y="3"/>
                      <a:pt x="149" y="3"/>
                      <a:pt x="117" y="3"/>
                    </a:cubicBezTo>
                    <a:cubicBezTo>
                      <a:pt x="85" y="3"/>
                      <a:pt x="55" y="3"/>
                      <a:pt x="34" y="3"/>
                    </a:cubicBezTo>
                    <a:cubicBezTo>
                      <a:pt x="24" y="3"/>
                      <a:pt x="16" y="3"/>
                      <a:pt x="9" y="2"/>
                    </a:cubicBezTo>
                    <a:cubicBezTo>
                      <a:pt x="3" y="2"/>
                      <a:pt x="0" y="2"/>
                      <a:pt x="0" y="2"/>
                    </a:cubicBezTo>
                    <a:cubicBezTo>
                      <a:pt x="0" y="2"/>
                      <a:pt x="3" y="1"/>
                      <a:pt x="9" y="1"/>
                    </a:cubicBezTo>
                    <a:cubicBezTo>
                      <a:pt x="16" y="1"/>
                      <a:pt x="24" y="1"/>
                      <a:pt x="34" y="1"/>
                    </a:cubicBezTo>
                    <a:cubicBezTo>
                      <a:pt x="55" y="1"/>
                      <a:pt x="85" y="0"/>
                      <a:pt x="117" y="0"/>
                    </a:cubicBezTo>
                    <a:cubicBezTo>
                      <a:pt x="149" y="0"/>
                      <a:pt x="178" y="1"/>
                      <a:pt x="199" y="1"/>
                    </a:cubicBezTo>
                    <a:cubicBezTo>
                      <a:pt x="209" y="1"/>
                      <a:pt x="218" y="1"/>
                      <a:pt x="224" y="1"/>
                    </a:cubicBezTo>
                    <a:cubicBezTo>
                      <a:pt x="230" y="1"/>
                      <a:pt x="233" y="2"/>
                      <a:pt x="233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6" name="Google Shape;756;p21"/>
          <p:cNvGrpSpPr/>
          <p:nvPr/>
        </p:nvGrpSpPr>
        <p:grpSpPr>
          <a:xfrm>
            <a:off x="-110481" y="-179977"/>
            <a:ext cx="8691573" cy="5474520"/>
            <a:chOff x="-110481" y="-179977"/>
            <a:chExt cx="8691573" cy="5474520"/>
          </a:xfrm>
        </p:grpSpPr>
        <p:grpSp>
          <p:nvGrpSpPr>
            <p:cNvPr id="757" name="Google Shape;757;p21"/>
            <p:cNvGrpSpPr/>
            <p:nvPr/>
          </p:nvGrpSpPr>
          <p:grpSpPr>
            <a:xfrm rot="5400000">
              <a:off x="8057254" y="43225"/>
              <a:ext cx="747041" cy="300637"/>
              <a:chOff x="7676966" y="144400"/>
              <a:chExt cx="747041" cy="300637"/>
            </a:xfrm>
          </p:grpSpPr>
          <p:sp>
            <p:nvSpPr>
              <p:cNvPr id="758" name="Google Shape;758;p21"/>
              <p:cNvSpPr/>
              <p:nvPr/>
            </p:nvSpPr>
            <p:spPr>
              <a:xfrm>
                <a:off x="8360235" y="144400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1"/>
              <p:cNvSpPr/>
              <p:nvPr/>
            </p:nvSpPr>
            <p:spPr>
              <a:xfrm>
                <a:off x="7676966" y="173553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0" name="Google Shape;760;p21"/>
            <p:cNvGrpSpPr/>
            <p:nvPr/>
          </p:nvGrpSpPr>
          <p:grpSpPr>
            <a:xfrm>
              <a:off x="-110481" y="4410851"/>
              <a:ext cx="728821" cy="883693"/>
              <a:chOff x="-110481" y="4410851"/>
              <a:chExt cx="728821" cy="883693"/>
            </a:xfrm>
          </p:grpSpPr>
          <p:grpSp>
            <p:nvGrpSpPr>
              <p:cNvPr id="761" name="Google Shape;761;p21"/>
              <p:cNvGrpSpPr/>
              <p:nvPr/>
            </p:nvGrpSpPr>
            <p:grpSpPr>
              <a:xfrm flipH="1">
                <a:off x="-110481" y="4959287"/>
                <a:ext cx="521107" cy="335256"/>
                <a:chOff x="488808" y="2271112"/>
                <a:chExt cx="521107" cy="335256"/>
              </a:xfrm>
            </p:grpSpPr>
            <p:sp>
              <p:nvSpPr>
                <p:cNvPr id="762" name="Google Shape;762;p21"/>
                <p:cNvSpPr/>
                <p:nvPr/>
              </p:nvSpPr>
              <p:spPr>
                <a:xfrm>
                  <a:off x="488808" y="2271112"/>
                  <a:ext cx="61950" cy="6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37" extrusionOk="0">
                      <a:moveTo>
                        <a:pt x="0" y="19"/>
                      </a:moveTo>
                      <a:cubicBezTo>
                        <a:pt x="0" y="9"/>
                        <a:pt x="7" y="0"/>
                        <a:pt x="17" y="0"/>
                      </a:cubicBezTo>
                      <a:cubicBezTo>
                        <a:pt x="26" y="0"/>
                        <a:pt x="34" y="9"/>
                        <a:pt x="34" y="19"/>
                      </a:cubicBezTo>
                      <a:cubicBezTo>
                        <a:pt x="34" y="29"/>
                        <a:pt x="26" y="37"/>
                        <a:pt x="17" y="37"/>
                      </a:cubicBezTo>
                      <a:cubicBezTo>
                        <a:pt x="7" y="37"/>
                        <a:pt x="0" y="29"/>
                        <a:pt x="0" y="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1"/>
                <p:cNvSpPr/>
                <p:nvPr/>
              </p:nvSpPr>
              <p:spPr>
                <a:xfrm>
                  <a:off x="519783" y="2298443"/>
                  <a:ext cx="490132" cy="307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69" extrusionOk="0">
                      <a:moveTo>
                        <a:pt x="0" y="0"/>
                      </a:moveTo>
                      <a:lnTo>
                        <a:pt x="58" y="0"/>
                      </a:lnTo>
                      <a:cubicBezTo>
                        <a:pt x="111" y="0"/>
                        <a:pt x="154" y="46"/>
                        <a:pt x="154" y="102"/>
                      </a:cubicBezTo>
                      <a:cubicBezTo>
                        <a:pt x="154" y="139"/>
                        <a:pt x="156" y="162"/>
                        <a:pt x="187" y="162"/>
                      </a:cubicBezTo>
                      <a:lnTo>
                        <a:pt x="269" y="162"/>
                      </a:lnTo>
                      <a:lnTo>
                        <a:pt x="269" y="169"/>
                      </a:lnTo>
                      <a:lnTo>
                        <a:pt x="187" y="169"/>
                      </a:lnTo>
                      <a:cubicBezTo>
                        <a:pt x="148" y="169"/>
                        <a:pt x="148" y="134"/>
                        <a:pt x="148" y="102"/>
                      </a:cubicBezTo>
                      <a:cubicBezTo>
                        <a:pt x="148" y="50"/>
                        <a:pt x="108" y="7"/>
                        <a:pt x="58" y="7"/>
                      </a:cubicBez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4" name="Google Shape;764;p21"/>
              <p:cNvSpPr/>
              <p:nvPr/>
            </p:nvSpPr>
            <p:spPr>
              <a:xfrm flipH="1">
                <a:off x="170115" y="4410851"/>
                <a:ext cx="448225" cy="448223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46" extrusionOk="0">
                    <a:moveTo>
                      <a:pt x="123" y="246"/>
                    </a:moveTo>
                    <a:lnTo>
                      <a:pt x="169" y="246"/>
                    </a:lnTo>
                    <a:cubicBezTo>
                      <a:pt x="211" y="246"/>
                      <a:pt x="246" y="212"/>
                      <a:pt x="246" y="170"/>
                    </a:cubicBezTo>
                    <a:lnTo>
                      <a:pt x="246" y="76"/>
                    </a:lnTo>
                    <a:cubicBezTo>
                      <a:pt x="246" y="34"/>
                      <a:pt x="211" y="0"/>
                      <a:pt x="169" y="0"/>
                    </a:cubicBezTo>
                    <a:lnTo>
                      <a:pt x="76" y="0"/>
                    </a:lnTo>
                    <a:cubicBezTo>
                      <a:pt x="34" y="0"/>
                      <a:pt x="0" y="34"/>
                      <a:pt x="0" y="76"/>
                    </a:cubicBezTo>
                    <a:lnTo>
                      <a:pt x="0" y="170"/>
                    </a:lnTo>
                    <a:cubicBezTo>
                      <a:pt x="0" y="212"/>
                      <a:pt x="34" y="246"/>
                      <a:pt x="76" y="246"/>
                    </a:cubicBezTo>
                    <a:lnTo>
                      <a:pt x="123" y="2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550" rIns="90000" bIns="43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1"/>
              <p:cNvSpPr/>
              <p:nvPr/>
            </p:nvSpPr>
            <p:spPr>
              <a:xfrm flipH="1">
                <a:off x="310413" y="458941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1"/>
              <p:cNvSpPr/>
              <p:nvPr/>
            </p:nvSpPr>
            <p:spPr>
              <a:xfrm flipH="1">
                <a:off x="310413" y="4629497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1"/>
              <p:cNvSpPr/>
              <p:nvPr/>
            </p:nvSpPr>
            <p:spPr>
              <a:xfrm flipH="1">
                <a:off x="310413" y="4669582"/>
                <a:ext cx="158519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0" extrusionOk="0">
                    <a:moveTo>
                      <a:pt x="0" y="0"/>
                    </a:moveTo>
                    <a:lnTo>
                      <a:pt x="87" y="0"/>
                    </a:lnTo>
                    <a:lnTo>
                      <a:pt x="8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8" name="Google Shape;768;p21"/>
          <p:cNvGrpSpPr/>
          <p:nvPr/>
        </p:nvGrpSpPr>
        <p:grpSpPr>
          <a:xfrm rot="4500040">
            <a:off x="-41687" y="313978"/>
            <a:ext cx="862723" cy="686639"/>
            <a:chOff x="163587" y="135917"/>
            <a:chExt cx="862749" cy="686659"/>
          </a:xfrm>
        </p:grpSpPr>
        <p:sp>
          <p:nvSpPr>
            <p:cNvPr id="769" name="Google Shape;769;p21"/>
            <p:cNvSpPr/>
            <p:nvPr/>
          </p:nvSpPr>
          <p:spPr>
            <a:xfrm>
              <a:off x="490652" y="288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163587" y="135917"/>
              <a:ext cx="275130" cy="276951"/>
            </a:xfrm>
            <a:custGeom>
              <a:avLst/>
              <a:gdLst/>
              <a:ahLst/>
              <a:cxnLst/>
              <a:rect l="l" t="t" r="r" b="b"/>
              <a:pathLst>
                <a:path w="151" h="152" extrusionOk="0">
                  <a:moveTo>
                    <a:pt x="85" y="139"/>
                  </a:moveTo>
                  <a:cubicBezTo>
                    <a:pt x="80" y="140"/>
                    <a:pt x="74" y="140"/>
                    <a:pt x="69" y="139"/>
                  </a:cubicBezTo>
                  <a:lnTo>
                    <a:pt x="60" y="152"/>
                  </a:lnTo>
                  <a:lnTo>
                    <a:pt x="36" y="143"/>
                  </a:lnTo>
                  <a:lnTo>
                    <a:pt x="38" y="128"/>
                  </a:lnTo>
                  <a:cubicBezTo>
                    <a:pt x="34" y="124"/>
                    <a:pt x="30" y="120"/>
                    <a:pt x="26" y="116"/>
                  </a:cubicBezTo>
                  <a:lnTo>
                    <a:pt x="11" y="119"/>
                  </a:lnTo>
                  <a:lnTo>
                    <a:pt x="0" y="96"/>
                  </a:lnTo>
                  <a:lnTo>
                    <a:pt x="13" y="86"/>
                  </a:lnTo>
                  <a:cubicBezTo>
                    <a:pt x="12" y="81"/>
                    <a:pt x="12" y="75"/>
                    <a:pt x="13" y="69"/>
                  </a:cubicBezTo>
                  <a:lnTo>
                    <a:pt x="0" y="61"/>
                  </a:lnTo>
                  <a:lnTo>
                    <a:pt x="9" y="37"/>
                  </a:lnTo>
                  <a:lnTo>
                    <a:pt x="24" y="39"/>
                  </a:lnTo>
                  <a:cubicBezTo>
                    <a:pt x="27" y="35"/>
                    <a:pt x="31" y="30"/>
                    <a:pt x="36" y="27"/>
                  </a:cubicBezTo>
                  <a:lnTo>
                    <a:pt x="33" y="12"/>
                  </a:lnTo>
                  <a:lnTo>
                    <a:pt x="56" y="1"/>
                  </a:lnTo>
                  <a:lnTo>
                    <a:pt x="66" y="14"/>
                  </a:lnTo>
                  <a:cubicBezTo>
                    <a:pt x="71" y="13"/>
                    <a:pt x="77" y="13"/>
                    <a:pt x="82" y="13"/>
                  </a:cubicBezTo>
                  <a:lnTo>
                    <a:pt x="91" y="0"/>
                  </a:lnTo>
                  <a:lnTo>
                    <a:pt x="115" y="10"/>
                  </a:lnTo>
                  <a:lnTo>
                    <a:pt x="113" y="25"/>
                  </a:lnTo>
                  <a:cubicBezTo>
                    <a:pt x="117" y="28"/>
                    <a:pt x="121" y="32"/>
                    <a:pt x="125" y="37"/>
                  </a:cubicBezTo>
                  <a:lnTo>
                    <a:pt x="140" y="34"/>
                  </a:lnTo>
                  <a:lnTo>
                    <a:pt x="151" y="57"/>
                  </a:lnTo>
                  <a:lnTo>
                    <a:pt x="138" y="66"/>
                  </a:lnTo>
                  <a:cubicBezTo>
                    <a:pt x="139" y="72"/>
                    <a:pt x="139" y="78"/>
                    <a:pt x="138" y="83"/>
                  </a:cubicBezTo>
                  <a:lnTo>
                    <a:pt x="151" y="92"/>
                  </a:lnTo>
                  <a:lnTo>
                    <a:pt x="142" y="116"/>
                  </a:lnTo>
                  <a:lnTo>
                    <a:pt x="127" y="114"/>
                  </a:lnTo>
                  <a:cubicBezTo>
                    <a:pt x="124" y="118"/>
                    <a:pt x="120" y="122"/>
                    <a:pt x="115" y="126"/>
                  </a:cubicBezTo>
                  <a:lnTo>
                    <a:pt x="118" y="141"/>
                  </a:lnTo>
                  <a:lnTo>
                    <a:pt x="95" y="151"/>
                  </a:lnTo>
                  <a:lnTo>
                    <a:pt x="85" y="139"/>
                  </a:lnTo>
                  <a:moveTo>
                    <a:pt x="86" y="102"/>
                  </a:moveTo>
                  <a:cubicBezTo>
                    <a:pt x="99" y="96"/>
                    <a:pt x="106" y="79"/>
                    <a:pt x="100" y="66"/>
                  </a:cubicBezTo>
                  <a:cubicBezTo>
                    <a:pt x="93" y="52"/>
                    <a:pt x="77" y="45"/>
                    <a:pt x="63" y="52"/>
                  </a:cubicBezTo>
                  <a:cubicBezTo>
                    <a:pt x="49" y="58"/>
                    <a:pt x="43" y="74"/>
                    <a:pt x="49" y="88"/>
                  </a:cubicBezTo>
                  <a:cubicBezTo>
                    <a:pt x="55" y="102"/>
                    <a:pt x="72" y="108"/>
                    <a:pt x="8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9700" rIns="90000" bIns="9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22"/>
          <p:cNvGrpSpPr/>
          <p:nvPr/>
        </p:nvGrpSpPr>
        <p:grpSpPr>
          <a:xfrm>
            <a:off x="-187189" y="139313"/>
            <a:ext cx="10397451" cy="5226445"/>
            <a:chOff x="-187189" y="139313"/>
            <a:chExt cx="10397451" cy="5226445"/>
          </a:xfrm>
        </p:grpSpPr>
        <p:grpSp>
          <p:nvGrpSpPr>
            <p:cNvPr id="773" name="Google Shape;773;p22"/>
            <p:cNvGrpSpPr/>
            <p:nvPr/>
          </p:nvGrpSpPr>
          <p:grpSpPr>
            <a:xfrm>
              <a:off x="-187189" y="139313"/>
              <a:ext cx="1065901" cy="619495"/>
              <a:chOff x="-192639" y="64613"/>
              <a:chExt cx="1065901" cy="619495"/>
            </a:xfrm>
          </p:grpSpPr>
          <p:sp>
            <p:nvSpPr>
              <p:cNvPr id="774" name="Google Shape;774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1" name="Google Shape;781;p22"/>
            <p:cNvGrpSpPr/>
            <p:nvPr/>
          </p:nvGrpSpPr>
          <p:grpSpPr>
            <a:xfrm flipH="1">
              <a:off x="8552194" y="917833"/>
              <a:ext cx="1658068" cy="3498326"/>
              <a:chOff x="-1133549" y="822583"/>
              <a:chExt cx="1658068" cy="3498326"/>
            </a:xfrm>
          </p:grpSpPr>
          <p:sp>
            <p:nvSpPr>
              <p:cNvPr id="782" name="Google Shape;782;p22"/>
              <p:cNvSpPr/>
              <p:nvPr/>
            </p:nvSpPr>
            <p:spPr>
              <a:xfrm>
                <a:off x="-1133549" y="822583"/>
                <a:ext cx="1658068" cy="3498326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920" extrusionOk="0">
                    <a:moveTo>
                      <a:pt x="803" y="1"/>
                    </a:moveTo>
                    <a:cubicBezTo>
                      <a:pt x="803" y="1"/>
                      <a:pt x="804" y="1"/>
                      <a:pt x="807" y="2"/>
                    </a:cubicBezTo>
                    <a:cubicBezTo>
                      <a:pt x="809" y="2"/>
                      <a:pt x="813" y="2"/>
                      <a:pt x="817" y="2"/>
                    </a:cubicBezTo>
                    <a:cubicBezTo>
                      <a:pt x="827" y="3"/>
                      <a:pt x="841" y="7"/>
                      <a:pt x="857" y="16"/>
                    </a:cubicBezTo>
                    <a:cubicBezTo>
                      <a:pt x="865" y="21"/>
                      <a:pt x="873" y="27"/>
                      <a:pt x="881" y="36"/>
                    </a:cubicBezTo>
                    <a:cubicBezTo>
                      <a:pt x="888" y="44"/>
                      <a:pt x="897" y="55"/>
                      <a:pt x="902" y="68"/>
                    </a:cubicBezTo>
                    <a:cubicBezTo>
                      <a:pt x="907" y="80"/>
                      <a:pt x="910" y="95"/>
                      <a:pt x="910" y="111"/>
                    </a:cubicBezTo>
                    <a:cubicBezTo>
                      <a:pt x="910" y="126"/>
                      <a:pt x="910" y="143"/>
                      <a:pt x="910" y="161"/>
                    </a:cubicBezTo>
                    <a:cubicBezTo>
                      <a:pt x="910" y="302"/>
                      <a:pt x="910" y="507"/>
                      <a:pt x="910" y="761"/>
                    </a:cubicBezTo>
                    <a:cubicBezTo>
                      <a:pt x="910" y="1014"/>
                      <a:pt x="910" y="1315"/>
                      <a:pt x="910" y="1650"/>
                    </a:cubicBezTo>
                    <a:cubicBezTo>
                      <a:pt x="910" y="1692"/>
                      <a:pt x="910" y="1734"/>
                      <a:pt x="910" y="1777"/>
                    </a:cubicBezTo>
                    <a:lnTo>
                      <a:pt x="910" y="1809"/>
                    </a:lnTo>
                    <a:cubicBezTo>
                      <a:pt x="910" y="1820"/>
                      <a:pt x="909" y="1831"/>
                      <a:pt x="906" y="1842"/>
                    </a:cubicBezTo>
                    <a:cubicBezTo>
                      <a:pt x="903" y="1852"/>
                      <a:pt x="899" y="1862"/>
                      <a:pt x="893" y="1872"/>
                    </a:cubicBezTo>
                    <a:cubicBezTo>
                      <a:pt x="886" y="1881"/>
                      <a:pt x="879" y="1889"/>
                      <a:pt x="870" y="1896"/>
                    </a:cubicBezTo>
                    <a:cubicBezTo>
                      <a:pt x="853" y="1910"/>
                      <a:pt x="831" y="1919"/>
                      <a:pt x="809" y="1920"/>
                    </a:cubicBezTo>
                    <a:cubicBezTo>
                      <a:pt x="787" y="1921"/>
                      <a:pt x="765" y="1920"/>
                      <a:pt x="742" y="1920"/>
                    </a:cubicBezTo>
                    <a:cubicBezTo>
                      <a:pt x="698" y="1920"/>
                      <a:pt x="652" y="1920"/>
                      <a:pt x="607" y="1920"/>
                    </a:cubicBezTo>
                    <a:cubicBezTo>
                      <a:pt x="516" y="1920"/>
                      <a:pt x="423" y="1920"/>
                      <a:pt x="329" y="1920"/>
                    </a:cubicBezTo>
                    <a:cubicBezTo>
                      <a:pt x="282" y="1920"/>
                      <a:pt x="235" y="1920"/>
                      <a:pt x="187" y="1920"/>
                    </a:cubicBezTo>
                    <a:cubicBezTo>
                      <a:pt x="163" y="1920"/>
                      <a:pt x="139" y="1920"/>
                      <a:pt x="115" y="1920"/>
                    </a:cubicBezTo>
                    <a:cubicBezTo>
                      <a:pt x="91" y="1921"/>
                      <a:pt x="66" y="1915"/>
                      <a:pt x="46" y="1901"/>
                    </a:cubicBezTo>
                    <a:cubicBezTo>
                      <a:pt x="26" y="1887"/>
                      <a:pt x="11" y="1866"/>
                      <a:pt x="4" y="1843"/>
                    </a:cubicBezTo>
                    <a:cubicBezTo>
                      <a:pt x="0" y="1831"/>
                      <a:pt x="0" y="1819"/>
                      <a:pt x="0" y="1807"/>
                    </a:cubicBezTo>
                    <a:cubicBezTo>
                      <a:pt x="0" y="1795"/>
                      <a:pt x="0" y="1783"/>
                      <a:pt x="0" y="1771"/>
                    </a:cubicBezTo>
                    <a:cubicBezTo>
                      <a:pt x="0" y="1723"/>
                      <a:pt x="0" y="1676"/>
                      <a:pt x="0" y="1629"/>
                    </a:cubicBezTo>
                    <a:cubicBezTo>
                      <a:pt x="0" y="1535"/>
                      <a:pt x="0" y="1442"/>
                      <a:pt x="0" y="1351"/>
                    </a:cubicBezTo>
                    <a:cubicBezTo>
                      <a:pt x="0" y="1169"/>
                      <a:pt x="0" y="993"/>
                      <a:pt x="0" y="826"/>
                    </a:cubicBezTo>
                    <a:cubicBezTo>
                      <a:pt x="0" y="658"/>
                      <a:pt x="0" y="499"/>
                      <a:pt x="0" y="350"/>
                    </a:cubicBezTo>
                    <a:cubicBezTo>
                      <a:pt x="0" y="276"/>
                      <a:pt x="0" y="204"/>
                      <a:pt x="0" y="135"/>
                    </a:cubicBezTo>
                    <a:cubicBezTo>
                      <a:pt x="0" y="126"/>
                      <a:pt x="0" y="118"/>
                      <a:pt x="0" y="109"/>
                    </a:cubicBezTo>
                    <a:cubicBezTo>
                      <a:pt x="0" y="105"/>
                      <a:pt x="1" y="100"/>
                      <a:pt x="1" y="96"/>
                    </a:cubicBezTo>
                    <a:cubicBezTo>
                      <a:pt x="2" y="92"/>
                      <a:pt x="2" y="88"/>
                      <a:pt x="3" y="83"/>
                    </a:cubicBezTo>
                    <a:cubicBezTo>
                      <a:pt x="7" y="67"/>
                      <a:pt x="15" y="51"/>
                      <a:pt x="25" y="38"/>
                    </a:cubicBezTo>
                    <a:cubicBezTo>
                      <a:pt x="36" y="26"/>
                      <a:pt x="50" y="16"/>
                      <a:pt x="65" y="9"/>
                    </a:cubicBezTo>
                    <a:cubicBezTo>
                      <a:pt x="80" y="2"/>
                      <a:pt x="96" y="0"/>
                      <a:pt x="112" y="0"/>
                    </a:cubicBezTo>
                    <a:cubicBezTo>
                      <a:pt x="144" y="0"/>
                      <a:pt x="175" y="0"/>
                      <a:pt x="205" y="0"/>
                    </a:cubicBezTo>
                    <a:cubicBezTo>
                      <a:pt x="220" y="0"/>
                      <a:pt x="235" y="0"/>
                      <a:pt x="249" y="0"/>
                    </a:cubicBezTo>
                    <a:cubicBezTo>
                      <a:pt x="257" y="0"/>
                      <a:pt x="264" y="0"/>
                      <a:pt x="271" y="0"/>
                    </a:cubicBezTo>
                    <a:cubicBezTo>
                      <a:pt x="278" y="0"/>
                      <a:pt x="286" y="2"/>
                      <a:pt x="292" y="6"/>
                    </a:cubicBezTo>
                    <a:cubicBezTo>
                      <a:pt x="298" y="10"/>
                      <a:pt x="303" y="16"/>
                      <a:pt x="305" y="23"/>
                    </a:cubicBezTo>
                    <a:cubicBezTo>
                      <a:pt x="308" y="30"/>
                      <a:pt x="307" y="37"/>
                      <a:pt x="307" y="44"/>
                    </a:cubicBezTo>
                    <a:cubicBezTo>
                      <a:pt x="307" y="48"/>
                      <a:pt x="307" y="50"/>
                      <a:pt x="307" y="54"/>
                    </a:cubicBezTo>
                    <a:cubicBezTo>
                      <a:pt x="307" y="57"/>
                      <a:pt x="307" y="61"/>
                      <a:pt x="307" y="65"/>
                    </a:cubicBezTo>
                    <a:cubicBezTo>
                      <a:pt x="308" y="71"/>
                      <a:pt x="311" y="77"/>
                      <a:pt x="315" y="82"/>
                    </a:cubicBezTo>
                    <a:cubicBezTo>
                      <a:pt x="320" y="87"/>
                      <a:pt x="325" y="91"/>
                      <a:pt x="332" y="92"/>
                    </a:cubicBezTo>
                    <a:cubicBezTo>
                      <a:pt x="335" y="93"/>
                      <a:pt x="338" y="93"/>
                      <a:pt x="341" y="93"/>
                    </a:cubicBezTo>
                    <a:cubicBezTo>
                      <a:pt x="345" y="93"/>
                      <a:pt x="348" y="93"/>
                      <a:pt x="351" y="93"/>
                    </a:cubicBezTo>
                    <a:cubicBezTo>
                      <a:pt x="364" y="93"/>
                      <a:pt x="377" y="93"/>
                      <a:pt x="389" y="93"/>
                    </a:cubicBezTo>
                    <a:cubicBezTo>
                      <a:pt x="440" y="93"/>
                      <a:pt x="486" y="94"/>
                      <a:pt x="529" y="94"/>
                    </a:cubicBezTo>
                    <a:cubicBezTo>
                      <a:pt x="551" y="94"/>
                      <a:pt x="572" y="94"/>
                      <a:pt x="591" y="94"/>
                    </a:cubicBezTo>
                    <a:cubicBezTo>
                      <a:pt x="596" y="94"/>
                      <a:pt x="601" y="94"/>
                      <a:pt x="606" y="94"/>
                    </a:cubicBezTo>
                    <a:cubicBezTo>
                      <a:pt x="610" y="93"/>
                      <a:pt x="615" y="91"/>
                      <a:pt x="619" y="89"/>
                    </a:cubicBezTo>
                    <a:cubicBezTo>
                      <a:pt x="627" y="84"/>
                      <a:pt x="632" y="76"/>
                      <a:pt x="634" y="68"/>
                    </a:cubicBezTo>
                    <a:cubicBezTo>
                      <a:pt x="635" y="63"/>
                      <a:pt x="634" y="59"/>
                      <a:pt x="634" y="55"/>
                    </a:cubicBezTo>
                    <a:cubicBezTo>
                      <a:pt x="634" y="50"/>
                      <a:pt x="634" y="46"/>
                      <a:pt x="634" y="42"/>
                    </a:cubicBezTo>
                    <a:cubicBezTo>
                      <a:pt x="634" y="38"/>
                      <a:pt x="634" y="34"/>
                      <a:pt x="635" y="29"/>
                    </a:cubicBezTo>
                    <a:cubicBezTo>
                      <a:pt x="636" y="25"/>
                      <a:pt x="637" y="22"/>
                      <a:pt x="639" y="18"/>
                    </a:cubicBezTo>
                    <a:cubicBezTo>
                      <a:pt x="643" y="11"/>
                      <a:pt x="649" y="6"/>
                      <a:pt x="656" y="3"/>
                    </a:cubicBezTo>
                    <a:cubicBezTo>
                      <a:pt x="663" y="0"/>
                      <a:pt x="670" y="1"/>
                      <a:pt x="677" y="1"/>
                    </a:cubicBezTo>
                    <a:cubicBezTo>
                      <a:pt x="704" y="1"/>
                      <a:pt x="727" y="1"/>
                      <a:pt x="746" y="1"/>
                    </a:cubicBezTo>
                    <a:cubicBezTo>
                      <a:pt x="765" y="1"/>
                      <a:pt x="779" y="1"/>
                      <a:pt x="788" y="1"/>
                    </a:cubicBezTo>
                    <a:cubicBezTo>
                      <a:pt x="798" y="1"/>
                      <a:pt x="803" y="1"/>
                      <a:pt x="803" y="1"/>
                    </a:cubicBezTo>
                    <a:cubicBezTo>
                      <a:pt x="803" y="1"/>
                      <a:pt x="798" y="1"/>
                      <a:pt x="788" y="1"/>
                    </a:cubicBezTo>
                    <a:cubicBezTo>
                      <a:pt x="779" y="1"/>
                      <a:pt x="765" y="2"/>
                      <a:pt x="746" y="2"/>
                    </a:cubicBezTo>
                    <a:cubicBezTo>
                      <a:pt x="727" y="2"/>
                      <a:pt x="704" y="2"/>
                      <a:pt x="677" y="2"/>
                    </a:cubicBezTo>
                    <a:cubicBezTo>
                      <a:pt x="670" y="2"/>
                      <a:pt x="663" y="1"/>
                      <a:pt x="656" y="4"/>
                    </a:cubicBezTo>
                    <a:cubicBezTo>
                      <a:pt x="650" y="7"/>
                      <a:pt x="644" y="12"/>
                      <a:pt x="640" y="19"/>
                    </a:cubicBezTo>
                    <a:cubicBezTo>
                      <a:pt x="638" y="22"/>
                      <a:pt x="637" y="26"/>
                      <a:pt x="636" y="30"/>
                    </a:cubicBezTo>
                    <a:cubicBezTo>
                      <a:pt x="635" y="34"/>
                      <a:pt x="636" y="38"/>
                      <a:pt x="636" y="42"/>
                    </a:cubicBezTo>
                    <a:cubicBezTo>
                      <a:pt x="636" y="46"/>
                      <a:pt x="636" y="50"/>
                      <a:pt x="636" y="55"/>
                    </a:cubicBezTo>
                    <a:cubicBezTo>
                      <a:pt x="636" y="59"/>
                      <a:pt x="636" y="63"/>
                      <a:pt x="635" y="68"/>
                    </a:cubicBezTo>
                    <a:cubicBezTo>
                      <a:pt x="633" y="77"/>
                      <a:pt x="627" y="85"/>
                      <a:pt x="619" y="90"/>
                    </a:cubicBezTo>
                    <a:cubicBezTo>
                      <a:pt x="615" y="93"/>
                      <a:pt x="611" y="94"/>
                      <a:pt x="606" y="95"/>
                    </a:cubicBezTo>
                    <a:cubicBezTo>
                      <a:pt x="601" y="95"/>
                      <a:pt x="596" y="95"/>
                      <a:pt x="591" y="95"/>
                    </a:cubicBezTo>
                    <a:cubicBezTo>
                      <a:pt x="571" y="95"/>
                      <a:pt x="551" y="95"/>
                      <a:pt x="529" y="95"/>
                    </a:cubicBezTo>
                    <a:cubicBezTo>
                      <a:pt x="486" y="95"/>
                      <a:pt x="439" y="95"/>
                      <a:pt x="389" y="95"/>
                    </a:cubicBezTo>
                    <a:cubicBezTo>
                      <a:pt x="377" y="95"/>
                      <a:pt x="364" y="95"/>
                      <a:pt x="351" y="95"/>
                    </a:cubicBezTo>
                    <a:cubicBezTo>
                      <a:pt x="348" y="95"/>
                      <a:pt x="344" y="95"/>
                      <a:pt x="341" y="95"/>
                    </a:cubicBezTo>
                    <a:cubicBezTo>
                      <a:pt x="338" y="95"/>
                      <a:pt x="334" y="95"/>
                      <a:pt x="331" y="94"/>
                    </a:cubicBezTo>
                    <a:cubicBezTo>
                      <a:pt x="324" y="92"/>
                      <a:pt x="318" y="89"/>
                      <a:pt x="314" y="83"/>
                    </a:cubicBezTo>
                    <a:cubicBezTo>
                      <a:pt x="309" y="78"/>
                      <a:pt x="306" y="72"/>
                      <a:pt x="305" y="65"/>
                    </a:cubicBezTo>
                    <a:cubicBezTo>
                      <a:pt x="305" y="61"/>
                      <a:pt x="305" y="58"/>
                      <a:pt x="305" y="54"/>
                    </a:cubicBezTo>
                    <a:cubicBezTo>
                      <a:pt x="305" y="51"/>
                      <a:pt x="305" y="47"/>
                      <a:pt x="305" y="44"/>
                    </a:cubicBezTo>
                    <a:cubicBezTo>
                      <a:pt x="305" y="37"/>
                      <a:pt x="306" y="30"/>
                      <a:pt x="303" y="24"/>
                    </a:cubicBezTo>
                    <a:cubicBezTo>
                      <a:pt x="301" y="17"/>
                      <a:pt x="296" y="11"/>
                      <a:pt x="291" y="7"/>
                    </a:cubicBezTo>
                    <a:cubicBezTo>
                      <a:pt x="285" y="3"/>
                      <a:pt x="278" y="2"/>
                      <a:pt x="271" y="2"/>
                    </a:cubicBezTo>
                    <a:lnTo>
                      <a:pt x="249" y="2"/>
                    </a:lnTo>
                    <a:cubicBezTo>
                      <a:pt x="234" y="2"/>
                      <a:pt x="220" y="2"/>
                      <a:pt x="204" y="2"/>
                    </a:cubicBezTo>
                    <a:cubicBezTo>
                      <a:pt x="174" y="2"/>
                      <a:pt x="144" y="2"/>
                      <a:pt x="112" y="2"/>
                    </a:cubicBezTo>
                    <a:cubicBezTo>
                      <a:pt x="96" y="2"/>
                      <a:pt x="80" y="4"/>
                      <a:pt x="65" y="11"/>
                    </a:cubicBezTo>
                    <a:cubicBezTo>
                      <a:pt x="51" y="17"/>
                      <a:pt x="37" y="27"/>
                      <a:pt x="27" y="40"/>
                    </a:cubicBezTo>
                    <a:cubicBezTo>
                      <a:pt x="16" y="52"/>
                      <a:pt x="9" y="67"/>
                      <a:pt x="5" y="84"/>
                    </a:cubicBezTo>
                    <a:cubicBezTo>
                      <a:pt x="4" y="88"/>
                      <a:pt x="4" y="92"/>
                      <a:pt x="3" y="96"/>
                    </a:cubicBezTo>
                    <a:cubicBezTo>
                      <a:pt x="3" y="100"/>
                      <a:pt x="2" y="105"/>
                      <a:pt x="2" y="109"/>
                    </a:cubicBezTo>
                    <a:cubicBezTo>
                      <a:pt x="2" y="117"/>
                      <a:pt x="2" y="126"/>
                      <a:pt x="2" y="135"/>
                    </a:cubicBezTo>
                    <a:cubicBezTo>
                      <a:pt x="2" y="204"/>
                      <a:pt x="2" y="276"/>
                      <a:pt x="2" y="350"/>
                    </a:cubicBezTo>
                    <a:cubicBezTo>
                      <a:pt x="2" y="499"/>
                      <a:pt x="2" y="657"/>
                      <a:pt x="2" y="825"/>
                    </a:cubicBezTo>
                    <a:cubicBezTo>
                      <a:pt x="2" y="992"/>
                      <a:pt x="2" y="1169"/>
                      <a:pt x="2" y="1351"/>
                    </a:cubicBezTo>
                    <a:cubicBezTo>
                      <a:pt x="2" y="1442"/>
                      <a:pt x="2" y="1535"/>
                      <a:pt x="2" y="1629"/>
                    </a:cubicBezTo>
                    <a:cubicBezTo>
                      <a:pt x="2" y="1676"/>
                      <a:pt x="2" y="1723"/>
                      <a:pt x="2" y="1771"/>
                    </a:cubicBezTo>
                    <a:cubicBezTo>
                      <a:pt x="2" y="1783"/>
                      <a:pt x="2" y="1795"/>
                      <a:pt x="2" y="1807"/>
                    </a:cubicBezTo>
                    <a:cubicBezTo>
                      <a:pt x="2" y="1819"/>
                      <a:pt x="3" y="1830"/>
                      <a:pt x="7" y="1842"/>
                    </a:cubicBezTo>
                    <a:cubicBezTo>
                      <a:pt x="13" y="1864"/>
                      <a:pt x="28" y="1885"/>
                      <a:pt x="48" y="1898"/>
                    </a:cubicBezTo>
                    <a:cubicBezTo>
                      <a:pt x="67" y="1912"/>
                      <a:pt x="91" y="1918"/>
                      <a:pt x="115" y="1917"/>
                    </a:cubicBezTo>
                    <a:cubicBezTo>
                      <a:pt x="139" y="1917"/>
                      <a:pt x="163" y="1917"/>
                      <a:pt x="187" y="1917"/>
                    </a:cubicBezTo>
                    <a:cubicBezTo>
                      <a:pt x="234" y="1917"/>
                      <a:pt x="282" y="1917"/>
                      <a:pt x="329" y="1917"/>
                    </a:cubicBezTo>
                    <a:cubicBezTo>
                      <a:pt x="423" y="1917"/>
                      <a:pt x="516" y="1917"/>
                      <a:pt x="607" y="1917"/>
                    </a:cubicBezTo>
                    <a:cubicBezTo>
                      <a:pt x="652" y="1917"/>
                      <a:pt x="697" y="1917"/>
                      <a:pt x="742" y="1917"/>
                    </a:cubicBezTo>
                    <a:cubicBezTo>
                      <a:pt x="764" y="1917"/>
                      <a:pt x="787" y="1918"/>
                      <a:pt x="809" y="1917"/>
                    </a:cubicBezTo>
                    <a:cubicBezTo>
                      <a:pt x="830" y="1916"/>
                      <a:pt x="852" y="1907"/>
                      <a:pt x="868" y="1894"/>
                    </a:cubicBezTo>
                    <a:cubicBezTo>
                      <a:pt x="877" y="1887"/>
                      <a:pt x="884" y="1879"/>
                      <a:pt x="890" y="1870"/>
                    </a:cubicBezTo>
                    <a:cubicBezTo>
                      <a:pt x="896" y="1861"/>
                      <a:pt x="900" y="1851"/>
                      <a:pt x="903" y="1841"/>
                    </a:cubicBezTo>
                    <a:cubicBezTo>
                      <a:pt x="906" y="1830"/>
                      <a:pt x="907" y="1820"/>
                      <a:pt x="907" y="1809"/>
                    </a:cubicBezTo>
                    <a:cubicBezTo>
                      <a:pt x="907" y="1798"/>
                      <a:pt x="907" y="1788"/>
                      <a:pt x="907" y="1777"/>
                    </a:cubicBezTo>
                    <a:cubicBezTo>
                      <a:pt x="907" y="1734"/>
                      <a:pt x="907" y="1692"/>
                      <a:pt x="907" y="1650"/>
                    </a:cubicBezTo>
                    <a:cubicBezTo>
                      <a:pt x="907" y="1315"/>
                      <a:pt x="907" y="1013"/>
                      <a:pt x="908" y="760"/>
                    </a:cubicBezTo>
                    <a:cubicBezTo>
                      <a:pt x="908" y="507"/>
                      <a:pt x="908" y="302"/>
                      <a:pt x="908" y="161"/>
                    </a:cubicBezTo>
                    <a:cubicBezTo>
                      <a:pt x="908" y="143"/>
                      <a:pt x="908" y="126"/>
                      <a:pt x="908" y="110"/>
                    </a:cubicBezTo>
                    <a:cubicBezTo>
                      <a:pt x="908" y="95"/>
                      <a:pt x="906" y="80"/>
                      <a:pt x="901" y="68"/>
                    </a:cubicBezTo>
                    <a:cubicBezTo>
                      <a:pt x="895" y="55"/>
                      <a:pt x="888" y="44"/>
                      <a:pt x="881" y="36"/>
                    </a:cubicBezTo>
                    <a:cubicBezTo>
                      <a:pt x="873" y="28"/>
                      <a:pt x="865" y="21"/>
                      <a:pt x="857" y="16"/>
                    </a:cubicBezTo>
                    <a:cubicBezTo>
                      <a:pt x="841" y="7"/>
                      <a:pt x="826" y="4"/>
                      <a:pt x="817" y="2"/>
                    </a:cubicBezTo>
                    <a:cubicBezTo>
                      <a:pt x="812" y="2"/>
                      <a:pt x="809" y="2"/>
                      <a:pt x="806" y="1"/>
                    </a:cubicBezTo>
                    <a:cubicBezTo>
                      <a:pt x="804" y="1"/>
                      <a:pt x="803" y="1"/>
                      <a:pt x="8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2"/>
              <p:cNvSpPr/>
              <p:nvPr/>
            </p:nvSpPr>
            <p:spPr>
              <a:xfrm>
                <a:off x="207210" y="1137797"/>
                <a:ext cx="142120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8" h="2" extrusionOk="0">
                    <a:moveTo>
                      <a:pt x="78" y="1"/>
                    </a:moveTo>
                    <a:cubicBezTo>
                      <a:pt x="78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8" y="0"/>
                      <a:pt x="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2"/>
              <p:cNvSpPr/>
              <p:nvPr/>
            </p:nvSpPr>
            <p:spPr>
              <a:xfrm>
                <a:off x="207210" y="1174238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39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39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2"/>
              <p:cNvSpPr/>
              <p:nvPr/>
            </p:nvSpPr>
            <p:spPr>
              <a:xfrm>
                <a:off x="207210" y="1210679"/>
                <a:ext cx="143942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79" h="2" extrusionOk="0">
                    <a:moveTo>
                      <a:pt x="79" y="1"/>
                    </a:moveTo>
                    <a:cubicBezTo>
                      <a:pt x="79" y="1"/>
                      <a:pt x="61" y="2"/>
                      <a:pt x="40" y="2"/>
                    </a:cubicBezTo>
                    <a:cubicBezTo>
                      <a:pt x="18" y="2"/>
                      <a:pt x="0" y="2"/>
                      <a:pt x="0" y="1"/>
                    </a:cubicBezTo>
                    <a:cubicBezTo>
                      <a:pt x="0" y="1"/>
                      <a:pt x="18" y="0"/>
                      <a:pt x="40" y="0"/>
                    </a:cubicBezTo>
                    <a:cubicBezTo>
                      <a:pt x="61" y="0"/>
                      <a:pt x="79" y="0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2"/>
              <p:cNvSpPr/>
              <p:nvPr/>
            </p:nvSpPr>
            <p:spPr>
              <a:xfrm>
                <a:off x="-1009920" y="1443901"/>
                <a:ext cx="1353785" cy="251442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38" extrusionOk="0">
                    <a:moveTo>
                      <a:pt x="685" y="137"/>
                    </a:moveTo>
                    <a:cubicBezTo>
                      <a:pt x="685" y="137"/>
                      <a:pt x="687" y="136"/>
                      <a:pt x="690" y="136"/>
                    </a:cubicBezTo>
                    <a:cubicBezTo>
                      <a:pt x="693" y="136"/>
                      <a:pt x="697" y="135"/>
                      <a:pt x="702" y="134"/>
                    </a:cubicBezTo>
                    <a:cubicBezTo>
                      <a:pt x="707" y="132"/>
                      <a:pt x="713" y="129"/>
                      <a:pt x="720" y="124"/>
                    </a:cubicBezTo>
                    <a:cubicBezTo>
                      <a:pt x="726" y="120"/>
                      <a:pt x="732" y="113"/>
                      <a:pt x="737" y="103"/>
                    </a:cubicBezTo>
                    <a:cubicBezTo>
                      <a:pt x="739" y="98"/>
                      <a:pt x="741" y="93"/>
                      <a:pt x="741" y="87"/>
                    </a:cubicBezTo>
                    <a:cubicBezTo>
                      <a:pt x="742" y="82"/>
                      <a:pt x="742" y="76"/>
                      <a:pt x="742" y="69"/>
                    </a:cubicBezTo>
                    <a:cubicBezTo>
                      <a:pt x="742" y="63"/>
                      <a:pt x="742" y="56"/>
                      <a:pt x="741" y="49"/>
                    </a:cubicBezTo>
                    <a:cubicBezTo>
                      <a:pt x="740" y="43"/>
                      <a:pt x="737" y="36"/>
                      <a:pt x="733" y="30"/>
                    </a:cubicBezTo>
                    <a:cubicBezTo>
                      <a:pt x="726" y="17"/>
                      <a:pt x="712" y="7"/>
                      <a:pt x="696" y="4"/>
                    </a:cubicBezTo>
                    <a:cubicBezTo>
                      <a:pt x="688" y="2"/>
                      <a:pt x="679" y="3"/>
                      <a:pt x="670" y="3"/>
                    </a:cubicBezTo>
                    <a:cubicBezTo>
                      <a:pt x="661" y="3"/>
                      <a:pt x="652" y="3"/>
                      <a:pt x="643" y="3"/>
                    </a:cubicBezTo>
                    <a:cubicBezTo>
                      <a:pt x="493" y="3"/>
                      <a:pt x="286" y="3"/>
                      <a:pt x="58" y="3"/>
                    </a:cubicBezTo>
                    <a:cubicBezTo>
                      <a:pt x="44" y="3"/>
                      <a:pt x="30" y="9"/>
                      <a:pt x="20" y="18"/>
                    </a:cubicBezTo>
                    <a:cubicBezTo>
                      <a:pt x="10" y="27"/>
                      <a:pt x="4" y="40"/>
                      <a:pt x="3" y="54"/>
                    </a:cubicBezTo>
                    <a:cubicBezTo>
                      <a:pt x="2" y="61"/>
                      <a:pt x="3" y="68"/>
                      <a:pt x="3" y="75"/>
                    </a:cubicBezTo>
                    <a:cubicBezTo>
                      <a:pt x="2" y="82"/>
                      <a:pt x="3" y="88"/>
                      <a:pt x="5" y="95"/>
                    </a:cubicBezTo>
                    <a:cubicBezTo>
                      <a:pt x="8" y="108"/>
                      <a:pt x="17" y="119"/>
                      <a:pt x="28" y="126"/>
                    </a:cubicBezTo>
                    <a:cubicBezTo>
                      <a:pt x="33" y="130"/>
                      <a:pt x="39" y="132"/>
                      <a:pt x="46" y="134"/>
                    </a:cubicBezTo>
                    <a:cubicBezTo>
                      <a:pt x="52" y="135"/>
                      <a:pt x="58" y="135"/>
                      <a:pt x="65" y="135"/>
                    </a:cubicBezTo>
                    <a:cubicBezTo>
                      <a:pt x="78" y="135"/>
                      <a:pt x="91" y="135"/>
                      <a:pt x="104" y="135"/>
                    </a:cubicBezTo>
                    <a:cubicBezTo>
                      <a:pt x="130" y="135"/>
                      <a:pt x="156" y="135"/>
                      <a:pt x="180" y="135"/>
                    </a:cubicBezTo>
                    <a:cubicBezTo>
                      <a:pt x="279" y="135"/>
                      <a:pt x="368" y="135"/>
                      <a:pt x="443" y="136"/>
                    </a:cubicBezTo>
                    <a:cubicBezTo>
                      <a:pt x="518" y="136"/>
                      <a:pt x="579" y="136"/>
                      <a:pt x="620" y="136"/>
                    </a:cubicBezTo>
                    <a:cubicBezTo>
                      <a:pt x="641" y="136"/>
                      <a:pt x="658" y="136"/>
                      <a:pt x="669" y="136"/>
                    </a:cubicBezTo>
                    <a:cubicBezTo>
                      <a:pt x="674" y="136"/>
                      <a:pt x="678" y="136"/>
                      <a:pt x="681" y="136"/>
                    </a:cubicBezTo>
                    <a:cubicBezTo>
                      <a:pt x="684" y="136"/>
                      <a:pt x="685" y="137"/>
                      <a:pt x="685" y="137"/>
                    </a:cubicBezTo>
                    <a:cubicBezTo>
                      <a:pt x="685" y="137"/>
                      <a:pt x="684" y="137"/>
                      <a:pt x="681" y="137"/>
                    </a:cubicBezTo>
                    <a:cubicBezTo>
                      <a:pt x="678" y="137"/>
                      <a:pt x="674" y="137"/>
                      <a:pt x="669" y="137"/>
                    </a:cubicBezTo>
                    <a:cubicBezTo>
                      <a:pt x="657" y="137"/>
                      <a:pt x="641" y="137"/>
                      <a:pt x="620" y="137"/>
                    </a:cubicBezTo>
                    <a:cubicBezTo>
                      <a:pt x="579" y="137"/>
                      <a:pt x="518" y="137"/>
                      <a:pt x="443" y="137"/>
                    </a:cubicBezTo>
                    <a:cubicBezTo>
                      <a:pt x="368" y="138"/>
                      <a:pt x="279" y="138"/>
                      <a:pt x="180" y="138"/>
                    </a:cubicBezTo>
                    <a:cubicBezTo>
                      <a:pt x="156" y="138"/>
                      <a:pt x="130" y="138"/>
                      <a:pt x="104" y="138"/>
                    </a:cubicBezTo>
                    <a:cubicBezTo>
                      <a:pt x="91" y="138"/>
                      <a:pt x="78" y="138"/>
                      <a:pt x="65" y="138"/>
                    </a:cubicBezTo>
                    <a:cubicBezTo>
                      <a:pt x="59" y="138"/>
                      <a:pt x="52" y="138"/>
                      <a:pt x="45" y="136"/>
                    </a:cubicBezTo>
                    <a:cubicBezTo>
                      <a:pt x="38" y="135"/>
                      <a:pt x="32" y="132"/>
                      <a:pt x="26" y="128"/>
                    </a:cubicBezTo>
                    <a:cubicBezTo>
                      <a:pt x="15" y="121"/>
                      <a:pt x="6" y="109"/>
                      <a:pt x="2" y="95"/>
                    </a:cubicBezTo>
                    <a:cubicBezTo>
                      <a:pt x="0" y="89"/>
                      <a:pt x="0" y="81"/>
                      <a:pt x="0" y="75"/>
                    </a:cubicBezTo>
                    <a:cubicBezTo>
                      <a:pt x="0" y="68"/>
                      <a:pt x="0" y="61"/>
                      <a:pt x="0" y="54"/>
                    </a:cubicBezTo>
                    <a:cubicBezTo>
                      <a:pt x="1" y="39"/>
                      <a:pt x="8" y="26"/>
                      <a:pt x="19" y="16"/>
                    </a:cubicBezTo>
                    <a:cubicBezTo>
                      <a:pt x="29" y="6"/>
                      <a:pt x="44" y="0"/>
                      <a:pt x="58" y="0"/>
                    </a:cubicBezTo>
                    <a:cubicBezTo>
                      <a:pt x="286" y="0"/>
                      <a:pt x="493" y="1"/>
                      <a:pt x="643" y="1"/>
                    </a:cubicBezTo>
                    <a:cubicBezTo>
                      <a:pt x="652" y="1"/>
                      <a:pt x="661" y="1"/>
                      <a:pt x="670" y="1"/>
                    </a:cubicBezTo>
                    <a:cubicBezTo>
                      <a:pt x="679" y="1"/>
                      <a:pt x="688" y="0"/>
                      <a:pt x="696" y="2"/>
                    </a:cubicBezTo>
                    <a:cubicBezTo>
                      <a:pt x="713" y="5"/>
                      <a:pt x="727" y="16"/>
                      <a:pt x="735" y="29"/>
                    </a:cubicBezTo>
                    <a:cubicBezTo>
                      <a:pt x="739" y="35"/>
                      <a:pt x="741" y="42"/>
                      <a:pt x="742" y="49"/>
                    </a:cubicBezTo>
                    <a:cubicBezTo>
                      <a:pt x="743" y="56"/>
                      <a:pt x="743" y="63"/>
                      <a:pt x="743" y="69"/>
                    </a:cubicBezTo>
                    <a:cubicBezTo>
                      <a:pt x="743" y="75"/>
                      <a:pt x="743" y="81"/>
                      <a:pt x="742" y="87"/>
                    </a:cubicBezTo>
                    <a:cubicBezTo>
                      <a:pt x="742" y="93"/>
                      <a:pt x="740" y="98"/>
                      <a:pt x="738" y="103"/>
                    </a:cubicBezTo>
                    <a:cubicBezTo>
                      <a:pt x="733" y="113"/>
                      <a:pt x="727" y="120"/>
                      <a:pt x="720" y="125"/>
                    </a:cubicBezTo>
                    <a:cubicBezTo>
                      <a:pt x="714" y="130"/>
                      <a:pt x="708" y="133"/>
                      <a:pt x="702" y="134"/>
                    </a:cubicBezTo>
                    <a:cubicBezTo>
                      <a:pt x="697" y="136"/>
                      <a:pt x="693" y="136"/>
                      <a:pt x="690" y="136"/>
                    </a:cubicBezTo>
                    <a:cubicBezTo>
                      <a:pt x="687" y="136"/>
                      <a:pt x="686" y="136"/>
                      <a:pt x="686" y="136"/>
                    </a:cubicBezTo>
                    <a:lnTo>
                      <a:pt x="685" y="1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675" rIns="90000" bIns="4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2"/>
              <p:cNvSpPr/>
              <p:nvPr/>
            </p:nvSpPr>
            <p:spPr>
              <a:xfrm>
                <a:off x="-527076" y="2571748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>
                <a:off x="-527076" y="2999929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1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1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-527076" y="3065523"/>
                <a:ext cx="78348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" extrusionOk="0">
                    <a:moveTo>
                      <a:pt x="430" y="1"/>
                    </a:moveTo>
                    <a:cubicBezTo>
                      <a:pt x="430" y="2"/>
                      <a:pt x="334" y="2"/>
                      <a:pt x="215" y="2"/>
                    </a:cubicBezTo>
                    <a:cubicBezTo>
                      <a:pt x="96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>
                <a:off x="-527076" y="3491882"/>
                <a:ext cx="79259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" extrusionOk="0">
                    <a:moveTo>
                      <a:pt x="435" y="2"/>
                    </a:moveTo>
                    <a:cubicBezTo>
                      <a:pt x="435" y="2"/>
                      <a:pt x="337" y="3"/>
                      <a:pt x="217" y="3"/>
                    </a:cubicBezTo>
                    <a:cubicBezTo>
                      <a:pt x="97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7" y="0"/>
                    </a:cubicBezTo>
                    <a:cubicBezTo>
                      <a:pt x="337" y="0"/>
                      <a:pt x="435" y="1"/>
                      <a:pt x="435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>
                <a:off x="-527076" y="3557476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1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1"/>
                    </a:cubicBezTo>
                    <a:cubicBezTo>
                      <a:pt x="0" y="0"/>
                      <a:pt x="96" y="0"/>
                      <a:pt x="215" y="0"/>
                    </a:cubicBezTo>
                    <a:cubicBezTo>
                      <a:pt x="334" y="0"/>
                      <a:pt x="430" y="0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-527076" y="3982013"/>
                <a:ext cx="792593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2" extrusionOk="0">
                    <a:moveTo>
                      <a:pt x="435" y="1"/>
                    </a:moveTo>
                    <a:cubicBezTo>
                      <a:pt x="435" y="2"/>
                      <a:pt x="337" y="2"/>
                      <a:pt x="217" y="2"/>
                    </a:cubicBezTo>
                    <a:cubicBezTo>
                      <a:pt x="97" y="2"/>
                      <a:pt x="0" y="2"/>
                      <a:pt x="0" y="1"/>
                    </a:cubicBezTo>
                    <a:cubicBezTo>
                      <a:pt x="0" y="0"/>
                      <a:pt x="96" y="0"/>
                      <a:pt x="217" y="0"/>
                    </a:cubicBezTo>
                    <a:cubicBezTo>
                      <a:pt x="337" y="0"/>
                      <a:pt x="435" y="0"/>
                      <a:pt x="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-527076" y="4045784"/>
                <a:ext cx="783483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" extrusionOk="0">
                    <a:moveTo>
                      <a:pt x="430" y="2"/>
                    </a:moveTo>
                    <a:cubicBezTo>
                      <a:pt x="430" y="2"/>
                      <a:pt x="334" y="3"/>
                      <a:pt x="215" y="3"/>
                    </a:cubicBezTo>
                    <a:cubicBezTo>
                      <a:pt x="96" y="3"/>
                      <a:pt x="0" y="2"/>
                      <a:pt x="0" y="2"/>
                    </a:cubicBezTo>
                    <a:cubicBezTo>
                      <a:pt x="0" y="1"/>
                      <a:pt x="96" y="0"/>
                      <a:pt x="215" y="0"/>
                    </a:cubicBezTo>
                    <a:cubicBezTo>
                      <a:pt x="334" y="0"/>
                      <a:pt x="430" y="1"/>
                      <a:pt x="430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4" name="Google Shape;794;p22"/>
            <p:cNvGrpSpPr/>
            <p:nvPr/>
          </p:nvGrpSpPr>
          <p:grpSpPr>
            <a:xfrm flipH="1">
              <a:off x="7830526" y="4746263"/>
              <a:ext cx="1065901" cy="619495"/>
              <a:chOff x="-192639" y="64613"/>
              <a:chExt cx="1065901" cy="619495"/>
            </a:xfrm>
          </p:grpSpPr>
          <p:sp>
            <p:nvSpPr>
              <p:cNvPr id="795" name="Google Shape;795;p22"/>
              <p:cNvSpPr/>
              <p:nvPr/>
            </p:nvSpPr>
            <p:spPr>
              <a:xfrm>
                <a:off x="-192639" y="64613"/>
                <a:ext cx="1065901" cy="61949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40" extrusionOk="0">
                    <a:moveTo>
                      <a:pt x="584" y="339"/>
                    </a:moveTo>
                    <a:cubicBezTo>
                      <a:pt x="584" y="339"/>
                      <a:pt x="584" y="337"/>
                      <a:pt x="584" y="333"/>
                    </a:cubicBezTo>
                    <a:cubicBezTo>
                      <a:pt x="584" y="329"/>
                      <a:pt x="584" y="323"/>
                      <a:pt x="584" y="315"/>
                    </a:cubicBezTo>
                    <a:cubicBezTo>
                      <a:pt x="584" y="299"/>
                      <a:pt x="583" y="277"/>
                      <a:pt x="583" y="247"/>
                    </a:cubicBezTo>
                    <a:cubicBezTo>
                      <a:pt x="583" y="189"/>
                      <a:pt x="583" y="105"/>
                      <a:pt x="583" y="1"/>
                    </a:cubicBezTo>
                    <a:lnTo>
                      <a:pt x="584" y="2"/>
                    </a:lnTo>
                    <a:cubicBezTo>
                      <a:pt x="427" y="2"/>
                      <a:pt x="223" y="2"/>
                      <a:pt x="1" y="2"/>
                    </a:cubicBezTo>
                    <a:lnTo>
                      <a:pt x="1" y="2"/>
                    </a:lnTo>
                    <a:lnTo>
                      <a:pt x="2" y="1"/>
                    </a:lnTo>
                    <a:cubicBezTo>
                      <a:pt x="2" y="121"/>
                      <a:pt x="2" y="235"/>
                      <a:pt x="2" y="339"/>
                    </a:cubicBezTo>
                    <a:lnTo>
                      <a:pt x="1" y="338"/>
                    </a:lnTo>
                    <a:cubicBezTo>
                      <a:pt x="171" y="338"/>
                      <a:pt x="317" y="338"/>
                      <a:pt x="420" y="338"/>
                    </a:cubicBezTo>
                    <a:cubicBezTo>
                      <a:pt x="472" y="338"/>
                      <a:pt x="512" y="338"/>
                      <a:pt x="541" y="338"/>
                    </a:cubicBezTo>
                    <a:cubicBezTo>
                      <a:pt x="554" y="338"/>
                      <a:pt x="565" y="339"/>
                      <a:pt x="573" y="339"/>
                    </a:cubicBezTo>
                    <a:cubicBezTo>
                      <a:pt x="576" y="339"/>
                      <a:pt x="579" y="339"/>
                      <a:pt x="581" y="339"/>
                    </a:cubicBezTo>
                    <a:cubicBezTo>
                      <a:pt x="583" y="339"/>
                      <a:pt x="584" y="339"/>
                      <a:pt x="584" y="339"/>
                    </a:cubicBezTo>
                    <a:cubicBezTo>
                      <a:pt x="584" y="339"/>
                      <a:pt x="583" y="339"/>
                      <a:pt x="581" y="339"/>
                    </a:cubicBezTo>
                    <a:cubicBezTo>
                      <a:pt x="579" y="339"/>
                      <a:pt x="576" y="339"/>
                      <a:pt x="573" y="339"/>
                    </a:cubicBezTo>
                    <a:cubicBezTo>
                      <a:pt x="566" y="339"/>
                      <a:pt x="555" y="339"/>
                      <a:pt x="541" y="339"/>
                    </a:cubicBezTo>
                    <a:cubicBezTo>
                      <a:pt x="513" y="339"/>
                      <a:pt x="472" y="339"/>
                      <a:pt x="421" y="339"/>
                    </a:cubicBezTo>
                    <a:cubicBezTo>
                      <a:pt x="318" y="339"/>
                      <a:pt x="172" y="340"/>
                      <a:pt x="1" y="340"/>
                    </a:cubicBezTo>
                    <a:lnTo>
                      <a:pt x="0" y="340"/>
                    </a:lnTo>
                    <a:lnTo>
                      <a:pt x="0" y="339"/>
                    </a:lnTo>
                    <a:cubicBezTo>
                      <a:pt x="0" y="235"/>
                      <a:pt x="0" y="121"/>
                      <a:pt x="0" y="1"/>
                    </a:cubicBezTo>
                    <a:lnTo>
                      <a:pt x="0" y="0"/>
                    </a:lnTo>
                    <a:lnTo>
                      <a:pt x="1" y="0"/>
                    </a:lnTo>
                    <a:cubicBezTo>
                      <a:pt x="223" y="0"/>
                      <a:pt x="427" y="0"/>
                      <a:pt x="584" y="0"/>
                    </a:cubicBezTo>
                    <a:lnTo>
                      <a:pt x="585" y="0"/>
                    </a:lnTo>
                    <a:lnTo>
                      <a:pt x="585" y="1"/>
                    </a:lnTo>
                    <a:cubicBezTo>
                      <a:pt x="585" y="105"/>
                      <a:pt x="584" y="189"/>
                      <a:pt x="584" y="248"/>
                    </a:cubicBezTo>
                    <a:cubicBezTo>
                      <a:pt x="584" y="277"/>
                      <a:pt x="584" y="300"/>
                      <a:pt x="584" y="315"/>
                    </a:cubicBezTo>
                    <a:cubicBezTo>
                      <a:pt x="584" y="323"/>
                      <a:pt x="584" y="329"/>
                      <a:pt x="584" y="333"/>
                    </a:cubicBezTo>
                    <a:cubicBezTo>
                      <a:pt x="584" y="337"/>
                      <a:pt x="584" y="339"/>
                      <a:pt x="584" y="3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-188995" y="139317"/>
                <a:ext cx="1060435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" extrusionOk="0">
                    <a:moveTo>
                      <a:pt x="582" y="1"/>
                    </a:moveTo>
                    <a:cubicBezTo>
                      <a:pt x="582" y="2"/>
                      <a:pt x="452" y="2"/>
                      <a:pt x="291" y="2"/>
                    </a:cubicBezTo>
                    <a:cubicBezTo>
                      <a:pt x="130" y="2"/>
                      <a:pt x="0" y="2"/>
                      <a:pt x="0" y="1"/>
                    </a:cubicBezTo>
                    <a:cubicBezTo>
                      <a:pt x="0" y="0"/>
                      <a:pt x="130" y="0"/>
                      <a:pt x="291" y="0"/>
                    </a:cubicBezTo>
                    <a:cubicBezTo>
                      <a:pt x="452" y="0"/>
                      <a:pt x="582" y="0"/>
                      <a:pt x="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-99714" y="243174"/>
                <a:ext cx="327969" cy="327968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80" extrusionOk="0">
                    <a:moveTo>
                      <a:pt x="0" y="0"/>
                    </a:moveTo>
                    <a:lnTo>
                      <a:pt x="180" y="0"/>
                    </a:lnTo>
                    <a:lnTo>
                      <a:pt x="180" y="180"/>
                    </a:lnTo>
                    <a:lnTo>
                      <a:pt x="0" y="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2"/>
              <p:cNvSpPr/>
              <p:nvPr/>
            </p:nvSpPr>
            <p:spPr>
              <a:xfrm>
                <a:off x="319358" y="294191"/>
                <a:ext cx="475556" cy="5466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" extrusionOk="0">
                    <a:moveTo>
                      <a:pt x="261" y="1"/>
                    </a:moveTo>
                    <a:cubicBezTo>
                      <a:pt x="261" y="1"/>
                      <a:pt x="260" y="2"/>
                      <a:pt x="258" y="2"/>
                    </a:cubicBezTo>
                    <a:cubicBezTo>
                      <a:pt x="256" y="2"/>
                      <a:pt x="253" y="2"/>
                      <a:pt x="250" y="2"/>
                    </a:cubicBezTo>
                    <a:cubicBezTo>
                      <a:pt x="243" y="2"/>
                      <a:pt x="234" y="2"/>
                      <a:pt x="222" y="2"/>
                    </a:cubicBezTo>
                    <a:cubicBezTo>
                      <a:pt x="199" y="2"/>
                      <a:pt x="166" y="3"/>
                      <a:pt x="130" y="3"/>
                    </a:cubicBezTo>
                    <a:cubicBezTo>
                      <a:pt x="94" y="3"/>
                      <a:pt x="62" y="2"/>
                      <a:pt x="38" y="2"/>
                    </a:cubicBezTo>
                    <a:cubicBezTo>
                      <a:pt x="26" y="2"/>
                      <a:pt x="17" y="2"/>
                      <a:pt x="10" y="2"/>
                    </a:cubicBezTo>
                    <a:cubicBezTo>
                      <a:pt x="7" y="2"/>
                      <a:pt x="4" y="2"/>
                      <a:pt x="3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6" y="1"/>
                      <a:pt x="38" y="1"/>
                    </a:cubicBezTo>
                    <a:cubicBezTo>
                      <a:pt x="62" y="1"/>
                      <a:pt x="94" y="0"/>
                      <a:pt x="130" y="0"/>
                    </a:cubicBezTo>
                    <a:cubicBezTo>
                      <a:pt x="166" y="0"/>
                      <a:pt x="199" y="1"/>
                      <a:pt x="222" y="1"/>
                    </a:cubicBezTo>
                    <a:cubicBezTo>
                      <a:pt x="234" y="1"/>
                      <a:pt x="243" y="1"/>
                      <a:pt x="250" y="1"/>
                    </a:cubicBezTo>
                    <a:cubicBezTo>
                      <a:pt x="253" y="1"/>
                      <a:pt x="256" y="1"/>
                      <a:pt x="258" y="1"/>
                    </a:cubicBezTo>
                    <a:cubicBezTo>
                      <a:pt x="260" y="1"/>
                      <a:pt x="261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2"/>
              <p:cNvSpPr/>
              <p:nvPr/>
            </p:nvSpPr>
            <p:spPr>
              <a:xfrm>
                <a:off x="319358" y="368895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1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1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0"/>
                      <a:pt x="262" y="0"/>
                      <a:pt x="264" y="0"/>
                    </a:cubicBezTo>
                    <a:cubicBezTo>
                      <a:pt x="265" y="0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2"/>
              <p:cNvSpPr/>
              <p:nvPr/>
            </p:nvSpPr>
            <p:spPr>
              <a:xfrm>
                <a:off x="319358" y="441777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1"/>
                      <a:pt x="256" y="1"/>
                    </a:cubicBezTo>
                    <a:cubicBezTo>
                      <a:pt x="249" y="1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1"/>
                      <a:pt x="10" y="1"/>
                    </a:cubicBezTo>
                    <a:cubicBezTo>
                      <a:pt x="7" y="1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0"/>
                    </a:cubicBezTo>
                    <a:cubicBezTo>
                      <a:pt x="17" y="0"/>
                      <a:pt x="27" y="0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0"/>
                      <a:pt x="256" y="0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2"/>
              <p:cNvSpPr/>
              <p:nvPr/>
            </p:nvSpPr>
            <p:spPr>
              <a:xfrm>
                <a:off x="319358" y="514659"/>
                <a:ext cx="484666" cy="364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" extrusionOk="0">
                    <a:moveTo>
                      <a:pt x="266" y="1"/>
                    </a:moveTo>
                    <a:cubicBezTo>
                      <a:pt x="266" y="1"/>
                      <a:pt x="265" y="1"/>
                      <a:pt x="264" y="1"/>
                    </a:cubicBezTo>
                    <a:cubicBezTo>
                      <a:pt x="262" y="1"/>
                      <a:pt x="259" y="2"/>
                      <a:pt x="256" y="2"/>
                    </a:cubicBezTo>
                    <a:cubicBezTo>
                      <a:pt x="249" y="2"/>
                      <a:pt x="239" y="2"/>
                      <a:pt x="227" y="2"/>
                    </a:cubicBezTo>
                    <a:cubicBezTo>
                      <a:pt x="203" y="2"/>
                      <a:pt x="170" y="2"/>
                      <a:pt x="133" y="2"/>
                    </a:cubicBezTo>
                    <a:cubicBezTo>
                      <a:pt x="96" y="2"/>
                      <a:pt x="63" y="2"/>
                      <a:pt x="39" y="2"/>
                    </a:cubicBezTo>
                    <a:cubicBezTo>
                      <a:pt x="27" y="2"/>
                      <a:pt x="17" y="2"/>
                      <a:pt x="10" y="2"/>
                    </a:cubicBezTo>
                    <a:cubicBezTo>
                      <a:pt x="7" y="2"/>
                      <a:pt x="5" y="1"/>
                      <a:pt x="3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5" y="1"/>
                      <a:pt x="7" y="1"/>
                      <a:pt x="10" y="1"/>
                    </a:cubicBezTo>
                    <a:cubicBezTo>
                      <a:pt x="17" y="1"/>
                      <a:pt x="27" y="1"/>
                      <a:pt x="39" y="0"/>
                    </a:cubicBezTo>
                    <a:cubicBezTo>
                      <a:pt x="63" y="0"/>
                      <a:pt x="96" y="0"/>
                      <a:pt x="133" y="0"/>
                    </a:cubicBezTo>
                    <a:cubicBezTo>
                      <a:pt x="170" y="0"/>
                      <a:pt x="203" y="0"/>
                      <a:pt x="227" y="0"/>
                    </a:cubicBezTo>
                    <a:cubicBezTo>
                      <a:pt x="239" y="0"/>
                      <a:pt x="249" y="1"/>
                      <a:pt x="256" y="1"/>
                    </a:cubicBezTo>
                    <a:cubicBezTo>
                      <a:pt x="259" y="1"/>
                      <a:pt x="262" y="1"/>
                      <a:pt x="264" y="1"/>
                    </a:cubicBezTo>
                    <a:cubicBezTo>
                      <a:pt x="265" y="1"/>
                      <a:pt x="266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2" name="Google Shape;802;p22"/>
          <p:cNvGrpSpPr/>
          <p:nvPr/>
        </p:nvGrpSpPr>
        <p:grpSpPr>
          <a:xfrm>
            <a:off x="-467821" y="4104134"/>
            <a:ext cx="1293604" cy="1903762"/>
            <a:chOff x="-467821" y="4104134"/>
            <a:chExt cx="1293604" cy="1903762"/>
          </a:xfrm>
        </p:grpSpPr>
        <p:grpSp>
          <p:nvGrpSpPr>
            <p:cNvPr id="803" name="Google Shape;803;p22"/>
            <p:cNvGrpSpPr/>
            <p:nvPr/>
          </p:nvGrpSpPr>
          <p:grpSpPr>
            <a:xfrm rot="5400000">
              <a:off x="-243698" y="4938415"/>
              <a:ext cx="1629907" cy="509054"/>
              <a:chOff x="5401930" y="789587"/>
              <a:chExt cx="1629907" cy="509054"/>
            </a:xfrm>
          </p:grpSpPr>
          <p:sp>
            <p:nvSpPr>
              <p:cNvPr id="804" name="Google Shape;804;p22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2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6" name="Google Shape;806;p22"/>
            <p:cNvSpPr/>
            <p:nvPr/>
          </p:nvSpPr>
          <p:spPr>
            <a:xfrm rot="-5400000" flipH="1">
              <a:off x="-467821" y="4104134"/>
              <a:ext cx="652200" cy="652200"/>
            </a:xfrm>
            <a:prstGeom prst="roundRect">
              <a:avLst>
                <a:gd name="adj" fmla="val 3057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7" name="Google Shape;807;p22"/>
          <p:cNvGrpSpPr/>
          <p:nvPr/>
        </p:nvGrpSpPr>
        <p:grpSpPr>
          <a:xfrm>
            <a:off x="-467813" y="-389062"/>
            <a:ext cx="9963094" cy="2257077"/>
            <a:chOff x="-467813" y="-389062"/>
            <a:chExt cx="9963094" cy="2257077"/>
          </a:xfrm>
        </p:grpSpPr>
        <p:sp>
          <p:nvSpPr>
            <p:cNvPr id="808" name="Google Shape;808;p22"/>
            <p:cNvSpPr/>
            <p:nvPr/>
          </p:nvSpPr>
          <p:spPr>
            <a:xfrm>
              <a:off x="-467813" y="917813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9" name="Google Shape;809;p22"/>
            <p:cNvGrpSpPr/>
            <p:nvPr/>
          </p:nvGrpSpPr>
          <p:grpSpPr>
            <a:xfrm>
              <a:off x="431852" y="1589242"/>
              <a:ext cx="278774" cy="278773"/>
              <a:chOff x="2013865" y="139317"/>
              <a:chExt cx="278774" cy="278773"/>
            </a:xfrm>
          </p:grpSpPr>
          <p:sp>
            <p:nvSpPr>
              <p:cNvPr id="810" name="Google Shape;810;p22"/>
              <p:cNvSpPr/>
              <p:nvPr/>
            </p:nvSpPr>
            <p:spPr>
              <a:xfrm>
                <a:off x="2015687" y="139317"/>
                <a:ext cx="275130" cy="27695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2" extrusionOk="0">
                    <a:moveTo>
                      <a:pt x="85" y="139"/>
                    </a:moveTo>
                    <a:cubicBezTo>
                      <a:pt x="80" y="140"/>
                      <a:pt x="74" y="140"/>
                      <a:pt x="69" y="139"/>
                    </a:cubicBezTo>
                    <a:lnTo>
                      <a:pt x="60" y="152"/>
                    </a:lnTo>
                    <a:lnTo>
                      <a:pt x="36" y="143"/>
                    </a:lnTo>
                    <a:lnTo>
                      <a:pt x="38" y="128"/>
                    </a:lnTo>
                    <a:cubicBezTo>
                      <a:pt x="34" y="124"/>
                      <a:pt x="30" y="120"/>
                      <a:pt x="26" y="116"/>
                    </a:cubicBezTo>
                    <a:lnTo>
                      <a:pt x="11" y="119"/>
                    </a:lnTo>
                    <a:lnTo>
                      <a:pt x="0" y="96"/>
                    </a:lnTo>
                    <a:lnTo>
                      <a:pt x="13" y="86"/>
                    </a:lnTo>
                    <a:cubicBezTo>
                      <a:pt x="12" y="81"/>
                      <a:pt x="12" y="75"/>
                      <a:pt x="13" y="69"/>
                    </a:cubicBezTo>
                    <a:lnTo>
                      <a:pt x="0" y="61"/>
                    </a:lnTo>
                    <a:lnTo>
                      <a:pt x="9" y="37"/>
                    </a:lnTo>
                    <a:lnTo>
                      <a:pt x="24" y="39"/>
                    </a:lnTo>
                    <a:cubicBezTo>
                      <a:pt x="27" y="35"/>
                      <a:pt x="31" y="30"/>
                      <a:pt x="36" y="27"/>
                    </a:cubicBezTo>
                    <a:lnTo>
                      <a:pt x="33" y="12"/>
                    </a:lnTo>
                    <a:lnTo>
                      <a:pt x="56" y="1"/>
                    </a:lnTo>
                    <a:lnTo>
                      <a:pt x="66" y="14"/>
                    </a:lnTo>
                    <a:cubicBezTo>
                      <a:pt x="71" y="13"/>
                      <a:pt x="77" y="13"/>
                      <a:pt x="82" y="13"/>
                    </a:cubicBezTo>
                    <a:lnTo>
                      <a:pt x="91" y="0"/>
                    </a:lnTo>
                    <a:lnTo>
                      <a:pt x="115" y="10"/>
                    </a:lnTo>
                    <a:lnTo>
                      <a:pt x="113" y="25"/>
                    </a:lnTo>
                    <a:cubicBezTo>
                      <a:pt x="117" y="28"/>
                      <a:pt x="121" y="32"/>
                      <a:pt x="125" y="37"/>
                    </a:cubicBezTo>
                    <a:lnTo>
                      <a:pt x="140" y="34"/>
                    </a:lnTo>
                    <a:lnTo>
                      <a:pt x="151" y="57"/>
                    </a:lnTo>
                    <a:lnTo>
                      <a:pt x="138" y="66"/>
                    </a:lnTo>
                    <a:cubicBezTo>
                      <a:pt x="139" y="72"/>
                      <a:pt x="139" y="78"/>
                      <a:pt x="138" y="83"/>
                    </a:cubicBezTo>
                    <a:lnTo>
                      <a:pt x="151" y="92"/>
                    </a:lnTo>
                    <a:lnTo>
                      <a:pt x="142" y="116"/>
                    </a:lnTo>
                    <a:lnTo>
                      <a:pt x="127" y="114"/>
                    </a:lnTo>
                    <a:cubicBezTo>
                      <a:pt x="124" y="118"/>
                      <a:pt x="120" y="122"/>
                      <a:pt x="115" y="126"/>
                    </a:cubicBezTo>
                    <a:lnTo>
                      <a:pt x="118" y="141"/>
                    </a:lnTo>
                    <a:lnTo>
                      <a:pt x="95" y="151"/>
                    </a:lnTo>
                    <a:lnTo>
                      <a:pt x="85" y="139"/>
                    </a:lnTo>
                    <a:moveTo>
                      <a:pt x="86" y="102"/>
                    </a:moveTo>
                    <a:cubicBezTo>
                      <a:pt x="99" y="96"/>
                      <a:pt x="106" y="79"/>
                      <a:pt x="100" y="66"/>
                    </a:cubicBezTo>
                    <a:cubicBezTo>
                      <a:pt x="93" y="52"/>
                      <a:pt x="77" y="45"/>
                      <a:pt x="63" y="52"/>
                    </a:cubicBezTo>
                    <a:cubicBezTo>
                      <a:pt x="49" y="58"/>
                      <a:pt x="43" y="74"/>
                      <a:pt x="49" y="88"/>
                    </a:cubicBezTo>
                    <a:cubicBezTo>
                      <a:pt x="55" y="102"/>
                      <a:pt x="72" y="108"/>
                      <a:pt x="8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9700" rIns="90000" bIns="9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2"/>
              <p:cNvSpPr/>
              <p:nvPr/>
            </p:nvSpPr>
            <p:spPr>
              <a:xfrm>
                <a:off x="2099501" y="226775"/>
                <a:ext cx="102035" cy="103857"/>
              </a:xfrm>
              <a:custGeom>
                <a:avLst/>
                <a:gdLst/>
                <a:ahLst/>
                <a:cxnLst/>
                <a:rect l="l" t="t" r="r" b="b"/>
                <a:pathLst>
                  <a:path w="56" h="57" extrusionOk="0">
                    <a:moveTo>
                      <a:pt x="40" y="54"/>
                    </a:moveTo>
                    <a:cubicBezTo>
                      <a:pt x="40" y="54"/>
                      <a:pt x="38" y="55"/>
                      <a:pt x="33" y="56"/>
                    </a:cubicBezTo>
                    <a:cubicBezTo>
                      <a:pt x="29" y="57"/>
                      <a:pt x="22" y="57"/>
                      <a:pt x="15" y="53"/>
                    </a:cubicBezTo>
                    <a:cubicBezTo>
                      <a:pt x="11" y="52"/>
                      <a:pt x="8" y="49"/>
                      <a:pt x="5" y="45"/>
                    </a:cubicBezTo>
                    <a:cubicBezTo>
                      <a:pt x="2" y="41"/>
                      <a:pt x="0" y="36"/>
                      <a:pt x="0" y="31"/>
                    </a:cubicBezTo>
                    <a:cubicBezTo>
                      <a:pt x="0" y="28"/>
                      <a:pt x="0" y="25"/>
                      <a:pt x="1" y="23"/>
                    </a:cubicBezTo>
                    <a:cubicBezTo>
                      <a:pt x="1" y="20"/>
                      <a:pt x="2" y="17"/>
                      <a:pt x="4" y="15"/>
                    </a:cubicBezTo>
                    <a:cubicBezTo>
                      <a:pt x="7" y="10"/>
                      <a:pt x="11" y="5"/>
                      <a:pt x="17" y="3"/>
                    </a:cubicBezTo>
                    <a:cubicBezTo>
                      <a:pt x="22" y="0"/>
                      <a:pt x="29" y="0"/>
                      <a:pt x="34" y="1"/>
                    </a:cubicBezTo>
                    <a:cubicBezTo>
                      <a:pt x="37" y="2"/>
                      <a:pt x="40" y="3"/>
                      <a:pt x="42" y="4"/>
                    </a:cubicBezTo>
                    <a:cubicBezTo>
                      <a:pt x="45" y="5"/>
                      <a:pt x="47" y="7"/>
                      <a:pt x="49" y="9"/>
                    </a:cubicBezTo>
                    <a:cubicBezTo>
                      <a:pt x="53" y="13"/>
                      <a:pt x="55" y="18"/>
                      <a:pt x="56" y="22"/>
                    </a:cubicBezTo>
                    <a:cubicBezTo>
                      <a:pt x="57" y="27"/>
                      <a:pt x="57" y="31"/>
                      <a:pt x="56" y="35"/>
                    </a:cubicBezTo>
                    <a:cubicBezTo>
                      <a:pt x="54" y="43"/>
                      <a:pt x="49" y="48"/>
                      <a:pt x="46" y="51"/>
                    </a:cubicBezTo>
                    <a:cubicBezTo>
                      <a:pt x="42" y="53"/>
                      <a:pt x="40" y="54"/>
                      <a:pt x="40" y="54"/>
                    </a:cubicBezTo>
                    <a:cubicBezTo>
                      <a:pt x="39" y="54"/>
                      <a:pt x="42" y="53"/>
                      <a:pt x="45" y="50"/>
                    </a:cubicBezTo>
                    <a:cubicBezTo>
                      <a:pt x="48" y="48"/>
                      <a:pt x="53" y="43"/>
                      <a:pt x="55" y="35"/>
                    </a:cubicBezTo>
                    <a:cubicBezTo>
                      <a:pt x="55" y="31"/>
                      <a:pt x="56" y="27"/>
                      <a:pt x="55" y="23"/>
                    </a:cubicBezTo>
                    <a:cubicBezTo>
                      <a:pt x="53" y="18"/>
                      <a:pt x="51" y="14"/>
                      <a:pt x="48" y="10"/>
                    </a:cubicBezTo>
                    <a:cubicBezTo>
                      <a:pt x="46" y="8"/>
                      <a:pt x="44" y="7"/>
                      <a:pt x="42" y="6"/>
                    </a:cubicBezTo>
                    <a:cubicBezTo>
                      <a:pt x="39" y="4"/>
                      <a:pt x="37" y="3"/>
                      <a:pt x="34" y="3"/>
                    </a:cubicBezTo>
                    <a:cubicBezTo>
                      <a:pt x="29" y="1"/>
                      <a:pt x="23" y="2"/>
                      <a:pt x="17" y="4"/>
                    </a:cubicBezTo>
                    <a:cubicBezTo>
                      <a:pt x="12" y="7"/>
                      <a:pt x="8" y="11"/>
                      <a:pt x="5" y="16"/>
                    </a:cubicBezTo>
                    <a:cubicBezTo>
                      <a:pt x="4" y="18"/>
                      <a:pt x="3" y="20"/>
                      <a:pt x="2" y="23"/>
                    </a:cubicBezTo>
                    <a:cubicBezTo>
                      <a:pt x="2" y="26"/>
                      <a:pt x="1" y="28"/>
                      <a:pt x="2" y="31"/>
                    </a:cubicBezTo>
                    <a:cubicBezTo>
                      <a:pt x="2" y="36"/>
                      <a:pt x="4" y="40"/>
                      <a:pt x="6" y="44"/>
                    </a:cubicBezTo>
                    <a:cubicBezTo>
                      <a:pt x="9" y="48"/>
                      <a:pt x="12" y="51"/>
                      <a:pt x="15" y="53"/>
                    </a:cubicBezTo>
                    <a:cubicBezTo>
                      <a:pt x="22" y="56"/>
                      <a:pt x="29" y="56"/>
                      <a:pt x="33" y="56"/>
                    </a:cubicBezTo>
                    <a:cubicBezTo>
                      <a:pt x="37" y="55"/>
                      <a:pt x="40" y="54"/>
                      <a:pt x="40" y="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2"/>
              <p:cNvSpPr/>
              <p:nvPr/>
            </p:nvSpPr>
            <p:spPr>
              <a:xfrm>
                <a:off x="2013865" y="139317"/>
                <a:ext cx="278774" cy="27877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3" extrusionOk="0">
                    <a:moveTo>
                      <a:pt x="86" y="139"/>
                    </a:moveTo>
                    <a:cubicBezTo>
                      <a:pt x="86" y="139"/>
                      <a:pt x="87" y="139"/>
                      <a:pt x="87" y="140"/>
                    </a:cubicBezTo>
                    <a:lnTo>
                      <a:pt x="89" y="142"/>
                    </a:lnTo>
                    <a:cubicBezTo>
                      <a:pt x="90" y="144"/>
                      <a:pt x="93" y="147"/>
                      <a:pt x="96" y="151"/>
                    </a:cubicBezTo>
                    <a:lnTo>
                      <a:pt x="96" y="151"/>
                    </a:lnTo>
                    <a:cubicBezTo>
                      <a:pt x="102" y="148"/>
                      <a:pt x="109" y="145"/>
                      <a:pt x="119" y="141"/>
                    </a:cubicBezTo>
                    <a:lnTo>
                      <a:pt x="119" y="141"/>
                    </a:lnTo>
                    <a:cubicBezTo>
                      <a:pt x="118" y="136"/>
                      <a:pt x="117" y="131"/>
                      <a:pt x="116" y="126"/>
                    </a:cubicBezTo>
                    <a:lnTo>
                      <a:pt x="116" y="125"/>
                    </a:lnTo>
                    <a:lnTo>
                      <a:pt x="116" y="125"/>
                    </a:lnTo>
                    <a:cubicBezTo>
                      <a:pt x="120" y="122"/>
                      <a:pt x="124" y="118"/>
                      <a:pt x="127" y="113"/>
                    </a:cubicBezTo>
                    <a:lnTo>
                      <a:pt x="128" y="113"/>
                    </a:lnTo>
                    <a:lnTo>
                      <a:pt x="128" y="113"/>
                    </a:lnTo>
                    <a:cubicBezTo>
                      <a:pt x="133" y="114"/>
                      <a:pt x="138" y="114"/>
                      <a:pt x="143" y="115"/>
                    </a:cubicBezTo>
                    <a:lnTo>
                      <a:pt x="143" y="116"/>
                    </a:lnTo>
                    <a:cubicBezTo>
                      <a:pt x="146" y="108"/>
                      <a:pt x="149" y="100"/>
                      <a:pt x="152" y="92"/>
                    </a:cubicBezTo>
                    <a:lnTo>
                      <a:pt x="152" y="92"/>
                    </a:lnTo>
                    <a:cubicBezTo>
                      <a:pt x="148" y="90"/>
                      <a:pt x="144" y="87"/>
                      <a:pt x="139" y="84"/>
                    </a:cubicBezTo>
                    <a:lnTo>
                      <a:pt x="139" y="83"/>
                    </a:lnTo>
                    <a:lnTo>
                      <a:pt x="139" y="83"/>
                    </a:lnTo>
                    <a:cubicBezTo>
                      <a:pt x="139" y="78"/>
                      <a:pt x="139" y="72"/>
                      <a:pt x="138" y="67"/>
                    </a:cubicBezTo>
                    <a:lnTo>
                      <a:pt x="138" y="66"/>
                    </a:lnTo>
                    <a:lnTo>
                      <a:pt x="139" y="66"/>
                    </a:lnTo>
                    <a:cubicBezTo>
                      <a:pt x="143" y="63"/>
                      <a:pt x="147" y="60"/>
                      <a:pt x="151" y="57"/>
                    </a:cubicBezTo>
                    <a:lnTo>
                      <a:pt x="151" y="57"/>
                    </a:lnTo>
                    <a:cubicBezTo>
                      <a:pt x="148" y="50"/>
                      <a:pt x="144" y="42"/>
                      <a:pt x="141" y="34"/>
                    </a:cubicBezTo>
                    <a:lnTo>
                      <a:pt x="141" y="34"/>
                    </a:lnTo>
                    <a:cubicBezTo>
                      <a:pt x="137" y="35"/>
                      <a:pt x="131" y="36"/>
                      <a:pt x="126" y="37"/>
                    </a:cubicBezTo>
                    <a:lnTo>
                      <a:pt x="126" y="37"/>
                    </a:lnTo>
                    <a:lnTo>
                      <a:pt x="125" y="37"/>
                    </a:lnTo>
                    <a:cubicBezTo>
                      <a:pt x="122" y="33"/>
                      <a:pt x="118" y="29"/>
                      <a:pt x="113" y="26"/>
                    </a:cubicBezTo>
                    <a:lnTo>
                      <a:pt x="113" y="26"/>
                    </a:lnTo>
                    <a:lnTo>
                      <a:pt x="113" y="25"/>
                    </a:lnTo>
                    <a:cubicBezTo>
                      <a:pt x="114" y="20"/>
                      <a:pt x="115" y="15"/>
                      <a:pt x="115" y="10"/>
                    </a:cubicBezTo>
                    <a:lnTo>
                      <a:pt x="116" y="11"/>
                    </a:lnTo>
                    <a:cubicBezTo>
                      <a:pt x="108" y="8"/>
                      <a:pt x="100" y="4"/>
                      <a:pt x="92" y="1"/>
                    </a:cubicBezTo>
                    <a:lnTo>
                      <a:pt x="93" y="1"/>
                    </a:lnTo>
                    <a:cubicBezTo>
                      <a:pt x="90" y="5"/>
                      <a:pt x="87" y="9"/>
                      <a:pt x="84" y="14"/>
                    </a:cubicBezTo>
                    <a:lnTo>
                      <a:pt x="84" y="14"/>
                    </a:lnTo>
                    <a:lnTo>
                      <a:pt x="83" y="14"/>
                    </a:lnTo>
                    <a:cubicBezTo>
                      <a:pt x="78" y="14"/>
                      <a:pt x="72" y="14"/>
                      <a:pt x="67" y="15"/>
                    </a:cubicBezTo>
                    <a:lnTo>
                      <a:pt x="67" y="15"/>
                    </a:lnTo>
                    <a:cubicBezTo>
                      <a:pt x="66" y="14"/>
                      <a:pt x="68" y="15"/>
                      <a:pt x="66" y="14"/>
                    </a:cubicBezTo>
                    <a:lnTo>
                      <a:pt x="66" y="14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5" y="14"/>
                    </a:lnTo>
                    <a:lnTo>
                      <a:pt x="65" y="13"/>
                    </a:lnTo>
                    <a:lnTo>
                      <a:pt x="64" y="11"/>
                    </a:lnTo>
                    <a:lnTo>
                      <a:pt x="61" y="8"/>
                    </a:lnTo>
                    <a:cubicBezTo>
                      <a:pt x="60" y="6"/>
                      <a:pt x="58" y="4"/>
                      <a:pt x="57" y="2"/>
                    </a:cubicBezTo>
                    <a:lnTo>
                      <a:pt x="58" y="2"/>
                    </a:lnTo>
                    <a:cubicBezTo>
                      <a:pt x="50" y="6"/>
                      <a:pt x="42" y="9"/>
                      <a:pt x="34" y="13"/>
                    </a:cubicBezTo>
                    <a:lnTo>
                      <a:pt x="35" y="12"/>
                    </a:lnTo>
                    <a:cubicBezTo>
                      <a:pt x="36" y="17"/>
                      <a:pt x="37" y="22"/>
                      <a:pt x="38" y="27"/>
                    </a:cubicBezTo>
                    <a:lnTo>
                      <a:pt x="38" y="27"/>
                    </a:lnTo>
                    <a:lnTo>
                      <a:pt x="37" y="28"/>
                    </a:lnTo>
                    <a:cubicBezTo>
                      <a:pt x="33" y="31"/>
                      <a:pt x="29" y="35"/>
                      <a:pt x="26" y="40"/>
                    </a:cubicBezTo>
                    <a:lnTo>
                      <a:pt x="26" y="40"/>
                    </a:lnTo>
                    <a:lnTo>
                      <a:pt x="25" y="40"/>
                    </a:lnTo>
                    <a:cubicBezTo>
                      <a:pt x="20" y="39"/>
                      <a:pt x="15" y="39"/>
                      <a:pt x="10" y="38"/>
                    </a:cubicBezTo>
                    <a:lnTo>
                      <a:pt x="11" y="37"/>
                    </a:lnTo>
                    <a:cubicBezTo>
                      <a:pt x="8" y="46"/>
                      <a:pt x="4" y="53"/>
                      <a:pt x="1" y="61"/>
                    </a:cubicBezTo>
                    <a:lnTo>
                      <a:pt x="1" y="60"/>
                    </a:lnTo>
                    <a:cubicBezTo>
                      <a:pt x="6" y="63"/>
                      <a:pt x="10" y="66"/>
                      <a:pt x="14" y="69"/>
                    </a:cubicBezTo>
                    <a:lnTo>
                      <a:pt x="14" y="69"/>
                    </a:lnTo>
                    <a:lnTo>
                      <a:pt x="14" y="70"/>
                    </a:lnTo>
                    <a:cubicBezTo>
                      <a:pt x="14" y="75"/>
                      <a:pt x="14" y="81"/>
                      <a:pt x="15" y="86"/>
                    </a:cubicBezTo>
                    <a:lnTo>
                      <a:pt x="15" y="87"/>
                    </a:lnTo>
                    <a:lnTo>
                      <a:pt x="14" y="87"/>
                    </a:lnTo>
                    <a:cubicBezTo>
                      <a:pt x="10" y="90"/>
                      <a:pt x="6" y="93"/>
                      <a:pt x="2" y="96"/>
                    </a:cubicBezTo>
                    <a:lnTo>
                      <a:pt x="2" y="96"/>
                    </a:lnTo>
                    <a:cubicBezTo>
                      <a:pt x="6" y="104"/>
                      <a:pt x="9" y="112"/>
                      <a:pt x="13" y="119"/>
                    </a:cubicBezTo>
                    <a:lnTo>
                      <a:pt x="12" y="119"/>
                    </a:lnTo>
                    <a:cubicBezTo>
                      <a:pt x="17" y="118"/>
                      <a:pt x="22" y="117"/>
                      <a:pt x="27" y="116"/>
                    </a:cubicBezTo>
                    <a:lnTo>
                      <a:pt x="27" y="116"/>
                    </a:lnTo>
                    <a:lnTo>
                      <a:pt x="28" y="116"/>
                    </a:lnTo>
                    <a:cubicBezTo>
                      <a:pt x="31" y="121"/>
                      <a:pt x="35" y="124"/>
                      <a:pt x="40" y="127"/>
                    </a:cubicBezTo>
                    <a:lnTo>
                      <a:pt x="40" y="128"/>
                    </a:lnTo>
                    <a:lnTo>
                      <a:pt x="40" y="128"/>
                    </a:lnTo>
                    <a:cubicBezTo>
                      <a:pt x="39" y="134"/>
                      <a:pt x="38" y="139"/>
                      <a:pt x="38" y="143"/>
                    </a:cubicBezTo>
                    <a:lnTo>
                      <a:pt x="37" y="143"/>
                    </a:lnTo>
                    <a:cubicBezTo>
                      <a:pt x="47" y="146"/>
                      <a:pt x="55" y="150"/>
                      <a:pt x="61" y="152"/>
                    </a:cubicBezTo>
                    <a:lnTo>
                      <a:pt x="61" y="152"/>
                    </a:lnTo>
                    <a:cubicBezTo>
                      <a:pt x="64" y="147"/>
                      <a:pt x="67" y="143"/>
                      <a:pt x="70" y="139"/>
                    </a:cubicBezTo>
                    <a:lnTo>
                      <a:pt x="70" y="139"/>
                    </a:lnTo>
                    <a:lnTo>
                      <a:pt x="70" y="139"/>
                    </a:lnTo>
                    <a:cubicBezTo>
                      <a:pt x="75" y="140"/>
                      <a:pt x="80" y="140"/>
                      <a:pt x="82" y="140"/>
                    </a:cubicBezTo>
                    <a:lnTo>
                      <a:pt x="85" y="139"/>
                    </a:lnTo>
                    <a:cubicBezTo>
                      <a:pt x="86" y="139"/>
                      <a:pt x="87" y="139"/>
                      <a:pt x="87" y="139"/>
                    </a:cubicBezTo>
                    <a:cubicBezTo>
                      <a:pt x="87" y="139"/>
                      <a:pt x="85" y="138"/>
                      <a:pt x="85" y="139"/>
                    </a:cubicBezTo>
                    <a:cubicBezTo>
                      <a:pt x="84" y="140"/>
                      <a:pt x="84" y="140"/>
                      <a:pt x="82" y="140"/>
                    </a:cubicBezTo>
                    <a:cubicBezTo>
                      <a:pt x="80" y="140"/>
                      <a:pt x="75" y="140"/>
                      <a:pt x="70" y="140"/>
                    </a:cubicBezTo>
                    <a:lnTo>
                      <a:pt x="70" y="140"/>
                    </a:lnTo>
                    <a:cubicBezTo>
                      <a:pt x="68" y="143"/>
                      <a:pt x="65" y="148"/>
                      <a:pt x="61" y="153"/>
                    </a:cubicBezTo>
                    <a:lnTo>
                      <a:pt x="61" y="153"/>
                    </a:lnTo>
                    <a:lnTo>
                      <a:pt x="61" y="153"/>
                    </a:lnTo>
                    <a:cubicBezTo>
                      <a:pt x="54" y="150"/>
                      <a:pt x="46" y="147"/>
                      <a:pt x="37" y="144"/>
                    </a:cubicBezTo>
                    <a:lnTo>
                      <a:pt x="37" y="144"/>
                    </a:lnTo>
                    <a:lnTo>
                      <a:pt x="37" y="143"/>
                    </a:lnTo>
                    <a:cubicBezTo>
                      <a:pt x="37" y="138"/>
                      <a:pt x="38" y="133"/>
                      <a:pt x="39" y="128"/>
                    </a:cubicBezTo>
                    <a:lnTo>
                      <a:pt x="39" y="128"/>
                    </a:lnTo>
                    <a:cubicBezTo>
                      <a:pt x="35" y="125"/>
                      <a:pt x="31" y="121"/>
                      <a:pt x="27" y="117"/>
                    </a:cubicBezTo>
                    <a:lnTo>
                      <a:pt x="27" y="117"/>
                    </a:lnTo>
                    <a:cubicBezTo>
                      <a:pt x="23" y="118"/>
                      <a:pt x="17" y="119"/>
                      <a:pt x="12" y="120"/>
                    </a:cubicBezTo>
                    <a:lnTo>
                      <a:pt x="12" y="120"/>
                    </a:lnTo>
                    <a:lnTo>
                      <a:pt x="11" y="120"/>
                    </a:lnTo>
                    <a:cubicBezTo>
                      <a:pt x="8" y="112"/>
                      <a:pt x="5" y="104"/>
                      <a:pt x="1" y="96"/>
                    </a:cubicBezTo>
                    <a:lnTo>
                      <a:pt x="1" y="96"/>
                    </a:lnTo>
                    <a:lnTo>
                      <a:pt x="1" y="95"/>
                    </a:lnTo>
                    <a:cubicBezTo>
                      <a:pt x="5" y="92"/>
                      <a:pt x="9" y="89"/>
                      <a:pt x="14" y="86"/>
                    </a:cubicBezTo>
                    <a:lnTo>
                      <a:pt x="13" y="87"/>
                    </a:lnTo>
                    <a:cubicBezTo>
                      <a:pt x="12" y="81"/>
                      <a:pt x="12" y="76"/>
                      <a:pt x="13" y="70"/>
                    </a:cubicBezTo>
                    <a:lnTo>
                      <a:pt x="13" y="70"/>
                    </a:lnTo>
                    <a:cubicBezTo>
                      <a:pt x="9" y="68"/>
                      <a:pt x="5" y="65"/>
                      <a:pt x="0" y="62"/>
                    </a:cubicBezTo>
                    <a:lnTo>
                      <a:pt x="0" y="61"/>
                    </a:lnTo>
                    <a:lnTo>
                      <a:pt x="0" y="61"/>
                    </a:lnTo>
                    <a:cubicBezTo>
                      <a:pt x="3" y="53"/>
                      <a:pt x="6" y="45"/>
                      <a:pt x="9" y="37"/>
                    </a:cubicBezTo>
                    <a:lnTo>
                      <a:pt x="10" y="36"/>
                    </a:lnTo>
                    <a:lnTo>
                      <a:pt x="10" y="36"/>
                    </a:lnTo>
                    <a:cubicBezTo>
                      <a:pt x="15" y="37"/>
                      <a:pt x="20" y="38"/>
                      <a:pt x="25" y="39"/>
                    </a:cubicBezTo>
                    <a:lnTo>
                      <a:pt x="25" y="39"/>
                    </a:lnTo>
                    <a:cubicBezTo>
                      <a:pt x="28" y="34"/>
                      <a:pt x="32" y="30"/>
                      <a:pt x="36" y="27"/>
                    </a:cubicBezTo>
                    <a:lnTo>
                      <a:pt x="36" y="27"/>
                    </a:lnTo>
                    <a:cubicBezTo>
                      <a:pt x="35" y="22"/>
                      <a:pt x="34" y="17"/>
                      <a:pt x="33" y="12"/>
                    </a:cubicBezTo>
                    <a:lnTo>
                      <a:pt x="33" y="12"/>
                    </a:lnTo>
                    <a:lnTo>
                      <a:pt x="34" y="11"/>
                    </a:lnTo>
                    <a:cubicBezTo>
                      <a:pt x="41" y="8"/>
                      <a:pt x="49" y="4"/>
                      <a:pt x="57" y="1"/>
                    </a:cubicBezTo>
                    <a:lnTo>
                      <a:pt x="58" y="1"/>
                    </a:lnTo>
                    <a:lnTo>
                      <a:pt x="58" y="1"/>
                    </a:lnTo>
                    <a:lnTo>
                      <a:pt x="63" y="7"/>
                    </a:lnTo>
                    <a:lnTo>
                      <a:pt x="65" y="11"/>
                    </a:lnTo>
                    <a:lnTo>
                      <a:pt x="66" y="12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3"/>
                    </a:lnTo>
                    <a:lnTo>
                      <a:pt x="67" y="14"/>
                    </a:lnTo>
                    <a:lnTo>
                      <a:pt x="67" y="14"/>
                    </a:lnTo>
                    <a:cubicBezTo>
                      <a:pt x="66" y="13"/>
                      <a:pt x="67" y="14"/>
                      <a:pt x="67" y="13"/>
                    </a:cubicBezTo>
                    <a:lnTo>
                      <a:pt x="67" y="13"/>
                    </a:lnTo>
                    <a:cubicBezTo>
                      <a:pt x="72" y="12"/>
                      <a:pt x="78" y="12"/>
                      <a:pt x="84" y="13"/>
                    </a:cubicBezTo>
                    <a:lnTo>
                      <a:pt x="83" y="13"/>
                    </a:lnTo>
                    <a:cubicBezTo>
                      <a:pt x="86" y="9"/>
                      <a:pt x="89" y="4"/>
                      <a:pt x="91" y="0"/>
                    </a:cubicBezTo>
                    <a:lnTo>
                      <a:pt x="92" y="0"/>
                    </a:lnTo>
                    <a:lnTo>
                      <a:pt x="92" y="0"/>
                    </a:lnTo>
                    <a:cubicBezTo>
                      <a:pt x="101" y="3"/>
                      <a:pt x="109" y="6"/>
                      <a:pt x="116" y="9"/>
                    </a:cubicBezTo>
                    <a:lnTo>
                      <a:pt x="117" y="10"/>
                    </a:lnTo>
                    <a:lnTo>
                      <a:pt x="117" y="10"/>
                    </a:lnTo>
                    <a:cubicBezTo>
                      <a:pt x="116" y="15"/>
                      <a:pt x="115" y="21"/>
                      <a:pt x="115" y="25"/>
                    </a:cubicBezTo>
                    <a:lnTo>
                      <a:pt x="114" y="25"/>
                    </a:lnTo>
                    <a:cubicBezTo>
                      <a:pt x="119" y="28"/>
                      <a:pt x="123" y="32"/>
                      <a:pt x="127" y="36"/>
                    </a:cubicBezTo>
                    <a:lnTo>
                      <a:pt x="126" y="36"/>
                    </a:lnTo>
                    <a:cubicBezTo>
                      <a:pt x="131" y="35"/>
                      <a:pt x="136" y="34"/>
                      <a:pt x="141" y="33"/>
                    </a:cubicBezTo>
                    <a:lnTo>
                      <a:pt x="142" y="33"/>
                    </a:lnTo>
                    <a:lnTo>
                      <a:pt x="142" y="34"/>
                    </a:lnTo>
                    <a:cubicBezTo>
                      <a:pt x="146" y="42"/>
                      <a:pt x="149" y="50"/>
                      <a:pt x="152" y="57"/>
                    </a:cubicBezTo>
                    <a:lnTo>
                      <a:pt x="153" y="58"/>
                    </a:lnTo>
                    <a:lnTo>
                      <a:pt x="152" y="58"/>
                    </a:lnTo>
                    <a:cubicBezTo>
                      <a:pt x="148" y="61"/>
                      <a:pt x="144" y="64"/>
                      <a:pt x="140" y="67"/>
                    </a:cubicBezTo>
                    <a:lnTo>
                      <a:pt x="140" y="67"/>
                    </a:lnTo>
                    <a:cubicBezTo>
                      <a:pt x="141" y="72"/>
                      <a:pt x="141" y="78"/>
                      <a:pt x="140" y="84"/>
                    </a:cubicBezTo>
                    <a:lnTo>
                      <a:pt x="140" y="83"/>
                    </a:lnTo>
                    <a:cubicBezTo>
                      <a:pt x="145" y="86"/>
                      <a:pt x="149" y="89"/>
                      <a:pt x="153" y="92"/>
                    </a:cubicBezTo>
                    <a:lnTo>
                      <a:pt x="153" y="92"/>
                    </a:lnTo>
                    <a:lnTo>
                      <a:pt x="153" y="92"/>
                    </a:lnTo>
                    <a:cubicBezTo>
                      <a:pt x="150" y="101"/>
                      <a:pt x="147" y="109"/>
                      <a:pt x="144" y="116"/>
                    </a:cubicBezTo>
                    <a:lnTo>
                      <a:pt x="144" y="117"/>
                    </a:lnTo>
                    <a:lnTo>
                      <a:pt x="143" y="117"/>
                    </a:lnTo>
                    <a:cubicBezTo>
                      <a:pt x="138" y="116"/>
                      <a:pt x="133" y="115"/>
                      <a:pt x="128" y="114"/>
                    </a:cubicBezTo>
                    <a:lnTo>
                      <a:pt x="128" y="114"/>
                    </a:lnTo>
                    <a:cubicBezTo>
                      <a:pt x="125" y="119"/>
                      <a:pt x="121" y="123"/>
                      <a:pt x="117" y="126"/>
                    </a:cubicBezTo>
                    <a:lnTo>
                      <a:pt x="117" y="126"/>
                    </a:lnTo>
                    <a:cubicBezTo>
                      <a:pt x="118" y="132"/>
                      <a:pt x="119" y="137"/>
                      <a:pt x="120" y="141"/>
                    </a:cubicBezTo>
                    <a:lnTo>
                      <a:pt x="120" y="142"/>
                    </a:lnTo>
                    <a:lnTo>
                      <a:pt x="120" y="142"/>
                    </a:lnTo>
                    <a:cubicBezTo>
                      <a:pt x="110" y="146"/>
                      <a:pt x="102" y="149"/>
                      <a:pt x="96" y="152"/>
                    </a:cubicBezTo>
                    <a:lnTo>
                      <a:pt x="96" y="152"/>
                    </a:lnTo>
                    <a:cubicBezTo>
                      <a:pt x="93" y="148"/>
                      <a:pt x="90" y="145"/>
                      <a:pt x="89" y="143"/>
                    </a:cubicBezTo>
                    <a:lnTo>
                      <a:pt x="87" y="140"/>
                    </a:lnTo>
                    <a:lnTo>
                      <a:pt x="87" y="139"/>
                    </a:lnTo>
                    <a:lnTo>
                      <a:pt x="86" y="1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075" rIns="90000" bIns="10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3" name="Google Shape;813;p22"/>
            <p:cNvSpPr/>
            <p:nvPr/>
          </p:nvSpPr>
          <p:spPr>
            <a:xfrm>
              <a:off x="8688112" y="-389062"/>
              <a:ext cx="807169" cy="807166"/>
            </a:xfrm>
            <a:custGeom>
              <a:avLst/>
              <a:gdLst/>
              <a:ahLst/>
              <a:cxnLst/>
              <a:rect l="l" t="t" r="r" b="b"/>
              <a:pathLst>
                <a:path w="443" h="443" extrusionOk="0">
                  <a:moveTo>
                    <a:pt x="251" y="404"/>
                  </a:moveTo>
                  <a:cubicBezTo>
                    <a:pt x="234" y="406"/>
                    <a:pt x="218" y="407"/>
                    <a:pt x="202" y="405"/>
                  </a:cubicBezTo>
                  <a:lnTo>
                    <a:pt x="177" y="443"/>
                  </a:lnTo>
                  <a:lnTo>
                    <a:pt x="107" y="416"/>
                  </a:lnTo>
                  <a:lnTo>
                    <a:pt x="113" y="371"/>
                  </a:lnTo>
                  <a:cubicBezTo>
                    <a:pt x="100" y="361"/>
                    <a:pt x="88" y="350"/>
                    <a:pt x="78" y="337"/>
                  </a:cubicBezTo>
                  <a:lnTo>
                    <a:pt x="33" y="346"/>
                  </a:lnTo>
                  <a:lnTo>
                    <a:pt x="3" y="277"/>
                  </a:lnTo>
                  <a:lnTo>
                    <a:pt x="39" y="250"/>
                  </a:lnTo>
                  <a:cubicBezTo>
                    <a:pt x="37" y="234"/>
                    <a:pt x="36" y="218"/>
                    <a:pt x="38" y="201"/>
                  </a:cubicBezTo>
                  <a:lnTo>
                    <a:pt x="0" y="176"/>
                  </a:lnTo>
                  <a:lnTo>
                    <a:pt x="27" y="106"/>
                  </a:lnTo>
                  <a:lnTo>
                    <a:pt x="72" y="113"/>
                  </a:lnTo>
                  <a:cubicBezTo>
                    <a:pt x="82" y="100"/>
                    <a:pt x="93" y="88"/>
                    <a:pt x="106" y="77"/>
                  </a:cubicBezTo>
                  <a:lnTo>
                    <a:pt x="97" y="33"/>
                  </a:lnTo>
                  <a:lnTo>
                    <a:pt x="166" y="3"/>
                  </a:lnTo>
                  <a:lnTo>
                    <a:pt x="193" y="39"/>
                  </a:lnTo>
                  <a:cubicBezTo>
                    <a:pt x="209" y="36"/>
                    <a:pt x="226" y="36"/>
                    <a:pt x="242" y="38"/>
                  </a:cubicBezTo>
                  <a:lnTo>
                    <a:pt x="267" y="0"/>
                  </a:lnTo>
                  <a:lnTo>
                    <a:pt x="337" y="27"/>
                  </a:lnTo>
                  <a:lnTo>
                    <a:pt x="330" y="72"/>
                  </a:lnTo>
                  <a:cubicBezTo>
                    <a:pt x="343" y="81"/>
                    <a:pt x="355" y="93"/>
                    <a:pt x="366" y="106"/>
                  </a:cubicBezTo>
                  <a:lnTo>
                    <a:pt x="410" y="97"/>
                  </a:lnTo>
                  <a:lnTo>
                    <a:pt x="441" y="165"/>
                  </a:lnTo>
                  <a:lnTo>
                    <a:pt x="404" y="192"/>
                  </a:lnTo>
                  <a:cubicBezTo>
                    <a:pt x="407" y="209"/>
                    <a:pt x="407" y="225"/>
                    <a:pt x="405" y="241"/>
                  </a:cubicBezTo>
                  <a:lnTo>
                    <a:pt x="443" y="267"/>
                  </a:lnTo>
                  <a:lnTo>
                    <a:pt x="416" y="337"/>
                  </a:lnTo>
                  <a:lnTo>
                    <a:pt x="371" y="330"/>
                  </a:lnTo>
                  <a:cubicBezTo>
                    <a:pt x="362" y="343"/>
                    <a:pt x="350" y="355"/>
                    <a:pt x="337" y="365"/>
                  </a:cubicBezTo>
                  <a:lnTo>
                    <a:pt x="346" y="410"/>
                  </a:lnTo>
                  <a:lnTo>
                    <a:pt x="278" y="440"/>
                  </a:lnTo>
                  <a:lnTo>
                    <a:pt x="251" y="404"/>
                  </a:lnTo>
                  <a:moveTo>
                    <a:pt x="251" y="296"/>
                  </a:moveTo>
                  <a:cubicBezTo>
                    <a:pt x="292" y="278"/>
                    <a:pt x="310" y="231"/>
                    <a:pt x="292" y="190"/>
                  </a:cubicBezTo>
                  <a:cubicBezTo>
                    <a:pt x="274" y="149"/>
                    <a:pt x="227" y="131"/>
                    <a:pt x="186" y="149"/>
                  </a:cubicBezTo>
                  <a:cubicBezTo>
                    <a:pt x="145" y="167"/>
                    <a:pt x="127" y="215"/>
                    <a:pt x="145" y="255"/>
                  </a:cubicBezTo>
                  <a:cubicBezTo>
                    <a:pt x="163" y="296"/>
                    <a:pt x="210" y="314"/>
                    <a:pt x="251" y="2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64" r:id="rId9"/>
    <p:sldLayoutId id="2147483667" r:id="rId10"/>
    <p:sldLayoutId id="214748366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6"/>
          <p:cNvSpPr txBox="1">
            <a:spLocks noGrp="1"/>
          </p:cNvSpPr>
          <p:nvPr>
            <p:ph type="ctrTitle"/>
          </p:nvPr>
        </p:nvSpPr>
        <p:spPr>
          <a:xfrm>
            <a:off x="3192725" y="1287621"/>
            <a:ext cx="5238000" cy="881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FORUM</a:t>
            </a:r>
          </a:p>
        </p:txBody>
      </p:sp>
      <p:sp>
        <p:nvSpPr>
          <p:cNvPr id="825" name="Google Shape;825;p26"/>
          <p:cNvSpPr txBox="1">
            <a:spLocks noGrp="1"/>
          </p:cNvSpPr>
          <p:nvPr>
            <p:ph type="subTitle" idx="1"/>
          </p:nvPr>
        </p:nvSpPr>
        <p:spPr>
          <a:xfrm>
            <a:off x="3192725" y="2841913"/>
            <a:ext cx="5238000" cy="8810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Integrante: Gonzalo Fuentes Clavijo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Asignatura: Programación Android</a:t>
            </a:r>
          </a:p>
          <a:p>
            <a:pPr marL="0" lvl="0" indent="0"/>
            <a:r>
              <a:rPr lang="es-CL" dirty="0"/>
              <a:t>Docente: Patricio Carrasco Zura</a:t>
            </a:r>
            <a:endParaRPr dirty="0"/>
          </a:p>
        </p:txBody>
      </p:sp>
      <p:grpSp>
        <p:nvGrpSpPr>
          <p:cNvPr id="826" name="Google Shape;826;p26"/>
          <p:cNvGrpSpPr/>
          <p:nvPr/>
        </p:nvGrpSpPr>
        <p:grpSpPr>
          <a:xfrm>
            <a:off x="488808" y="370717"/>
            <a:ext cx="3232319" cy="5109021"/>
            <a:chOff x="488808" y="370717"/>
            <a:chExt cx="3232319" cy="5109021"/>
          </a:xfrm>
        </p:grpSpPr>
        <p:sp>
          <p:nvSpPr>
            <p:cNvPr id="827" name="Google Shape;827;p26"/>
            <p:cNvSpPr/>
            <p:nvPr/>
          </p:nvSpPr>
          <p:spPr>
            <a:xfrm>
              <a:off x="1047185" y="771567"/>
              <a:ext cx="1656246" cy="3496504"/>
            </a:xfrm>
            <a:custGeom>
              <a:avLst/>
              <a:gdLst/>
              <a:ahLst/>
              <a:cxnLst/>
              <a:rect l="l" t="t" r="r" b="b"/>
              <a:pathLst>
                <a:path w="909" h="1919" extrusionOk="0">
                  <a:moveTo>
                    <a:pt x="746" y="0"/>
                  </a:moveTo>
                  <a:cubicBezTo>
                    <a:pt x="727" y="0"/>
                    <a:pt x="704" y="0"/>
                    <a:pt x="677" y="0"/>
                  </a:cubicBezTo>
                  <a:cubicBezTo>
                    <a:pt x="670" y="0"/>
                    <a:pt x="663" y="0"/>
                    <a:pt x="656" y="2"/>
                  </a:cubicBezTo>
                  <a:cubicBezTo>
                    <a:pt x="649" y="5"/>
                    <a:pt x="643" y="10"/>
                    <a:pt x="639" y="17"/>
                  </a:cubicBezTo>
                  <a:cubicBezTo>
                    <a:pt x="638" y="20"/>
                    <a:pt x="636" y="24"/>
                    <a:pt x="636" y="28"/>
                  </a:cubicBezTo>
                  <a:cubicBezTo>
                    <a:pt x="635" y="32"/>
                    <a:pt x="635" y="36"/>
                    <a:pt x="635" y="40"/>
                  </a:cubicBezTo>
                  <a:cubicBezTo>
                    <a:pt x="635" y="45"/>
                    <a:pt x="635" y="49"/>
                    <a:pt x="635" y="53"/>
                  </a:cubicBezTo>
                  <a:cubicBezTo>
                    <a:pt x="635" y="57"/>
                    <a:pt x="635" y="62"/>
                    <a:pt x="634" y="66"/>
                  </a:cubicBezTo>
                  <a:cubicBezTo>
                    <a:pt x="632" y="75"/>
                    <a:pt x="627" y="84"/>
                    <a:pt x="619" y="89"/>
                  </a:cubicBezTo>
                  <a:cubicBezTo>
                    <a:pt x="615" y="91"/>
                    <a:pt x="610" y="93"/>
                    <a:pt x="605" y="93"/>
                  </a:cubicBezTo>
                  <a:cubicBezTo>
                    <a:pt x="600" y="94"/>
                    <a:pt x="596" y="93"/>
                    <a:pt x="591" y="94"/>
                  </a:cubicBezTo>
                  <a:cubicBezTo>
                    <a:pt x="571" y="94"/>
                    <a:pt x="550" y="94"/>
                    <a:pt x="529" y="94"/>
                  </a:cubicBezTo>
                  <a:cubicBezTo>
                    <a:pt x="485" y="94"/>
                    <a:pt x="439" y="94"/>
                    <a:pt x="388" y="94"/>
                  </a:cubicBezTo>
                  <a:cubicBezTo>
                    <a:pt x="375" y="94"/>
                    <a:pt x="363" y="94"/>
                    <a:pt x="350" y="94"/>
                  </a:cubicBezTo>
                  <a:cubicBezTo>
                    <a:pt x="346" y="94"/>
                    <a:pt x="343" y="94"/>
                    <a:pt x="340" y="94"/>
                  </a:cubicBezTo>
                  <a:cubicBezTo>
                    <a:pt x="337" y="94"/>
                    <a:pt x="333" y="93"/>
                    <a:pt x="330" y="93"/>
                  </a:cubicBezTo>
                  <a:cubicBezTo>
                    <a:pt x="323" y="91"/>
                    <a:pt x="317" y="87"/>
                    <a:pt x="313" y="82"/>
                  </a:cubicBezTo>
                  <a:cubicBezTo>
                    <a:pt x="308" y="77"/>
                    <a:pt x="305" y="70"/>
                    <a:pt x="304" y="63"/>
                  </a:cubicBezTo>
                  <a:cubicBezTo>
                    <a:pt x="304" y="60"/>
                    <a:pt x="304" y="56"/>
                    <a:pt x="304" y="53"/>
                  </a:cubicBezTo>
                  <a:lnTo>
                    <a:pt x="304" y="42"/>
                  </a:lnTo>
                  <a:cubicBezTo>
                    <a:pt x="304" y="35"/>
                    <a:pt x="304" y="28"/>
                    <a:pt x="302" y="22"/>
                  </a:cubicBezTo>
                  <a:cubicBezTo>
                    <a:pt x="299" y="16"/>
                    <a:pt x="295" y="10"/>
                    <a:pt x="289" y="6"/>
                  </a:cubicBezTo>
                  <a:cubicBezTo>
                    <a:pt x="284" y="2"/>
                    <a:pt x="277" y="0"/>
                    <a:pt x="269" y="0"/>
                  </a:cubicBezTo>
                  <a:lnTo>
                    <a:pt x="248" y="0"/>
                  </a:lnTo>
                  <a:cubicBezTo>
                    <a:pt x="233" y="0"/>
                    <a:pt x="218" y="0"/>
                    <a:pt x="203" y="0"/>
                  </a:cubicBezTo>
                  <a:cubicBezTo>
                    <a:pt x="173" y="0"/>
                    <a:pt x="142" y="0"/>
                    <a:pt x="110" y="0"/>
                  </a:cubicBezTo>
                  <a:cubicBezTo>
                    <a:pt x="94" y="0"/>
                    <a:pt x="78" y="3"/>
                    <a:pt x="64" y="9"/>
                  </a:cubicBezTo>
                  <a:cubicBezTo>
                    <a:pt x="49" y="16"/>
                    <a:pt x="35" y="26"/>
                    <a:pt x="25" y="38"/>
                  </a:cubicBezTo>
                  <a:cubicBezTo>
                    <a:pt x="14" y="51"/>
                    <a:pt x="7" y="66"/>
                    <a:pt x="3" y="82"/>
                  </a:cubicBezTo>
                  <a:cubicBezTo>
                    <a:pt x="2" y="86"/>
                    <a:pt x="2" y="91"/>
                    <a:pt x="1" y="95"/>
                  </a:cubicBezTo>
                  <a:cubicBezTo>
                    <a:pt x="1" y="98"/>
                    <a:pt x="0" y="102"/>
                    <a:pt x="0" y="105"/>
                  </a:cubicBezTo>
                  <a:lnTo>
                    <a:pt x="0" y="798"/>
                  </a:lnTo>
                  <a:cubicBezTo>
                    <a:pt x="0" y="807"/>
                    <a:pt x="0" y="816"/>
                    <a:pt x="0" y="825"/>
                  </a:cubicBezTo>
                  <a:cubicBezTo>
                    <a:pt x="0" y="853"/>
                    <a:pt x="0" y="882"/>
                    <a:pt x="0" y="910"/>
                  </a:cubicBezTo>
                  <a:lnTo>
                    <a:pt x="0" y="1810"/>
                  </a:lnTo>
                  <a:cubicBezTo>
                    <a:pt x="0" y="1821"/>
                    <a:pt x="1" y="1833"/>
                    <a:pt x="5" y="1844"/>
                  </a:cubicBezTo>
                  <a:cubicBezTo>
                    <a:pt x="11" y="1866"/>
                    <a:pt x="26" y="1887"/>
                    <a:pt x="46" y="1900"/>
                  </a:cubicBezTo>
                  <a:cubicBezTo>
                    <a:pt x="65" y="1914"/>
                    <a:pt x="89" y="1920"/>
                    <a:pt x="113" y="1919"/>
                  </a:cubicBezTo>
                  <a:cubicBezTo>
                    <a:pt x="137" y="1919"/>
                    <a:pt x="161" y="1919"/>
                    <a:pt x="185" y="1919"/>
                  </a:cubicBezTo>
                  <a:cubicBezTo>
                    <a:pt x="233" y="1919"/>
                    <a:pt x="281" y="1919"/>
                    <a:pt x="328" y="1919"/>
                  </a:cubicBezTo>
                  <a:cubicBezTo>
                    <a:pt x="422" y="1919"/>
                    <a:pt x="515" y="1919"/>
                    <a:pt x="606" y="1919"/>
                  </a:cubicBezTo>
                  <a:cubicBezTo>
                    <a:pt x="652" y="1919"/>
                    <a:pt x="697" y="1919"/>
                    <a:pt x="742" y="1919"/>
                  </a:cubicBezTo>
                  <a:cubicBezTo>
                    <a:pt x="764" y="1919"/>
                    <a:pt x="787" y="1920"/>
                    <a:pt x="809" y="1919"/>
                  </a:cubicBezTo>
                  <a:cubicBezTo>
                    <a:pt x="831" y="1918"/>
                    <a:pt x="852" y="1909"/>
                    <a:pt x="869" y="1896"/>
                  </a:cubicBezTo>
                  <a:cubicBezTo>
                    <a:pt x="877" y="1889"/>
                    <a:pt x="884" y="1881"/>
                    <a:pt x="890" y="1872"/>
                  </a:cubicBezTo>
                  <a:cubicBezTo>
                    <a:pt x="896" y="1863"/>
                    <a:pt x="900" y="1853"/>
                    <a:pt x="903" y="1843"/>
                  </a:cubicBezTo>
                  <a:cubicBezTo>
                    <a:pt x="907" y="1832"/>
                    <a:pt x="907" y="1822"/>
                    <a:pt x="907" y="1811"/>
                  </a:cubicBezTo>
                  <a:cubicBezTo>
                    <a:pt x="907" y="1800"/>
                    <a:pt x="907" y="1789"/>
                    <a:pt x="907" y="1779"/>
                  </a:cubicBezTo>
                  <a:cubicBezTo>
                    <a:pt x="907" y="1736"/>
                    <a:pt x="907" y="1693"/>
                    <a:pt x="907" y="1651"/>
                  </a:cubicBezTo>
                  <a:cubicBezTo>
                    <a:pt x="908" y="1316"/>
                    <a:pt x="908" y="1014"/>
                    <a:pt x="908" y="760"/>
                  </a:cubicBezTo>
                  <a:cubicBezTo>
                    <a:pt x="908" y="507"/>
                    <a:pt x="908" y="301"/>
                    <a:pt x="909" y="159"/>
                  </a:cubicBezTo>
                  <a:cubicBezTo>
                    <a:pt x="909" y="142"/>
                    <a:pt x="909" y="125"/>
                    <a:pt x="909" y="109"/>
                  </a:cubicBezTo>
                  <a:cubicBezTo>
                    <a:pt x="909" y="93"/>
                    <a:pt x="906" y="79"/>
                    <a:pt x="901" y="66"/>
                  </a:cubicBezTo>
                  <a:cubicBezTo>
                    <a:pt x="896" y="54"/>
                    <a:pt x="889" y="43"/>
                    <a:pt x="881" y="35"/>
                  </a:cubicBezTo>
                  <a:cubicBezTo>
                    <a:pt x="873" y="26"/>
                    <a:pt x="865" y="20"/>
                    <a:pt x="857" y="15"/>
                  </a:cubicBezTo>
                  <a:cubicBezTo>
                    <a:pt x="841" y="5"/>
                    <a:pt x="826" y="2"/>
                    <a:pt x="817" y="1"/>
                  </a:cubicBezTo>
                  <a:cubicBezTo>
                    <a:pt x="812" y="0"/>
                    <a:pt x="809" y="0"/>
                    <a:pt x="806" y="0"/>
                  </a:cubicBezTo>
                  <a:cubicBezTo>
                    <a:pt x="804" y="0"/>
                    <a:pt x="803" y="0"/>
                    <a:pt x="803" y="0"/>
                  </a:cubicBezTo>
                  <a:cubicBezTo>
                    <a:pt x="803" y="0"/>
                    <a:pt x="798" y="0"/>
                    <a:pt x="788" y="0"/>
                  </a:cubicBezTo>
                  <a:cubicBezTo>
                    <a:pt x="779" y="0"/>
                    <a:pt x="764" y="0"/>
                    <a:pt x="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1046626" y="769745"/>
              <a:ext cx="1658068" cy="3498326"/>
            </a:xfrm>
            <a:custGeom>
              <a:avLst/>
              <a:gdLst/>
              <a:ahLst/>
              <a:cxnLst/>
              <a:rect l="l" t="t" r="r" b="b"/>
              <a:pathLst>
                <a:path w="910" h="1920" extrusionOk="0">
                  <a:moveTo>
                    <a:pt x="803" y="1"/>
                  </a:moveTo>
                  <a:cubicBezTo>
                    <a:pt x="803" y="1"/>
                    <a:pt x="804" y="1"/>
                    <a:pt x="807" y="2"/>
                  </a:cubicBezTo>
                  <a:cubicBezTo>
                    <a:pt x="809" y="2"/>
                    <a:pt x="813" y="2"/>
                    <a:pt x="817" y="2"/>
                  </a:cubicBezTo>
                  <a:cubicBezTo>
                    <a:pt x="827" y="3"/>
                    <a:pt x="841" y="7"/>
                    <a:pt x="857" y="16"/>
                  </a:cubicBezTo>
                  <a:cubicBezTo>
                    <a:pt x="865" y="21"/>
                    <a:pt x="873" y="27"/>
                    <a:pt x="881" y="36"/>
                  </a:cubicBezTo>
                  <a:cubicBezTo>
                    <a:pt x="888" y="44"/>
                    <a:pt x="897" y="55"/>
                    <a:pt x="902" y="68"/>
                  </a:cubicBezTo>
                  <a:cubicBezTo>
                    <a:pt x="907" y="80"/>
                    <a:pt x="910" y="95"/>
                    <a:pt x="910" y="111"/>
                  </a:cubicBezTo>
                  <a:cubicBezTo>
                    <a:pt x="910" y="126"/>
                    <a:pt x="910" y="143"/>
                    <a:pt x="910" y="161"/>
                  </a:cubicBezTo>
                  <a:cubicBezTo>
                    <a:pt x="910" y="302"/>
                    <a:pt x="910" y="507"/>
                    <a:pt x="910" y="761"/>
                  </a:cubicBezTo>
                  <a:cubicBezTo>
                    <a:pt x="910" y="1014"/>
                    <a:pt x="910" y="1315"/>
                    <a:pt x="910" y="1650"/>
                  </a:cubicBezTo>
                  <a:cubicBezTo>
                    <a:pt x="910" y="1692"/>
                    <a:pt x="910" y="1734"/>
                    <a:pt x="910" y="1777"/>
                  </a:cubicBezTo>
                  <a:lnTo>
                    <a:pt x="910" y="1809"/>
                  </a:lnTo>
                  <a:cubicBezTo>
                    <a:pt x="910" y="1820"/>
                    <a:pt x="909" y="1831"/>
                    <a:pt x="906" y="1842"/>
                  </a:cubicBezTo>
                  <a:cubicBezTo>
                    <a:pt x="903" y="1852"/>
                    <a:pt x="899" y="1862"/>
                    <a:pt x="893" y="1872"/>
                  </a:cubicBezTo>
                  <a:cubicBezTo>
                    <a:pt x="886" y="1881"/>
                    <a:pt x="879" y="1889"/>
                    <a:pt x="870" y="1896"/>
                  </a:cubicBezTo>
                  <a:cubicBezTo>
                    <a:pt x="853" y="1910"/>
                    <a:pt x="831" y="1919"/>
                    <a:pt x="809" y="1920"/>
                  </a:cubicBezTo>
                  <a:cubicBezTo>
                    <a:pt x="787" y="1921"/>
                    <a:pt x="765" y="1920"/>
                    <a:pt x="742" y="1920"/>
                  </a:cubicBezTo>
                  <a:cubicBezTo>
                    <a:pt x="698" y="1920"/>
                    <a:pt x="652" y="1920"/>
                    <a:pt x="607" y="1920"/>
                  </a:cubicBezTo>
                  <a:cubicBezTo>
                    <a:pt x="516" y="1920"/>
                    <a:pt x="423" y="1920"/>
                    <a:pt x="329" y="1920"/>
                  </a:cubicBezTo>
                  <a:cubicBezTo>
                    <a:pt x="282" y="1920"/>
                    <a:pt x="235" y="1920"/>
                    <a:pt x="187" y="1920"/>
                  </a:cubicBezTo>
                  <a:cubicBezTo>
                    <a:pt x="163" y="1920"/>
                    <a:pt x="139" y="1920"/>
                    <a:pt x="115" y="1920"/>
                  </a:cubicBezTo>
                  <a:cubicBezTo>
                    <a:pt x="91" y="1921"/>
                    <a:pt x="66" y="1915"/>
                    <a:pt x="46" y="1901"/>
                  </a:cubicBezTo>
                  <a:cubicBezTo>
                    <a:pt x="26" y="1887"/>
                    <a:pt x="11" y="1866"/>
                    <a:pt x="4" y="1843"/>
                  </a:cubicBezTo>
                  <a:cubicBezTo>
                    <a:pt x="0" y="1831"/>
                    <a:pt x="0" y="1819"/>
                    <a:pt x="0" y="1807"/>
                  </a:cubicBezTo>
                  <a:cubicBezTo>
                    <a:pt x="0" y="1795"/>
                    <a:pt x="0" y="1783"/>
                    <a:pt x="0" y="1771"/>
                  </a:cubicBezTo>
                  <a:cubicBezTo>
                    <a:pt x="0" y="1723"/>
                    <a:pt x="0" y="1676"/>
                    <a:pt x="0" y="1629"/>
                  </a:cubicBezTo>
                  <a:cubicBezTo>
                    <a:pt x="0" y="1535"/>
                    <a:pt x="0" y="1442"/>
                    <a:pt x="0" y="1351"/>
                  </a:cubicBezTo>
                  <a:cubicBezTo>
                    <a:pt x="0" y="1169"/>
                    <a:pt x="0" y="993"/>
                    <a:pt x="0" y="826"/>
                  </a:cubicBezTo>
                  <a:cubicBezTo>
                    <a:pt x="0" y="658"/>
                    <a:pt x="0" y="499"/>
                    <a:pt x="0" y="350"/>
                  </a:cubicBezTo>
                  <a:cubicBezTo>
                    <a:pt x="0" y="276"/>
                    <a:pt x="0" y="204"/>
                    <a:pt x="0" y="135"/>
                  </a:cubicBezTo>
                  <a:cubicBezTo>
                    <a:pt x="0" y="126"/>
                    <a:pt x="0" y="118"/>
                    <a:pt x="0" y="109"/>
                  </a:cubicBezTo>
                  <a:cubicBezTo>
                    <a:pt x="0" y="105"/>
                    <a:pt x="1" y="100"/>
                    <a:pt x="1" y="96"/>
                  </a:cubicBezTo>
                  <a:cubicBezTo>
                    <a:pt x="2" y="92"/>
                    <a:pt x="2" y="88"/>
                    <a:pt x="3" y="83"/>
                  </a:cubicBezTo>
                  <a:cubicBezTo>
                    <a:pt x="7" y="67"/>
                    <a:pt x="15" y="51"/>
                    <a:pt x="25" y="38"/>
                  </a:cubicBezTo>
                  <a:cubicBezTo>
                    <a:pt x="36" y="26"/>
                    <a:pt x="50" y="16"/>
                    <a:pt x="65" y="9"/>
                  </a:cubicBezTo>
                  <a:cubicBezTo>
                    <a:pt x="80" y="2"/>
                    <a:pt x="96" y="0"/>
                    <a:pt x="112" y="0"/>
                  </a:cubicBezTo>
                  <a:cubicBezTo>
                    <a:pt x="144" y="0"/>
                    <a:pt x="175" y="0"/>
                    <a:pt x="205" y="0"/>
                  </a:cubicBezTo>
                  <a:cubicBezTo>
                    <a:pt x="220" y="0"/>
                    <a:pt x="235" y="0"/>
                    <a:pt x="249" y="0"/>
                  </a:cubicBezTo>
                  <a:cubicBezTo>
                    <a:pt x="257" y="0"/>
                    <a:pt x="264" y="0"/>
                    <a:pt x="271" y="0"/>
                  </a:cubicBezTo>
                  <a:cubicBezTo>
                    <a:pt x="278" y="0"/>
                    <a:pt x="286" y="2"/>
                    <a:pt x="292" y="6"/>
                  </a:cubicBezTo>
                  <a:cubicBezTo>
                    <a:pt x="298" y="10"/>
                    <a:pt x="303" y="16"/>
                    <a:pt x="305" y="23"/>
                  </a:cubicBezTo>
                  <a:cubicBezTo>
                    <a:pt x="308" y="30"/>
                    <a:pt x="307" y="37"/>
                    <a:pt x="307" y="44"/>
                  </a:cubicBezTo>
                  <a:cubicBezTo>
                    <a:pt x="307" y="48"/>
                    <a:pt x="307" y="50"/>
                    <a:pt x="307" y="54"/>
                  </a:cubicBezTo>
                  <a:cubicBezTo>
                    <a:pt x="307" y="57"/>
                    <a:pt x="307" y="61"/>
                    <a:pt x="307" y="65"/>
                  </a:cubicBezTo>
                  <a:cubicBezTo>
                    <a:pt x="308" y="71"/>
                    <a:pt x="311" y="77"/>
                    <a:pt x="315" y="82"/>
                  </a:cubicBezTo>
                  <a:cubicBezTo>
                    <a:pt x="320" y="87"/>
                    <a:pt x="325" y="91"/>
                    <a:pt x="332" y="92"/>
                  </a:cubicBezTo>
                  <a:cubicBezTo>
                    <a:pt x="335" y="93"/>
                    <a:pt x="338" y="93"/>
                    <a:pt x="341" y="93"/>
                  </a:cubicBezTo>
                  <a:cubicBezTo>
                    <a:pt x="345" y="93"/>
                    <a:pt x="348" y="93"/>
                    <a:pt x="351" y="93"/>
                  </a:cubicBezTo>
                  <a:cubicBezTo>
                    <a:pt x="364" y="93"/>
                    <a:pt x="377" y="93"/>
                    <a:pt x="389" y="93"/>
                  </a:cubicBezTo>
                  <a:cubicBezTo>
                    <a:pt x="440" y="93"/>
                    <a:pt x="486" y="94"/>
                    <a:pt x="529" y="94"/>
                  </a:cubicBezTo>
                  <a:cubicBezTo>
                    <a:pt x="551" y="94"/>
                    <a:pt x="572" y="94"/>
                    <a:pt x="591" y="94"/>
                  </a:cubicBezTo>
                  <a:cubicBezTo>
                    <a:pt x="596" y="94"/>
                    <a:pt x="601" y="94"/>
                    <a:pt x="606" y="94"/>
                  </a:cubicBezTo>
                  <a:cubicBezTo>
                    <a:pt x="610" y="93"/>
                    <a:pt x="615" y="91"/>
                    <a:pt x="619" y="89"/>
                  </a:cubicBezTo>
                  <a:cubicBezTo>
                    <a:pt x="627" y="84"/>
                    <a:pt x="632" y="76"/>
                    <a:pt x="634" y="68"/>
                  </a:cubicBezTo>
                  <a:cubicBezTo>
                    <a:pt x="635" y="63"/>
                    <a:pt x="634" y="59"/>
                    <a:pt x="634" y="55"/>
                  </a:cubicBezTo>
                  <a:cubicBezTo>
                    <a:pt x="634" y="50"/>
                    <a:pt x="634" y="46"/>
                    <a:pt x="634" y="42"/>
                  </a:cubicBezTo>
                  <a:cubicBezTo>
                    <a:pt x="634" y="38"/>
                    <a:pt x="634" y="34"/>
                    <a:pt x="635" y="29"/>
                  </a:cubicBezTo>
                  <a:cubicBezTo>
                    <a:pt x="636" y="25"/>
                    <a:pt x="637" y="22"/>
                    <a:pt x="639" y="18"/>
                  </a:cubicBezTo>
                  <a:cubicBezTo>
                    <a:pt x="643" y="11"/>
                    <a:pt x="649" y="6"/>
                    <a:pt x="656" y="3"/>
                  </a:cubicBezTo>
                  <a:cubicBezTo>
                    <a:pt x="663" y="0"/>
                    <a:pt x="670" y="1"/>
                    <a:pt x="677" y="1"/>
                  </a:cubicBezTo>
                  <a:cubicBezTo>
                    <a:pt x="704" y="1"/>
                    <a:pt x="727" y="1"/>
                    <a:pt x="746" y="1"/>
                  </a:cubicBezTo>
                  <a:cubicBezTo>
                    <a:pt x="765" y="1"/>
                    <a:pt x="779" y="1"/>
                    <a:pt x="788" y="1"/>
                  </a:cubicBezTo>
                  <a:cubicBezTo>
                    <a:pt x="798" y="1"/>
                    <a:pt x="803" y="1"/>
                    <a:pt x="803" y="1"/>
                  </a:cubicBezTo>
                  <a:cubicBezTo>
                    <a:pt x="803" y="1"/>
                    <a:pt x="798" y="1"/>
                    <a:pt x="788" y="1"/>
                  </a:cubicBezTo>
                  <a:cubicBezTo>
                    <a:pt x="779" y="1"/>
                    <a:pt x="765" y="2"/>
                    <a:pt x="746" y="2"/>
                  </a:cubicBezTo>
                  <a:cubicBezTo>
                    <a:pt x="727" y="2"/>
                    <a:pt x="704" y="2"/>
                    <a:pt x="677" y="2"/>
                  </a:cubicBezTo>
                  <a:cubicBezTo>
                    <a:pt x="670" y="2"/>
                    <a:pt x="663" y="1"/>
                    <a:pt x="656" y="4"/>
                  </a:cubicBezTo>
                  <a:cubicBezTo>
                    <a:pt x="650" y="7"/>
                    <a:pt x="644" y="12"/>
                    <a:pt x="640" y="19"/>
                  </a:cubicBezTo>
                  <a:cubicBezTo>
                    <a:pt x="638" y="22"/>
                    <a:pt x="637" y="26"/>
                    <a:pt x="636" y="30"/>
                  </a:cubicBezTo>
                  <a:cubicBezTo>
                    <a:pt x="635" y="34"/>
                    <a:pt x="636" y="38"/>
                    <a:pt x="636" y="42"/>
                  </a:cubicBezTo>
                  <a:cubicBezTo>
                    <a:pt x="636" y="46"/>
                    <a:pt x="636" y="50"/>
                    <a:pt x="636" y="55"/>
                  </a:cubicBezTo>
                  <a:cubicBezTo>
                    <a:pt x="636" y="59"/>
                    <a:pt x="636" y="63"/>
                    <a:pt x="635" y="68"/>
                  </a:cubicBezTo>
                  <a:cubicBezTo>
                    <a:pt x="633" y="77"/>
                    <a:pt x="627" y="85"/>
                    <a:pt x="619" y="90"/>
                  </a:cubicBezTo>
                  <a:cubicBezTo>
                    <a:pt x="615" y="93"/>
                    <a:pt x="611" y="94"/>
                    <a:pt x="606" y="95"/>
                  </a:cubicBezTo>
                  <a:cubicBezTo>
                    <a:pt x="601" y="95"/>
                    <a:pt x="596" y="95"/>
                    <a:pt x="591" y="95"/>
                  </a:cubicBezTo>
                  <a:cubicBezTo>
                    <a:pt x="571" y="95"/>
                    <a:pt x="551" y="95"/>
                    <a:pt x="529" y="95"/>
                  </a:cubicBezTo>
                  <a:cubicBezTo>
                    <a:pt x="486" y="95"/>
                    <a:pt x="439" y="95"/>
                    <a:pt x="389" y="95"/>
                  </a:cubicBezTo>
                  <a:cubicBezTo>
                    <a:pt x="377" y="95"/>
                    <a:pt x="364" y="95"/>
                    <a:pt x="351" y="95"/>
                  </a:cubicBezTo>
                  <a:cubicBezTo>
                    <a:pt x="348" y="95"/>
                    <a:pt x="344" y="95"/>
                    <a:pt x="341" y="95"/>
                  </a:cubicBezTo>
                  <a:cubicBezTo>
                    <a:pt x="338" y="95"/>
                    <a:pt x="334" y="95"/>
                    <a:pt x="331" y="94"/>
                  </a:cubicBezTo>
                  <a:cubicBezTo>
                    <a:pt x="324" y="92"/>
                    <a:pt x="318" y="89"/>
                    <a:pt x="314" y="83"/>
                  </a:cubicBezTo>
                  <a:cubicBezTo>
                    <a:pt x="309" y="78"/>
                    <a:pt x="306" y="72"/>
                    <a:pt x="305" y="65"/>
                  </a:cubicBezTo>
                  <a:cubicBezTo>
                    <a:pt x="305" y="61"/>
                    <a:pt x="305" y="58"/>
                    <a:pt x="305" y="54"/>
                  </a:cubicBezTo>
                  <a:cubicBezTo>
                    <a:pt x="305" y="51"/>
                    <a:pt x="305" y="47"/>
                    <a:pt x="305" y="44"/>
                  </a:cubicBezTo>
                  <a:cubicBezTo>
                    <a:pt x="305" y="37"/>
                    <a:pt x="306" y="30"/>
                    <a:pt x="303" y="24"/>
                  </a:cubicBezTo>
                  <a:cubicBezTo>
                    <a:pt x="301" y="17"/>
                    <a:pt x="296" y="11"/>
                    <a:pt x="291" y="7"/>
                  </a:cubicBezTo>
                  <a:cubicBezTo>
                    <a:pt x="285" y="3"/>
                    <a:pt x="278" y="2"/>
                    <a:pt x="271" y="2"/>
                  </a:cubicBezTo>
                  <a:lnTo>
                    <a:pt x="249" y="2"/>
                  </a:lnTo>
                  <a:cubicBezTo>
                    <a:pt x="234" y="2"/>
                    <a:pt x="220" y="2"/>
                    <a:pt x="204" y="2"/>
                  </a:cubicBezTo>
                  <a:cubicBezTo>
                    <a:pt x="174" y="2"/>
                    <a:pt x="144" y="2"/>
                    <a:pt x="112" y="2"/>
                  </a:cubicBezTo>
                  <a:cubicBezTo>
                    <a:pt x="96" y="2"/>
                    <a:pt x="80" y="4"/>
                    <a:pt x="65" y="11"/>
                  </a:cubicBezTo>
                  <a:cubicBezTo>
                    <a:pt x="51" y="17"/>
                    <a:pt x="37" y="27"/>
                    <a:pt x="27" y="40"/>
                  </a:cubicBezTo>
                  <a:cubicBezTo>
                    <a:pt x="16" y="52"/>
                    <a:pt x="9" y="67"/>
                    <a:pt x="5" y="84"/>
                  </a:cubicBezTo>
                  <a:cubicBezTo>
                    <a:pt x="4" y="88"/>
                    <a:pt x="4" y="92"/>
                    <a:pt x="3" y="96"/>
                  </a:cubicBezTo>
                  <a:cubicBezTo>
                    <a:pt x="3" y="100"/>
                    <a:pt x="2" y="105"/>
                    <a:pt x="2" y="109"/>
                  </a:cubicBezTo>
                  <a:cubicBezTo>
                    <a:pt x="2" y="117"/>
                    <a:pt x="2" y="126"/>
                    <a:pt x="2" y="135"/>
                  </a:cubicBezTo>
                  <a:cubicBezTo>
                    <a:pt x="2" y="204"/>
                    <a:pt x="2" y="276"/>
                    <a:pt x="2" y="350"/>
                  </a:cubicBezTo>
                  <a:cubicBezTo>
                    <a:pt x="2" y="499"/>
                    <a:pt x="2" y="657"/>
                    <a:pt x="2" y="825"/>
                  </a:cubicBezTo>
                  <a:cubicBezTo>
                    <a:pt x="2" y="992"/>
                    <a:pt x="2" y="1169"/>
                    <a:pt x="2" y="1351"/>
                  </a:cubicBezTo>
                  <a:cubicBezTo>
                    <a:pt x="2" y="1442"/>
                    <a:pt x="2" y="1535"/>
                    <a:pt x="2" y="1629"/>
                  </a:cubicBezTo>
                  <a:cubicBezTo>
                    <a:pt x="2" y="1676"/>
                    <a:pt x="2" y="1723"/>
                    <a:pt x="2" y="1771"/>
                  </a:cubicBezTo>
                  <a:cubicBezTo>
                    <a:pt x="2" y="1783"/>
                    <a:pt x="2" y="1795"/>
                    <a:pt x="2" y="1807"/>
                  </a:cubicBezTo>
                  <a:cubicBezTo>
                    <a:pt x="2" y="1819"/>
                    <a:pt x="3" y="1830"/>
                    <a:pt x="7" y="1842"/>
                  </a:cubicBezTo>
                  <a:cubicBezTo>
                    <a:pt x="13" y="1864"/>
                    <a:pt x="28" y="1885"/>
                    <a:pt x="48" y="1898"/>
                  </a:cubicBezTo>
                  <a:cubicBezTo>
                    <a:pt x="67" y="1912"/>
                    <a:pt x="91" y="1918"/>
                    <a:pt x="115" y="1917"/>
                  </a:cubicBezTo>
                  <a:cubicBezTo>
                    <a:pt x="139" y="1917"/>
                    <a:pt x="163" y="1917"/>
                    <a:pt x="187" y="1917"/>
                  </a:cubicBezTo>
                  <a:cubicBezTo>
                    <a:pt x="234" y="1917"/>
                    <a:pt x="282" y="1917"/>
                    <a:pt x="329" y="1917"/>
                  </a:cubicBezTo>
                  <a:cubicBezTo>
                    <a:pt x="423" y="1917"/>
                    <a:pt x="516" y="1917"/>
                    <a:pt x="607" y="1917"/>
                  </a:cubicBezTo>
                  <a:cubicBezTo>
                    <a:pt x="652" y="1917"/>
                    <a:pt x="697" y="1917"/>
                    <a:pt x="742" y="1917"/>
                  </a:cubicBezTo>
                  <a:cubicBezTo>
                    <a:pt x="764" y="1917"/>
                    <a:pt x="787" y="1918"/>
                    <a:pt x="809" y="1917"/>
                  </a:cubicBezTo>
                  <a:cubicBezTo>
                    <a:pt x="830" y="1916"/>
                    <a:pt x="852" y="1907"/>
                    <a:pt x="868" y="1894"/>
                  </a:cubicBezTo>
                  <a:cubicBezTo>
                    <a:pt x="877" y="1887"/>
                    <a:pt x="884" y="1879"/>
                    <a:pt x="890" y="1870"/>
                  </a:cubicBezTo>
                  <a:cubicBezTo>
                    <a:pt x="896" y="1861"/>
                    <a:pt x="900" y="1851"/>
                    <a:pt x="903" y="1841"/>
                  </a:cubicBezTo>
                  <a:cubicBezTo>
                    <a:pt x="906" y="1830"/>
                    <a:pt x="907" y="1820"/>
                    <a:pt x="907" y="1809"/>
                  </a:cubicBezTo>
                  <a:cubicBezTo>
                    <a:pt x="907" y="1798"/>
                    <a:pt x="907" y="1788"/>
                    <a:pt x="907" y="1777"/>
                  </a:cubicBezTo>
                  <a:cubicBezTo>
                    <a:pt x="907" y="1734"/>
                    <a:pt x="907" y="1692"/>
                    <a:pt x="907" y="1650"/>
                  </a:cubicBezTo>
                  <a:cubicBezTo>
                    <a:pt x="907" y="1315"/>
                    <a:pt x="907" y="1013"/>
                    <a:pt x="908" y="760"/>
                  </a:cubicBezTo>
                  <a:cubicBezTo>
                    <a:pt x="908" y="507"/>
                    <a:pt x="908" y="302"/>
                    <a:pt x="908" y="161"/>
                  </a:cubicBezTo>
                  <a:cubicBezTo>
                    <a:pt x="908" y="143"/>
                    <a:pt x="908" y="126"/>
                    <a:pt x="908" y="110"/>
                  </a:cubicBezTo>
                  <a:cubicBezTo>
                    <a:pt x="908" y="95"/>
                    <a:pt x="906" y="80"/>
                    <a:pt x="901" y="68"/>
                  </a:cubicBezTo>
                  <a:cubicBezTo>
                    <a:pt x="895" y="55"/>
                    <a:pt x="888" y="44"/>
                    <a:pt x="881" y="36"/>
                  </a:cubicBezTo>
                  <a:cubicBezTo>
                    <a:pt x="873" y="28"/>
                    <a:pt x="865" y="21"/>
                    <a:pt x="857" y="16"/>
                  </a:cubicBezTo>
                  <a:cubicBezTo>
                    <a:pt x="841" y="7"/>
                    <a:pt x="826" y="4"/>
                    <a:pt x="817" y="2"/>
                  </a:cubicBezTo>
                  <a:cubicBezTo>
                    <a:pt x="812" y="2"/>
                    <a:pt x="809" y="2"/>
                    <a:pt x="806" y="1"/>
                  </a:cubicBezTo>
                  <a:cubicBezTo>
                    <a:pt x="804" y="1"/>
                    <a:pt x="803" y="1"/>
                    <a:pt x="8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2387385" y="1084959"/>
              <a:ext cx="142120" cy="3644"/>
            </a:xfrm>
            <a:custGeom>
              <a:avLst/>
              <a:gdLst/>
              <a:ahLst/>
              <a:cxnLst/>
              <a:rect l="l" t="t" r="r" b="b"/>
              <a:pathLst>
                <a:path w="78" h="2" extrusionOk="0">
                  <a:moveTo>
                    <a:pt x="78" y="1"/>
                  </a:moveTo>
                  <a:cubicBezTo>
                    <a:pt x="78" y="1"/>
                    <a:pt x="61" y="2"/>
                    <a:pt x="39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39" y="0"/>
                  </a:cubicBezTo>
                  <a:cubicBezTo>
                    <a:pt x="61" y="0"/>
                    <a:pt x="78" y="0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2387385" y="1121400"/>
              <a:ext cx="143942" cy="3644"/>
            </a:xfrm>
            <a:custGeom>
              <a:avLst/>
              <a:gdLst/>
              <a:ahLst/>
              <a:cxnLst/>
              <a:rect l="l" t="t" r="r" b="b"/>
              <a:pathLst>
                <a:path w="79" h="2" extrusionOk="0">
                  <a:moveTo>
                    <a:pt x="79" y="1"/>
                  </a:moveTo>
                  <a:cubicBezTo>
                    <a:pt x="79" y="1"/>
                    <a:pt x="61" y="2"/>
                    <a:pt x="39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39" y="0"/>
                  </a:cubicBezTo>
                  <a:cubicBezTo>
                    <a:pt x="61" y="0"/>
                    <a:pt x="79" y="0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2387385" y="1157841"/>
              <a:ext cx="143942" cy="3644"/>
            </a:xfrm>
            <a:custGeom>
              <a:avLst/>
              <a:gdLst/>
              <a:ahLst/>
              <a:cxnLst/>
              <a:rect l="l" t="t" r="r" b="b"/>
              <a:pathLst>
                <a:path w="79" h="2" extrusionOk="0">
                  <a:moveTo>
                    <a:pt x="79" y="1"/>
                  </a:moveTo>
                  <a:cubicBezTo>
                    <a:pt x="79" y="1"/>
                    <a:pt x="61" y="2"/>
                    <a:pt x="40" y="2"/>
                  </a:cubicBezTo>
                  <a:cubicBezTo>
                    <a:pt x="18" y="2"/>
                    <a:pt x="0" y="2"/>
                    <a:pt x="0" y="1"/>
                  </a:cubicBezTo>
                  <a:cubicBezTo>
                    <a:pt x="0" y="1"/>
                    <a:pt x="18" y="0"/>
                    <a:pt x="40" y="0"/>
                  </a:cubicBezTo>
                  <a:cubicBezTo>
                    <a:pt x="61" y="0"/>
                    <a:pt x="79" y="0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1228561" y="1081315"/>
              <a:ext cx="116611" cy="120255"/>
            </a:xfrm>
            <a:custGeom>
              <a:avLst/>
              <a:gdLst/>
              <a:ahLst/>
              <a:cxnLst/>
              <a:rect l="l" t="t" r="r" b="b"/>
              <a:pathLst>
                <a:path w="64" h="66" extrusionOk="0">
                  <a:moveTo>
                    <a:pt x="1" y="66"/>
                  </a:moveTo>
                  <a:lnTo>
                    <a:pt x="2" y="66"/>
                  </a:lnTo>
                  <a:cubicBezTo>
                    <a:pt x="4" y="66"/>
                    <a:pt x="5" y="65"/>
                    <a:pt x="7" y="65"/>
                  </a:cubicBezTo>
                  <a:cubicBezTo>
                    <a:pt x="11" y="65"/>
                    <a:pt x="17" y="65"/>
                    <a:pt x="24" y="65"/>
                  </a:cubicBezTo>
                  <a:lnTo>
                    <a:pt x="23" y="65"/>
                  </a:lnTo>
                  <a:cubicBezTo>
                    <a:pt x="23" y="62"/>
                    <a:pt x="23" y="58"/>
                    <a:pt x="23" y="53"/>
                  </a:cubicBezTo>
                  <a:cubicBezTo>
                    <a:pt x="23" y="51"/>
                    <a:pt x="23" y="49"/>
                    <a:pt x="23" y="46"/>
                  </a:cubicBezTo>
                  <a:cubicBezTo>
                    <a:pt x="23" y="44"/>
                    <a:pt x="26" y="41"/>
                    <a:pt x="29" y="41"/>
                  </a:cubicBezTo>
                  <a:cubicBezTo>
                    <a:pt x="31" y="41"/>
                    <a:pt x="34" y="41"/>
                    <a:pt x="37" y="41"/>
                  </a:cubicBezTo>
                  <a:cubicBezTo>
                    <a:pt x="40" y="42"/>
                    <a:pt x="42" y="44"/>
                    <a:pt x="42" y="48"/>
                  </a:cubicBezTo>
                  <a:cubicBezTo>
                    <a:pt x="42" y="53"/>
                    <a:pt x="42" y="59"/>
                    <a:pt x="42" y="65"/>
                  </a:cubicBezTo>
                  <a:lnTo>
                    <a:pt x="42" y="65"/>
                  </a:lnTo>
                  <a:cubicBezTo>
                    <a:pt x="48" y="65"/>
                    <a:pt x="55" y="64"/>
                    <a:pt x="63" y="64"/>
                  </a:cubicBezTo>
                  <a:lnTo>
                    <a:pt x="62" y="65"/>
                  </a:lnTo>
                  <a:cubicBezTo>
                    <a:pt x="62" y="57"/>
                    <a:pt x="62" y="48"/>
                    <a:pt x="62" y="39"/>
                  </a:cubicBezTo>
                  <a:cubicBezTo>
                    <a:pt x="62" y="37"/>
                    <a:pt x="62" y="34"/>
                    <a:pt x="62" y="32"/>
                  </a:cubicBezTo>
                  <a:cubicBezTo>
                    <a:pt x="62" y="30"/>
                    <a:pt x="60" y="29"/>
                    <a:pt x="59" y="27"/>
                  </a:cubicBezTo>
                  <a:cubicBezTo>
                    <a:pt x="56" y="24"/>
                    <a:pt x="52" y="21"/>
                    <a:pt x="49" y="18"/>
                  </a:cubicBezTo>
                  <a:cubicBezTo>
                    <a:pt x="46" y="15"/>
                    <a:pt x="43" y="12"/>
                    <a:pt x="41" y="9"/>
                  </a:cubicBezTo>
                  <a:cubicBezTo>
                    <a:pt x="39" y="8"/>
                    <a:pt x="38" y="6"/>
                    <a:pt x="36" y="5"/>
                  </a:cubicBezTo>
                  <a:cubicBezTo>
                    <a:pt x="35" y="4"/>
                    <a:pt x="34" y="2"/>
                    <a:pt x="32" y="2"/>
                  </a:cubicBezTo>
                  <a:cubicBezTo>
                    <a:pt x="30" y="1"/>
                    <a:pt x="28" y="2"/>
                    <a:pt x="27" y="3"/>
                  </a:cubicBezTo>
                  <a:cubicBezTo>
                    <a:pt x="26" y="4"/>
                    <a:pt x="24" y="5"/>
                    <a:pt x="23" y="7"/>
                  </a:cubicBezTo>
                  <a:cubicBezTo>
                    <a:pt x="20" y="9"/>
                    <a:pt x="18" y="12"/>
                    <a:pt x="15" y="14"/>
                  </a:cubicBezTo>
                  <a:cubicBezTo>
                    <a:pt x="11" y="19"/>
                    <a:pt x="6" y="24"/>
                    <a:pt x="2" y="28"/>
                  </a:cubicBezTo>
                  <a:cubicBezTo>
                    <a:pt x="1" y="30"/>
                    <a:pt x="1" y="33"/>
                    <a:pt x="1" y="36"/>
                  </a:cubicBezTo>
                  <a:cubicBezTo>
                    <a:pt x="1" y="38"/>
                    <a:pt x="1" y="41"/>
                    <a:pt x="1" y="43"/>
                  </a:cubicBezTo>
                  <a:cubicBezTo>
                    <a:pt x="1" y="48"/>
                    <a:pt x="1" y="52"/>
                    <a:pt x="1" y="55"/>
                  </a:cubicBezTo>
                  <a:cubicBezTo>
                    <a:pt x="1" y="58"/>
                    <a:pt x="1" y="61"/>
                    <a:pt x="1" y="63"/>
                  </a:cubicBezTo>
                  <a:cubicBezTo>
                    <a:pt x="1" y="65"/>
                    <a:pt x="1" y="66"/>
                    <a:pt x="1" y="66"/>
                  </a:cubicBezTo>
                  <a:cubicBezTo>
                    <a:pt x="1" y="66"/>
                    <a:pt x="1" y="65"/>
                    <a:pt x="1" y="63"/>
                  </a:cubicBezTo>
                  <a:cubicBezTo>
                    <a:pt x="1" y="61"/>
                    <a:pt x="1" y="59"/>
                    <a:pt x="0" y="56"/>
                  </a:cubicBezTo>
                  <a:cubicBezTo>
                    <a:pt x="0" y="52"/>
                    <a:pt x="0" y="48"/>
                    <a:pt x="0" y="44"/>
                  </a:cubicBezTo>
                  <a:cubicBezTo>
                    <a:pt x="0" y="41"/>
                    <a:pt x="0" y="39"/>
                    <a:pt x="0" y="36"/>
                  </a:cubicBezTo>
                  <a:cubicBezTo>
                    <a:pt x="0" y="35"/>
                    <a:pt x="0" y="33"/>
                    <a:pt x="0" y="32"/>
                  </a:cubicBezTo>
                  <a:cubicBezTo>
                    <a:pt x="0" y="30"/>
                    <a:pt x="0" y="29"/>
                    <a:pt x="1" y="28"/>
                  </a:cubicBezTo>
                  <a:cubicBezTo>
                    <a:pt x="5" y="23"/>
                    <a:pt x="10" y="18"/>
                    <a:pt x="15" y="13"/>
                  </a:cubicBezTo>
                  <a:cubicBezTo>
                    <a:pt x="17" y="11"/>
                    <a:pt x="20" y="8"/>
                    <a:pt x="22" y="6"/>
                  </a:cubicBezTo>
                  <a:cubicBezTo>
                    <a:pt x="23" y="4"/>
                    <a:pt x="25" y="3"/>
                    <a:pt x="26" y="2"/>
                  </a:cubicBezTo>
                  <a:cubicBezTo>
                    <a:pt x="28" y="0"/>
                    <a:pt x="30" y="0"/>
                    <a:pt x="32" y="0"/>
                  </a:cubicBezTo>
                  <a:cubicBezTo>
                    <a:pt x="35" y="1"/>
                    <a:pt x="36" y="3"/>
                    <a:pt x="37" y="4"/>
                  </a:cubicBezTo>
                  <a:lnTo>
                    <a:pt x="42" y="8"/>
                  </a:lnTo>
                  <a:cubicBezTo>
                    <a:pt x="45" y="11"/>
                    <a:pt x="48" y="14"/>
                    <a:pt x="51" y="17"/>
                  </a:cubicBezTo>
                  <a:cubicBezTo>
                    <a:pt x="54" y="20"/>
                    <a:pt x="57" y="23"/>
                    <a:pt x="60" y="26"/>
                  </a:cubicBezTo>
                  <a:cubicBezTo>
                    <a:pt x="61" y="27"/>
                    <a:pt x="61" y="28"/>
                    <a:pt x="62" y="29"/>
                  </a:cubicBezTo>
                  <a:cubicBezTo>
                    <a:pt x="63" y="30"/>
                    <a:pt x="63" y="31"/>
                    <a:pt x="63" y="32"/>
                  </a:cubicBezTo>
                  <a:cubicBezTo>
                    <a:pt x="63" y="35"/>
                    <a:pt x="63" y="37"/>
                    <a:pt x="63" y="39"/>
                  </a:cubicBezTo>
                  <a:cubicBezTo>
                    <a:pt x="63" y="48"/>
                    <a:pt x="63" y="57"/>
                    <a:pt x="64" y="65"/>
                  </a:cubicBezTo>
                  <a:lnTo>
                    <a:pt x="64" y="66"/>
                  </a:lnTo>
                  <a:lnTo>
                    <a:pt x="63" y="66"/>
                  </a:lnTo>
                  <a:cubicBezTo>
                    <a:pt x="55" y="66"/>
                    <a:pt x="48" y="66"/>
                    <a:pt x="42" y="66"/>
                  </a:cubicBezTo>
                  <a:lnTo>
                    <a:pt x="41" y="66"/>
                  </a:lnTo>
                  <a:lnTo>
                    <a:pt x="41" y="66"/>
                  </a:lnTo>
                  <a:cubicBezTo>
                    <a:pt x="41" y="59"/>
                    <a:pt x="41" y="54"/>
                    <a:pt x="41" y="48"/>
                  </a:cubicBezTo>
                  <a:cubicBezTo>
                    <a:pt x="41" y="45"/>
                    <a:pt x="39" y="43"/>
                    <a:pt x="36" y="43"/>
                  </a:cubicBezTo>
                  <a:cubicBezTo>
                    <a:pt x="34" y="43"/>
                    <a:pt x="31" y="43"/>
                    <a:pt x="29" y="43"/>
                  </a:cubicBezTo>
                  <a:cubicBezTo>
                    <a:pt x="27" y="43"/>
                    <a:pt x="25" y="45"/>
                    <a:pt x="24" y="47"/>
                  </a:cubicBezTo>
                  <a:cubicBezTo>
                    <a:pt x="24" y="49"/>
                    <a:pt x="24" y="51"/>
                    <a:pt x="24" y="54"/>
                  </a:cubicBezTo>
                  <a:cubicBezTo>
                    <a:pt x="24" y="58"/>
                    <a:pt x="24" y="62"/>
                    <a:pt x="24" y="66"/>
                  </a:cubicBezTo>
                  <a:lnTo>
                    <a:pt x="24" y="66"/>
                  </a:lnTo>
                  <a:lnTo>
                    <a:pt x="24" y="66"/>
                  </a:lnTo>
                  <a:cubicBezTo>
                    <a:pt x="17" y="66"/>
                    <a:pt x="11" y="66"/>
                    <a:pt x="7" y="66"/>
                  </a:cubicBezTo>
                  <a:cubicBezTo>
                    <a:pt x="5" y="66"/>
                    <a:pt x="4" y="66"/>
                    <a:pt x="2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1172077" y="1394707"/>
              <a:ext cx="1350141" cy="245976"/>
            </a:xfrm>
            <a:custGeom>
              <a:avLst/>
              <a:gdLst/>
              <a:ahLst/>
              <a:cxnLst/>
              <a:rect l="l" t="t" r="r" b="b"/>
              <a:pathLst>
                <a:path w="741" h="135" extrusionOk="0">
                  <a:moveTo>
                    <a:pt x="371" y="135"/>
                  </a:moveTo>
                  <a:lnTo>
                    <a:pt x="685" y="135"/>
                  </a:lnTo>
                  <a:cubicBezTo>
                    <a:pt x="716" y="135"/>
                    <a:pt x="741" y="109"/>
                    <a:pt x="741" y="78"/>
                  </a:cubicBezTo>
                  <a:lnTo>
                    <a:pt x="741" y="57"/>
                  </a:lnTo>
                  <a:cubicBezTo>
                    <a:pt x="741" y="25"/>
                    <a:pt x="716" y="0"/>
                    <a:pt x="685" y="0"/>
                  </a:cubicBezTo>
                  <a:lnTo>
                    <a:pt x="57" y="0"/>
                  </a:lnTo>
                  <a:cubicBezTo>
                    <a:pt x="26" y="0"/>
                    <a:pt x="0" y="25"/>
                    <a:pt x="0" y="57"/>
                  </a:cubicBezTo>
                  <a:lnTo>
                    <a:pt x="0" y="78"/>
                  </a:lnTo>
                  <a:cubicBezTo>
                    <a:pt x="0" y="109"/>
                    <a:pt x="26" y="135"/>
                    <a:pt x="57" y="135"/>
                  </a:cubicBezTo>
                  <a:lnTo>
                    <a:pt x="371" y="1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1170255" y="1391063"/>
              <a:ext cx="1353785" cy="251442"/>
            </a:xfrm>
            <a:custGeom>
              <a:avLst/>
              <a:gdLst/>
              <a:ahLst/>
              <a:cxnLst/>
              <a:rect l="l" t="t" r="r" b="b"/>
              <a:pathLst>
                <a:path w="743" h="138" extrusionOk="0">
                  <a:moveTo>
                    <a:pt x="685" y="137"/>
                  </a:moveTo>
                  <a:cubicBezTo>
                    <a:pt x="685" y="137"/>
                    <a:pt x="687" y="136"/>
                    <a:pt x="690" y="136"/>
                  </a:cubicBezTo>
                  <a:cubicBezTo>
                    <a:pt x="693" y="136"/>
                    <a:pt x="697" y="135"/>
                    <a:pt x="702" y="134"/>
                  </a:cubicBezTo>
                  <a:cubicBezTo>
                    <a:pt x="707" y="132"/>
                    <a:pt x="713" y="129"/>
                    <a:pt x="720" y="124"/>
                  </a:cubicBezTo>
                  <a:cubicBezTo>
                    <a:pt x="726" y="120"/>
                    <a:pt x="732" y="113"/>
                    <a:pt x="737" y="103"/>
                  </a:cubicBezTo>
                  <a:cubicBezTo>
                    <a:pt x="739" y="98"/>
                    <a:pt x="741" y="93"/>
                    <a:pt x="741" y="87"/>
                  </a:cubicBezTo>
                  <a:cubicBezTo>
                    <a:pt x="742" y="82"/>
                    <a:pt x="742" y="76"/>
                    <a:pt x="742" y="69"/>
                  </a:cubicBezTo>
                  <a:cubicBezTo>
                    <a:pt x="742" y="63"/>
                    <a:pt x="742" y="56"/>
                    <a:pt x="741" y="49"/>
                  </a:cubicBezTo>
                  <a:cubicBezTo>
                    <a:pt x="740" y="43"/>
                    <a:pt x="737" y="36"/>
                    <a:pt x="733" y="30"/>
                  </a:cubicBezTo>
                  <a:cubicBezTo>
                    <a:pt x="726" y="17"/>
                    <a:pt x="712" y="7"/>
                    <a:pt x="696" y="4"/>
                  </a:cubicBezTo>
                  <a:cubicBezTo>
                    <a:pt x="688" y="2"/>
                    <a:pt x="679" y="3"/>
                    <a:pt x="670" y="3"/>
                  </a:cubicBezTo>
                  <a:cubicBezTo>
                    <a:pt x="661" y="3"/>
                    <a:pt x="652" y="3"/>
                    <a:pt x="643" y="3"/>
                  </a:cubicBezTo>
                  <a:cubicBezTo>
                    <a:pt x="493" y="3"/>
                    <a:pt x="286" y="3"/>
                    <a:pt x="58" y="3"/>
                  </a:cubicBezTo>
                  <a:cubicBezTo>
                    <a:pt x="44" y="3"/>
                    <a:pt x="30" y="9"/>
                    <a:pt x="20" y="18"/>
                  </a:cubicBezTo>
                  <a:cubicBezTo>
                    <a:pt x="10" y="27"/>
                    <a:pt x="4" y="40"/>
                    <a:pt x="3" y="54"/>
                  </a:cubicBezTo>
                  <a:cubicBezTo>
                    <a:pt x="2" y="61"/>
                    <a:pt x="3" y="68"/>
                    <a:pt x="3" y="75"/>
                  </a:cubicBezTo>
                  <a:cubicBezTo>
                    <a:pt x="2" y="82"/>
                    <a:pt x="3" y="88"/>
                    <a:pt x="5" y="95"/>
                  </a:cubicBezTo>
                  <a:cubicBezTo>
                    <a:pt x="8" y="108"/>
                    <a:pt x="17" y="119"/>
                    <a:pt x="28" y="126"/>
                  </a:cubicBezTo>
                  <a:cubicBezTo>
                    <a:pt x="33" y="130"/>
                    <a:pt x="39" y="132"/>
                    <a:pt x="46" y="134"/>
                  </a:cubicBezTo>
                  <a:cubicBezTo>
                    <a:pt x="52" y="135"/>
                    <a:pt x="58" y="135"/>
                    <a:pt x="65" y="135"/>
                  </a:cubicBezTo>
                  <a:cubicBezTo>
                    <a:pt x="78" y="135"/>
                    <a:pt x="91" y="135"/>
                    <a:pt x="104" y="135"/>
                  </a:cubicBezTo>
                  <a:cubicBezTo>
                    <a:pt x="130" y="135"/>
                    <a:pt x="156" y="135"/>
                    <a:pt x="180" y="135"/>
                  </a:cubicBezTo>
                  <a:cubicBezTo>
                    <a:pt x="279" y="135"/>
                    <a:pt x="368" y="135"/>
                    <a:pt x="443" y="136"/>
                  </a:cubicBezTo>
                  <a:cubicBezTo>
                    <a:pt x="518" y="136"/>
                    <a:pt x="579" y="136"/>
                    <a:pt x="620" y="136"/>
                  </a:cubicBezTo>
                  <a:cubicBezTo>
                    <a:pt x="641" y="136"/>
                    <a:pt x="658" y="136"/>
                    <a:pt x="669" y="136"/>
                  </a:cubicBezTo>
                  <a:cubicBezTo>
                    <a:pt x="674" y="136"/>
                    <a:pt x="678" y="136"/>
                    <a:pt x="681" y="136"/>
                  </a:cubicBezTo>
                  <a:cubicBezTo>
                    <a:pt x="684" y="136"/>
                    <a:pt x="685" y="137"/>
                    <a:pt x="685" y="137"/>
                  </a:cubicBezTo>
                  <a:cubicBezTo>
                    <a:pt x="685" y="137"/>
                    <a:pt x="684" y="137"/>
                    <a:pt x="681" y="137"/>
                  </a:cubicBezTo>
                  <a:cubicBezTo>
                    <a:pt x="678" y="137"/>
                    <a:pt x="674" y="137"/>
                    <a:pt x="669" y="137"/>
                  </a:cubicBezTo>
                  <a:cubicBezTo>
                    <a:pt x="657" y="137"/>
                    <a:pt x="641" y="137"/>
                    <a:pt x="620" y="137"/>
                  </a:cubicBezTo>
                  <a:cubicBezTo>
                    <a:pt x="579" y="137"/>
                    <a:pt x="518" y="137"/>
                    <a:pt x="443" y="137"/>
                  </a:cubicBezTo>
                  <a:cubicBezTo>
                    <a:pt x="368" y="138"/>
                    <a:pt x="279" y="138"/>
                    <a:pt x="180" y="138"/>
                  </a:cubicBezTo>
                  <a:cubicBezTo>
                    <a:pt x="156" y="138"/>
                    <a:pt x="130" y="138"/>
                    <a:pt x="104" y="138"/>
                  </a:cubicBezTo>
                  <a:cubicBezTo>
                    <a:pt x="91" y="138"/>
                    <a:pt x="78" y="138"/>
                    <a:pt x="65" y="138"/>
                  </a:cubicBezTo>
                  <a:cubicBezTo>
                    <a:pt x="59" y="138"/>
                    <a:pt x="52" y="138"/>
                    <a:pt x="45" y="136"/>
                  </a:cubicBezTo>
                  <a:cubicBezTo>
                    <a:pt x="38" y="135"/>
                    <a:pt x="32" y="132"/>
                    <a:pt x="26" y="128"/>
                  </a:cubicBezTo>
                  <a:cubicBezTo>
                    <a:pt x="15" y="121"/>
                    <a:pt x="6" y="109"/>
                    <a:pt x="2" y="95"/>
                  </a:cubicBezTo>
                  <a:cubicBezTo>
                    <a:pt x="0" y="89"/>
                    <a:pt x="0" y="81"/>
                    <a:pt x="0" y="75"/>
                  </a:cubicBezTo>
                  <a:cubicBezTo>
                    <a:pt x="0" y="68"/>
                    <a:pt x="0" y="61"/>
                    <a:pt x="0" y="54"/>
                  </a:cubicBezTo>
                  <a:cubicBezTo>
                    <a:pt x="1" y="39"/>
                    <a:pt x="8" y="26"/>
                    <a:pt x="19" y="16"/>
                  </a:cubicBezTo>
                  <a:cubicBezTo>
                    <a:pt x="29" y="6"/>
                    <a:pt x="44" y="0"/>
                    <a:pt x="58" y="0"/>
                  </a:cubicBezTo>
                  <a:cubicBezTo>
                    <a:pt x="286" y="0"/>
                    <a:pt x="493" y="1"/>
                    <a:pt x="643" y="1"/>
                  </a:cubicBezTo>
                  <a:cubicBezTo>
                    <a:pt x="652" y="1"/>
                    <a:pt x="661" y="1"/>
                    <a:pt x="670" y="1"/>
                  </a:cubicBezTo>
                  <a:cubicBezTo>
                    <a:pt x="679" y="1"/>
                    <a:pt x="688" y="0"/>
                    <a:pt x="696" y="2"/>
                  </a:cubicBezTo>
                  <a:cubicBezTo>
                    <a:pt x="713" y="5"/>
                    <a:pt x="727" y="16"/>
                    <a:pt x="735" y="29"/>
                  </a:cubicBezTo>
                  <a:cubicBezTo>
                    <a:pt x="739" y="35"/>
                    <a:pt x="741" y="42"/>
                    <a:pt x="742" y="49"/>
                  </a:cubicBezTo>
                  <a:cubicBezTo>
                    <a:pt x="743" y="56"/>
                    <a:pt x="743" y="63"/>
                    <a:pt x="743" y="69"/>
                  </a:cubicBezTo>
                  <a:cubicBezTo>
                    <a:pt x="743" y="75"/>
                    <a:pt x="743" y="81"/>
                    <a:pt x="742" y="87"/>
                  </a:cubicBezTo>
                  <a:cubicBezTo>
                    <a:pt x="742" y="93"/>
                    <a:pt x="740" y="98"/>
                    <a:pt x="738" y="103"/>
                  </a:cubicBezTo>
                  <a:cubicBezTo>
                    <a:pt x="733" y="113"/>
                    <a:pt x="727" y="120"/>
                    <a:pt x="720" y="125"/>
                  </a:cubicBezTo>
                  <a:cubicBezTo>
                    <a:pt x="714" y="130"/>
                    <a:pt x="708" y="133"/>
                    <a:pt x="702" y="134"/>
                  </a:cubicBezTo>
                  <a:cubicBezTo>
                    <a:pt x="697" y="136"/>
                    <a:pt x="693" y="136"/>
                    <a:pt x="690" y="136"/>
                  </a:cubicBezTo>
                  <a:cubicBezTo>
                    <a:pt x="687" y="136"/>
                    <a:pt x="686" y="136"/>
                    <a:pt x="686" y="136"/>
                  </a:cubicBezTo>
                  <a:lnTo>
                    <a:pt x="685" y="1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2349122" y="1465767"/>
              <a:ext cx="91103" cy="91102"/>
            </a:xfrm>
            <a:custGeom>
              <a:avLst/>
              <a:gdLst/>
              <a:ahLst/>
              <a:cxnLst/>
              <a:rect l="l" t="t" r="r" b="b"/>
              <a:pathLst>
                <a:path w="50" h="50" extrusionOk="0">
                  <a:moveTo>
                    <a:pt x="50" y="25"/>
                  </a:moveTo>
                  <a:cubicBezTo>
                    <a:pt x="50" y="25"/>
                    <a:pt x="50" y="23"/>
                    <a:pt x="49" y="19"/>
                  </a:cubicBezTo>
                  <a:cubicBezTo>
                    <a:pt x="48" y="16"/>
                    <a:pt x="45" y="10"/>
                    <a:pt x="40" y="6"/>
                  </a:cubicBezTo>
                  <a:cubicBezTo>
                    <a:pt x="34" y="2"/>
                    <a:pt x="26" y="0"/>
                    <a:pt x="18" y="3"/>
                  </a:cubicBezTo>
                  <a:cubicBezTo>
                    <a:pt x="9" y="6"/>
                    <a:pt x="2" y="15"/>
                    <a:pt x="3" y="25"/>
                  </a:cubicBezTo>
                  <a:cubicBezTo>
                    <a:pt x="2" y="35"/>
                    <a:pt x="10" y="44"/>
                    <a:pt x="18" y="47"/>
                  </a:cubicBezTo>
                  <a:cubicBezTo>
                    <a:pt x="26" y="50"/>
                    <a:pt x="34" y="48"/>
                    <a:pt x="40" y="44"/>
                  </a:cubicBezTo>
                  <a:cubicBezTo>
                    <a:pt x="45" y="40"/>
                    <a:pt x="48" y="34"/>
                    <a:pt x="49" y="31"/>
                  </a:cubicBezTo>
                  <a:cubicBezTo>
                    <a:pt x="50" y="27"/>
                    <a:pt x="50" y="25"/>
                    <a:pt x="50" y="25"/>
                  </a:cubicBezTo>
                  <a:cubicBezTo>
                    <a:pt x="50" y="25"/>
                    <a:pt x="50" y="26"/>
                    <a:pt x="50" y="27"/>
                  </a:cubicBezTo>
                  <a:cubicBezTo>
                    <a:pt x="50" y="28"/>
                    <a:pt x="50" y="29"/>
                    <a:pt x="50" y="31"/>
                  </a:cubicBezTo>
                  <a:cubicBezTo>
                    <a:pt x="49" y="35"/>
                    <a:pt x="47" y="41"/>
                    <a:pt x="41" y="45"/>
                  </a:cubicBezTo>
                  <a:cubicBezTo>
                    <a:pt x="35" y="50"/>
                    <a:pt x="26" y="52"/>
                    <a:pt x="17" y="49"/>
                  </a:cubicBezTo>
                  <a:cubicBezTo>
                    <a:pt x="8" y="46"/>
                    <a:pt x="0" y="36"/>
                    <a:pt x="0" y="25"/>
                  </a:cubicBezTo>
                  <a:cubicBezTo>
                    <a:pt x="0" y="14"/>
                    <a:pt x="8" y="4"/>
                    <a:pt x="17" y="1"/>
                  </a:cubicBezTo>
                  <a:cubicBezTo>
                    <a:pt x="26" y="-2"/>
                    <a:pt x="35" y="0"/>
                    <a:pt x="41" y="5"/>
                  </a:cubicBezTo>
                  <a:cubicBezTo>
                    <a:pt x="47" y="9"/>
                    <a:pt x="49" y="15"/>
                    <a:pt x="50" y="19"/>
                  </a:cubicBezTo>
                  <a:cubicBezTo>
                    <a:pt x="50" y="21"/>
                    <a:pt x="50" y="22"/>
                    <a:pt x="50" y="23"/>
                  </a:cubicBezTo>
                  <a:cubicBezTo>
                    <a:pt x="50" y="24"/>
                    <a:pt x="50" y="25"/>
                    <a:pt x="50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2425648" y="1544115"/>
              <a:ext cx="38263" cy="43729"/>
            </a:xfrm>
            <a:custGeom>
              <a:avLst/>
              <a:gdLst/>
              <a:ahLst/>
              <a:cxnLst/>
              <a:rect l="l" t="t" r="r" b="b"/>
              <a:pathLst>
                <a:path w="21" h="24" extrusionOk="0">
                  <a:moveTo>
                    <a:pt x="21" y="24"/>
                  </a:moveTo>
                  <a:cubicBezTo>
                    <a:pt x="21" y="25"/>
                    <a:pt x="15" y="20"/>
                    <a:pt x="9" y="13"/>
                  </a:cubicBezTo>
                  <a:cubicBezTo>
                    <a:pt x="3" y="7"/>
                    <a:pt x="-1" y="1"/>
                    <a:pt x="0" y="0"/>
                  </a:cubicBezTo>
                  <a:cubicBezTo>
                    <a:pt x="0" y="0"/>
                    <a:pt x="5" y="5"/>
                    <a:pt x="11" y="11"/>
                  </a:cubicBezTo>
                  <a:cubicBezTo>
                    <a:pt x="18" y="18"/>
                    <a:pt x="22" y="24"/>
                    <a:pt x="21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330596" y="1485810"/>
              <a:ext cx="56484" cy="69238"/>
            </a:xfrm>
            <a:custGeom>
              <a:avLst/>
              <a:gdLst/>
              <a:ahLst/>
              <a:cxnLst/>
              <a:rect l="l" t="t" r="r" b="b"/>
              <a:pathLst>
                <a:path w="31" h="38" extrusionOk="0">
                  <a:moveTo>
                    <a:pt x="13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31" y="0"/>
                  </a:lnTo>
                  <a:lnTo>
                    <a:pt x="31" y="4"/>
                  </a:lnTo>
                  <a:lnTo>
                    <a:pt x="17" y="4"/>
                  </a:lnTo>
                  <a:lnTo>
                    <a:pt x="17" y="38"/>
                  </a:lnTo>
                  <a:lnTo>
                    <a:pt x="13" y="38"/>
                  </a:lnTo>
                  <a:lnTo>
                    <a:pt x="1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1385257" y="1502208"/>
              <a:ext cx="51017" cy="52839"/>
            </a:xfrm>
            <a:custGeom>
              <a:avLst/>
              <a:gdLst/>
              <a:ahLst/>
              <a:cxnLst/>
              <a:rect l="l" t="t" r="r" b="b"/>
              <a:pathLst>
                <a:path w="28" h="29" extrusionOk="0">
                  <a:moveTo>
                    <a:pt x="28" y="16"/>
                  </a:moveTo>
                  <a:lnTo>
                    <a:pt x="4" y="16"/>
                  </a:lnTo>
                  <a:cubicBezTo>
                    <a:pt x="5" y="22"/>
                    <a:pt x="9" y="26"/>
                    <a:pt x="15" y="26"/>
                  </a:cubicBezTo>
                  <a:cubicBezTo>
                    <a:pt x="19" y="26"/>
                    <a:pt x="22" y="25"/>
                    <a:pt x="24" y="22"/>
                  </a:cubicBezTo>
                  <a:lnTo>
                    <a:pt x="26" y="25"/>
                  </a:lnTo>
                  <a:cubicBezTo>
                    <a:pt x="23" y="28"/>
                    <a:pt x="20" y="29"/>
                    <a:pt x="15" y="29"/>
                  </a:cubicBezTo>
                  <a:cubicBezTo>
                    <a:pt x="6" y="29"/>
                    <a:pt x="0" y="23"/>
                    <a:pt x="0" y="15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5"/>
                  </a:cubicBezTo>
                  <a:lnTo>
                    <a:pt x="28" y="16"/>
                  </a:lnTo>
                  <a:moveTo>
                    <a:pt x="4" y="13"/>
                  </a:moveTo>
                  <a:lnTo>
                    <a:pt x="24" y="13"/>
                  </a:lnTo>
                  <a:cubicBezTo>
                    <a:pt x="24" y="8"/>
                    <a:pt x="19" y="4"/>
                    <a:pt x="14" y="4"/>
                  </a:cubicBezTo>
                  <a:cubicBezTo>
                    <a:pt x="8" y="4"/>
                    <a:pt x="5" y="8"/>
                    <a:pt x="4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1439919" y="1504030"/>
              <a:ext cx="49195" cy="51017"/>
            </a:xfrm>
            <a:custGeom>
              <a:avLst/>
              <a:gdLst/>
              <a:ahLst/>
              <a:cxnLst/>
              <a:rect l="l" t="t" r="r" b="b"/>
              <a:pathLst>
                <a:path w="27" h="28" extrusionOk="0">
                  <a:moveTo>
                    <a:pt x="23" y="28"/>
                  </a:moveTo>
                  <a:lnTo>
                    <a:pt x="14" y="16"/>
                  </a:lnTo>
                  <a:lnTo>
                    <a:pt x="5" y="28"/>
                  </a:lnTo>
                  <a:lnTo>
                    <a:pt x="0" y="28"/>
                  </a:lnTo>
                  <a:lnTo>
                    <a:pt x="12" y="13"/>
                  </a:lnTo>
                  <a:lnTo>
                    <a:pt x="1" y="0"/>
                  </a:lnTo>
                  <a:lnTo>
                    <a:pt x="5" y="0"/>
                  </a:lnTo>
                  <a:lnTo>
                    <a:pt x="14" y="11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16" y="13"/>
                  </a:lnTo>
                  <a:lnTo>
                    <a:pt x="27" y="28"/>
                  </a:lnTo>
                  <a:lnTo>
                    <a:pt x="23" y="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1492758" y="1491276"/>
              <a:ext cx="34619" cy="63772"/>
            </a:xfrm>
            <a:custGeom>
              <a:avLst/>
              <a:gdLst/>
              <a:ahLst/>
              <a:cxnLst/>
              <a:rect l="l" t="t" r="r" b="b"/>
              <a:pathLst>
                <a:path w="19" h="35" extrusionOk="0">
                  <a:moveTo>
                    <a:pt x="19" y="33"/>
                  </a:moveTo>
                  <a:cubicBezTo>
                    <a:pt x="18" y="35"/>
                    <a:pt x="16" y="35"/>
                    <a:pt x="13" y="35"/>
                  </a:cubicBezTo>
                  <a:cubicBezTo>
                    <a:pt x="8" y="35"/>
                    <a:pt x="5" y="32"/>
                    <a:pt x="5" y="27"/>
                  </a:cubicBezTo>
                  <a:lnTo>
                    <a:pt x="5" y="10"/>
                  </a:lnTo>
                  <a:lnTo>
                    <a:pt x="0" y="10"/>
                  </a:lnTo>
                  <a:lnTo>
                    <a:pt x="0" y="7"/>
                  </a:lnTo>
                  <a:lnTo>
                    <a:pt x="5" y="7"/>
                  </a:lnTo>
                  <a:lnTo>
                    <a:pt x="5" y="0"/>
                  </a:lnTo>
                  <a:lnTo>
                    <a:pt x="9" y="0"/>
                  </a:lnTo>
                  <a:lnTo>
                    <a:pt x="9" y="7"/>
                  </a:lnTo>
                  <a:lnTo>
                    <a:pt x="18" y="7"/>
                  </a:lnTo>
                  <a:lnTo>
                    <a:pt x="18" y="10"/>
                  </a:lnTo>
                  <a:lnTo>
                    <a:pt x="9" y="10"/>
                  </a:lnTo>
                  <a:lnTo>
                    <a:pt x="9" y="27"/>
                  </a:lnTo>
                  <a:cubicBezTo>
                    <a:pt x="9" y="30"/>
                    <a:pt x="11" y="32"/>
                    <a:pt x="14" y="32"/>
                  </a:cubicBezTo>
                  <a:cubicBezTo>
                    <a:pt x="15" y="32"/>
                    <a:pt x="17" y="32"/>
                    <a:pt x="18" y="31"/>
                  </a:cubicBezTo>
                  <a:lnTo>
                    <a:pt x="19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1651277" y="1872084"/>
              <a:ext cx="442759" cy="3644"/>
            </a:xfrm>
            <a:custGeom>
              <a:avLst/>
              <a:gdLst/>
              <a:ahLst/>
              <a:cxnLst/>
              <a:rect l="l" t="t" r="r" b="b"/>
              <a:pathLst>
                <a:path w="243" h="2" extrusionOk="0">
                  <a:moveTo>
                    <a:pt x="243" y="1"/>
                  </a:moveTo>
                  <a:cubicBezTo>
                    <a:pt x="243" y="2"/>
                    <a:pt x="189" y="2"/>
                    <a:pt x="122" y="2"/>
                  </a:cubicBezTo>
                  <a:cubicBezTo>
                    <a:pt x="55" y="2"/>
                    <a:pt x="0" y="2"/>
                    <a:pt x="0" y="1"/>
                  </a:cubicBezTo>
                  <a:cubicBezTo>
                    <a:pt x="0" y="0"/>
                    <a:pt x="55" y="0"/>
                    <a:pt x="122" y="0"/>
                  </a:cubicBezTo>
                  <a:cubicBezTo>
                    <a:pt x="189" y="0"/>
                    <a:pt x="243" y="0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1653099" y="1961364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2"/>
                  </a:moveTo>
                  <a:cubicBezTo>
                    <a:pt x="435" y="3"/>
                    <a:pt x="337" y="3"/>
                    <a:pt x="217" y="3"/>
                  </a:cubicBezTo>
                  <a:cubicBezTo>
                    <a:pt x="97" y="3"/>
                    <a:pt x="0" y="2"/>
                    <a:pt x="0" y="2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1653099" y="2026958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1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1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1653099" y="2088907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0"/>
                    <a:pt x="56" y="0"/>
                    <a:pt x="127" y="0"/>
                  </a:cubicBezTo>
                  <a:cubicBezTo>
                    <a:pt x="197" y="0"/>
                    <a:pt x="254" y="0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1651277" y="2364037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1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1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1653099" y="2455139"/>
              <a:ext cx="792593" cy="3644"/>
            </a:xfrm>
            <a:custGeom>
              <a:avLst/>
              <a:gdLst/>
              <a:ahLst/>
              <a:cxnLst/>
              <a:rect l="l" t="t" r="r" b="b"/>
              <a:pathLst>
                <a:path w="435" h="2" extrusionOk="0">
                  <a:moveTo>
                    <a:pt x="435" y="1"/>
                  </a:moveTo>
                  <a:cubicBezTo>
                    <a:pt x="435" y="2"/>
                    <a:pt x="337" y="2"/>
                    <a:pt x="217" y="2"/>
                  </a:cubicBezTo>
                  <a:cubicBezTo>
                    <a:pt x="97" y="2"/>
                    <a:pt x="0" y="2"/>
                    <a:pt x="0" y="1"/>
                  </a:cubicBezTo>
                  <a:cubicBezTo>
                    <a:pt x="0" y="0"/>
                    <a:pt x="96" y="0"/>
                    <a:pt x="217" y="0"/>
                  </a:cubicBezTo>
                  <a:cubicBezTo>
                    <a:pt x="337" y="0"/>
                    <a:pt x="435" y="0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1653099" y="2518911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2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2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1653099" y="2580860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1651277" y="2855989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2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2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2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1653099" y="2947092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1"/>
                  </a:moveTo>
                  <a:cubicBezTo>
                    <a:pt x="435" y="2"/>
                    <a:pt x="337" y="3"/>
                    <a:pt x="217" y="3"/>
                  </a:cubicBezTo>
                  <a:cubicBezTo>
                    <a:pt x="97" y="3"/>
                    <a:pt x="0" y="2"/>
                    <a:pt x="0" y="1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1653099" y="3012685"/>
              <a:ext cx="783483" cy="3644"/>
            </a:xfrm>
            <a:custGeom>
              <a:avLst/>
              <a:gdLst/>
              <a:ahLst/>
              <a:cxnLst/>
              <a:rect l="l" t="t" r="r" b="b"/>
              <a:pathLst>
                <a:path w="430" h="2" extrusionOk="0">
                  <a:moveTo>
                    <a:pt x="430" y="1"/>
                  </a:moveTo>
                  <a:cubicBezTo>
                    <a:pt x="430" y="2"/>
                    <a:pt x="334" y="2"/>
                    <a:pt x="215" y="2"/>
                  </a:cubicBezTo>
                  <a:cubicBezTo>
                    <a:pt x="96" y="2"/>
                    <a:pt x="0" y="2"/>
                    <a:pt x="0" y="1"/>
                  </a:cubicBezTo>
                  <a:cubicBezTo>
                    <a:pt x="0" y="0"/>
                    <a:pt x="96" y="0"/>
                    <a:pt x="215" y="0"/>
                  </a:cubicBezTo>
                  <a:cubicBezTo>
                    <a:pt x="334" y="0"/>
                    <a:pt x="430" y="0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1653099" y="3072813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2"/>
                  </a:moveTo>
                  <a:cubicBezTo>
                    <a:pt x="254" y="3"/>
                    <a:pt x="197" y="3"/>
                    <a:pt x="127" y="3"/>
                  </a:cubicBezTo>
                  <a:cubicBezTo>
                    <a:pt x="56" y="3"/>
                    <a:pt x="0" y="2"/>
                    <a:pt x="0" y="2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1651277" y="3349764"/>
              <a:ext cx="442759" cy="3644"/>
            </a:xfrm>
            <a:custGeom>
              <a:avLst/>
              <a:gdLst/>
              <a:ahLst/>
              <a:cxnLst/>
              <a:rect l="l" t="t" r="r" b="b"/>
              <a:pathLst>
                <a:path w="243" h="2" extrusionOk="0">
                  <a:moveTo>
                    <a:pt x="243" y="1"/>
                  </a:moveTo>
                  <a:cubicBezTo>
                    <a:pt x="243" y="2"/>
                    <a:pt x="189" y="2"/>
                    <a:pt x="122" y="2"/>
                  </a:cubicBezTo>
                  <a:cubicBezTo>
                    <a:pt x="55" y="2"/>
                    <a:pt x="0" y="2"/>
                    <a:pt x="0" y="1"/>
                  </a:cubicBezTo>
                  <a:cubicBezTo>
                    <a:pt x="0" y="0"/>
                    <a:pt x="55" y="0"/>
                    <a:pt x="122" y="0"/>
                  </a:cubicBezTo>
                  <a:cubicBezTo>
                    <a:pt x="189" y="0"/>
                    <a:pt x="243" y="0"/>
                    <a:pt x="243" y="1"/>
                  </a:cubicBez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1653099" y="3439045"/>
              <a:ext cx="792593" cy="5466"/>
            </a:xfrm>
            <a:custGeom>
              <a:avLst/>
              <a:gdLst/>
              <a:ahLst/>
              <a:cxnLst/>
              <a:rect l="l" t="t" r="r" b="b"/>
              <a:pathLst>
                <a:path w="435" h="3" extrusionOk="0">
                  <a:moveTo>
                    <a:pt x="435" y="2"/>
                  </a:moveTo>
                  <a:cubicBezTo>
                    <a:pt x="435" y="2"/>
                    <a:pt x="337" y="3"/>
                    <a:pt x="217" y="3"/>
                  </a:cubicBezTo>
                  <a:cubicBezTo>
                    <a:pt x="97" y="3"/>
                    <a:pt x="0" y="2"/>
                    <a:pt x="0" y="2"/>
                  </a:cubicBezTo>
                  <a:cubicBezTo>
                    <a:pt x="0" y="1"/>
                    <a:pt x="96" y="0"/>
                    <a:pt x="217" y="0"/>
                  </a:cubicBezTo>
                  <a:cubicBezTo>
                    <a:pt x="337" y="0"/>
                    <a:pt x="435" y="1"/>
                    <a:pt x="43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1653099" y="3504638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1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1"/>
                  </a:cubicBezTo>
                  <a:cubicBezTo>
                    <a:pt x="0" y="0"/>
                    <a:pt x="96" y="0"/>
                    <a:pt x="215" y="0"/>
                  </a:cubicBezTo>
                  <a:cubicBezTo>
                    <a:pt x="334" y="0"/>
                    <a:pt x="430" y="0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1653099" y="3566588"/>
              <a:ext cx="462801" cy="3644"/>
            </a:xfrm>
            <a:custGeom>
              <a:avLst/>
              <a:gdLst/>
              <a:ahLst/>
              <a:cxnLst/>
              <a:rect l="l" t="t" r="r" b="b"/>
              <a:pathLst>
                <a:path w="254" h="2" extrusionOk="0">
                  <a:moveTo>
                    <a:pt x="254" y="1"/>
                  </a:moveTo>
                  <a:cubicBezTo>
                    <a:pt x="254" y="2"/>
                    <a:pt x="197" y="2"/>
                    <a:pt x="127" y="2"/>
                  </a:cubicBezTo>
                  <a:cubicBezTo>
                    <a:pt x="56" y="2"/>
                    <a:pt x="0" y="2"/>
                    <a:pt x="0" y="1"/>
                  </a:cubicBezTo>
                  <a:cubicBezTo>
                    <a:pt x="0" y="0"/>
                    <a:pt x="56" y="0"/>
                    <a:pt x="127" y="0"/>
                  </a:cubicBezTo>
                  <a:cubicBezTo>
                    <a:pt x="197" y="0"/>
                    <a:pt x="254" y="0"/>
                    <a:pt x="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1651277" y="3838073"/>
              <a:ext cx="442759" cy="5466"/>
            </a:xfrm>
            <a:custGeom>
              <a:avLst/>
              <a:gdLst/>
              <a:ahLst/>
              <a:cxnLst/>
              <a:rect l="l" t="t" r="r" b="b"/>
              <a:pathLst>
                <a:path w="243" h="3" extrusionOk="0">
                  <a:moveTo>
                    <a:pt x="243" y="1"/>
                  </a:moveTo>
                  <a:cubicBezTo>
                    <a:pt x="243" y="2"/>
                    <a:pt x="189" y="3"/>
                    <a:pt x="122" y="3"/>
                  </a:cubicBezTo>
                  <a:cubicBezTo>
                    <a:pt x="55" y="3"/>
                    <a:pt x="0" y="2"/>
                    <a:pt x="0" y="1"/>
                  </a:cubicBezTo>
                  <a:cubicBezTo>
                    <a:pt x="0" y="1"/>
                    <a:pt x="55" y="0"/>
                    <a:pt x="122" y="0"/>
                  </a:cubicBezTo>
                  <a:cubicBezTo>
                    <a:pt x="189" y="0"/>
                    <a:pt x="243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1653099" y="3929175"/>
              <a:ext cx="792593" cy="3644"/>
            </a:xfrm>
            <a:custGeom>
              <a:avLst/>
              <a:gdLst/>
              <a:ahLst/>
              <a:cxnLst/>
              <a:rect l="l" t="t" r="r" b="b"/>
              <a:pathLst>
                <a:path w="435" h="2" extrusionOk="0">
                  <a:moveTo>
                    <a:pt x="435" y="1"/>
                  </a:moveTo>
                  <a:cubicBezTo>
                    <a:pt x="435" y="2"/>
                    <a:pt x="337" y="2"/>
                    <a:pt x="217" y="2"/>
                  </a:cubicBezTo>
                  <a:cubicBezTo>
                    <a:pt x="97" y="2"/>
                    <a:pt x="0" y="2"/>
                    <a:pt x="0" y="1"/>
                  </a:cubicBezTo>
                  <a:cubicBezTo>
                    <a:pt x="0" y="0"/>
                    <a:pt x="96" y="0"/>
                    <a:pt x="217" y="0"/>
                  </a:cubicBezTo>
                  <a:cubicBezTo>
                    <a:pt x="337" y="0"/>
                    <a:pt x="435" y="0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1653099" y="3992947"/>
              <a:ext cx="783483" cy="5466"/>
            </a:xfrm>
            <a:custGeom>
              <a:avLst/>
              <a:gdLst/>
              <a:ahLst/>
              <a:cxnLst/>
              <a:rect l="l" t="t" r="r" b="b"/>
              <a:pathLst>
                <a:path w="430" h="3" extrusionOk="0">
                  <a:moveTo>
                    <a:pt x="430" y="2"/>
                  </a:moveTo>
                  <a:cubicBezTo>
                    <a:pt x="430" y="2"/>
                    <a:pt x="334" y="3"/>
                    <a:pt x="215" y="3"/>
                  </a:cubicBezTo>
                  <a:cubicBezTo>
                    <a:pt x="96" y="3"/>
                    <a:pt x="0" y="2"/>
                    <a:pt x="0" y="2"/>
                  </a:cubicBezTo>
                  <a:cubicBezTo>
                    <a:pt x="0" y="1"/>
                    <a:pt x="96" y="0"/>
                    <a:pt x="215" y="0"/>
                  </a:cubicBezTo>
                  <a:cubicBezTo>
                    <a:pt x="334" y="0"/>
                    <a:pt x="430" y="1"/>
                    <a:pt x="43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1653099" y="4054897"/>
              <a:ext cx="462801" cy="5466"/>
            </a:xfrm>
            <a:custGeom>
              <a:avLst/>
              <a:gdLst/>
              <a:ahLst/>
              <a:cxnLst/>
              <a:rect l="l" t="t" r="r" b="b"/>
              <a:pathLst>
                <a:path w="254" h="3" extrusionOk="0">
                  <a:moveTo>
                    <a:pt x="254" y="1"/>
                  </a:moveTo>
                  <a:cubicBezTo>
                    <a:pt x="254" y="2"/>
                    <a:pt x="197" y="3"/>
                    <a:pt x="127" y="3"/>
                  </a:cubicBezTo>
                  <a:cubicBezTo>
                    <a:pt x="56" y="3"/>
                    <a:pt x="0" y="2"/>
                    <a:pt x="0" y="1"/>
                  </a:cubicBezTo>
                  <a:cubicBezTo>
                    <a:pt x="0" y="1"/>
                    <a:pt x="56" y="0"/>
                    <a:pt x="127" y="0"/>
                  </a:cubicBezTo>
                  <a:cubicBezTo>
                    <a:pt x="197" y="0"/>
                    <a:pt x="254" y="1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1177544" y="1870262"/>
              <a:ext cx="360766" cy="273307"/>
            </a:xfrm>
            <a:custGeom>
              <a:avLst/>
              <a:gdLst/>
              <a:ahLst/>
              <a:cxnLst/>
              <a:rect l="l" t="t" r="r" b="b"/>
              <a:pathLst>
                <a:path w="198" h="150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50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1177544" y="2356748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1177544" y="2843235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6"/>
            <p:cNvSpPr/>
            <p:nvPr/>
          </p:nvSpPr>
          <p:spPr>
            <a:xfrm>
              <a:off x="1177544" y="3329722"/>
              <a:ext cx="360766" cy="271485"/>
            </a:xfrm>
            <a:custGeom>
              <a:avLst/>
              <a:gdLst/>
              <a:ahLst/>
              <a:cxnLst/>
              <a:rect l="l" t="t" r="r" b="b"/>
              <a:pathLst>
                <a:path w="198" h="149" extrusionOk="0">
                  <a:moveTo>
                    <a:pt x="0" y="148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49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1177544" y="3812564"/>
              <a:ext cx="360766" cy="273307"/>
            </a:xfrm>
            <a:custGeom>
              <a:avLst/>
              <a:gdLst/>
              <a:ahLst/>
              <a:cxnLst/>
              <a:rect l="l" t="t" r="r" b="b"/>
              <a:pathLst>
                <a:path w="198" h="150" extrusionOk="0">
                  <a:moveTo>
                    <a:pt x="0" y="149"/>
                  </a:moveTo>
                  <a:lnTo>
                    <a:pt x="1" y="0"/>
                  </a:lnTo>
                  <a:lnTo>
                    <a:pt x="198" y="1"/>
                  </a:lnTo>
                  <a:lnTo>
                    <a:pt x="198" y="15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6" name="Google Shape;866;p26"/>
            <p:cNvGrpSpPr/>
            <p:nvPr/>
          </p:nvGrpSpPr>
          <p:grpSpPr>
            <a:xfrm>
              <a:off x="488808" y="2271112"/>
              <a:ext cx="521107" cy="335256"/>
              <a:chOff x="488808" y="2271112"/>
              <a:chExt cx="521107" cy="335256"/>
            </a:xfrm>
          </p:grpSpPr>
          <p:sp>
            <p:nvSpPr>
              <p:cNvPr id="867" name="Google Shape;867;p26"/>
              <p:cNvSpPr/>
              <p:nvPr/>
            </p:nvSpPr>
            <p:spPr>
              <a:xfrm>
                <a:off x="488808" y="2271112"/>
                <a:ext cx="61950" cy="67416"/>
              </a:xfrm>
              <a:custGeom>
                <a:avLst/>
                <a:gdLst/>
                <a:ahLst/>
                <a:cxnLst/>
                <a:rect l="l" t="t" r="r" b="b"/>
                <a:pathLst>
                  <a:path w="34" h="37" extrusionOk="0">
                    <a:moveTo>
                      <a:pt x="0" y="19"/>
                    </a:moveTo>
                    <a:cubicBezTo>
                      <a:pt x="0" y="9"/>
                      <a:pt x="7" y="0"/>
                      <a:pt x="17" y="0"/>
                    </a:cubicBezTo>
                    <a:cubicBezTo>
                      <a:pt x="26" y="0"/>
                      <a:pt x="34" y="9"/>
                      <a:pt x="34" y="19"/>
                    </a:cubicBezTo>
                    <a:cubicBezTo>
                      <a:pt x="34" y="29"/>
                      <a:pt x="26" y="37"/>
                      <a:pt x="17" y="37"/>
                    </a:cubicBezTo>
                    <a:cubicBezTo>
                      <a:pt x="7" y="37"/>
                      <a:pt x="0" y="29"/>
                      <a:pt x="0" y="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26"/>
              <p:cNvSpPr/>
              <p:nvPr/>
            </p:nvSpPr>
            <p:spPr>
              <a:xfrm>
                <a:off x="519783" y="2298443"/>
                <a:ext cx="490132" cy="30792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9" extrusionOk="0">
                    <a:moveTo>
                      <a:pt x="0" y="0"/>
                    </a:moveTo>
                    <a:lnTo>
                      <a:pt x="58" y="0"/>
                    </a:lnTo>
                    <a:cubicBezTo>
                      <a:pt x="111" y="0"/>
                      <a:pt x="154" y="46"/>
                      <a:pt x="154" y="102"/>
                    </a:cubicBezTo>
                    <a:cubicBezTo>
                      <a:pt x="154" y="139"/>
                      <a:pt x="156" y="162"/>
                      <a:pt x="187" y="162"/>
                    </a:cubicBezTo>
                    <a:lnTo>
                      <a:pt x="269" y="162"/>
                    </a:lnTo>
                    <a:lnTo>
                      <a:pt x="269" y="169"/>
                    </a:lnTo>
                    <a:lnTo>
                      <a:pt x="187" y="169"/>
                    </a:lnTo>
                    <a:cubicBezTo>
                      <a:pt x="148" y="169"/>
                      <a:pt x="148" y="134"/>
                      <a:pt x="148" y="102"/>
                    </a:cubicBezTo>
                    <a:cubicBezTo>
                      <a:pt x="148" y="50"/>
                      <a:pt x="108" y="7"/>
                      <a:pt x="58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9" name="Google Shape;869;p26"/>
            <p:cNvSpPr/>
            <p:nvPr/>
          </p:nvSpPr>
          <p:spPr>
            <a:xfrm>
              <a:off x="3265614" y="4040320"/>
              <a:ext cx="455513" cy="455511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125" y="250"/>
                  </a:moveTo>
                  <a:lnTo>
                    <a:pt x="174" y="250"/>
                  </a:lnTo>
                  <a:cubicBezTo>
                    <a:pt x="216" y="250"/>
                    <a:pt x="250" y="216"/>
                    <a:pt x="250" y="174"/>
                  </a:cubicBezTo>
                  <a:lnTo>
                    <a:pt x="250" y="76"/>
                  </a:lnTo>
                  <a:cubicBezTo>
                    <a:pt x="250" y="34"/>
                    <a:pt x="216" y="0"/>
                    <a:pt x="174" y="0"/>
                  </a:cubicBezTo>
                  <a:lnTo>
                    <a:pt x="76" y="0"/>
                  </a:lnTo>
                  <a:cubicBezTo>
                    <a:pt x="34" y="0"/>
                    <a:pt x="0" y="34"/>
                    <a:pt x="0" y="76"/>
                  </a:cubicBezTo>
                  <a:lnTo>
                    <a:pt x="0" y="174"/>
                  </a:lnTo>
                  <a:cubicBezTo>
                    <a:pt x="0" y="216"/>
                    <a:pt x="34" y="250"/>
                    <a:pt x="76" y="250"/>
                  </a:cubicBezTo>
                  <a:lnTo>
                    <a:pt x="125" y="2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6"/>
            <p:cNvSpPr/>
            <p:nvPr/>
          </p:nvSpPr>
          <p:spPr>
            <a:xfrm>
              <a:off x="3409905" y="4177323"/>
              <a:ext cx="160341" cy="176738"/>
            </a:xfrm>
            <a:custGeom>
              <a:avLst/>
              <a:gdLst/>
              <a:ahLst/>
              <a:cxnLst/>
              <a:rect l="l" t="t" r="r" b="b"/>
              <a:pathLst>
                <a:path w="88" h="97" extrusionOk="0">
                  <a:moveTo>
                    <a:pt x="3" y="96"/>
                  </a:moveTo>
                  <a:lnTo>
                    <a:pt x="29" y="96"/>
                  </a:lnTo>
                  <a:cubicBezTo>
                    <a:pt x="31" y="96"/>
                    <a:pt x="32" y="95"/>
                    <a:pt x="32" y="93"/>
                  </a:cubicBezTo>
                  <a:lnTo>
                    <a:pt x="32" y="65"/>
                  </a:lnTo>
                  <a:cubicBezTo>
                    <a:pt x="32" y="64"/>
                    <a:pt x="33" y="62"/>
                    <a:pt x="35" y="62"/>
                  </a:cubicBezTo>
                  <a:lnTo>
                    <a:pt x="54" y="62"/>
                  </a:lnTo>
                  <a:cubicBezTo>
                    <a:pt x="55" y="62"/>
                    <a:pt x="56" y="64"/>
                    <a:pt x="56" y="65"/>
                  </a:cubicBezTo>
                  <a:lnTo>
                    <a:pt x="56" y="94"/>
                  </a:lnTo>
                  <a:cubicBezTo>
                    <a:pt x="56" y="95"/>
                    <a:pt x="58" y="97"/>
                    <a:pt x="59" y="97"/>
                  </a:cubicBezTo>
                  <a:lnTo>
                    <a:pt x="86" y="97"/>
                  </a:lnTo>
                  <a:cubicBezTo>
                    <a:pt x="87" y="97"/>
                    <a:pt x="88" y="95"/>
                    <a:pt x="88" y="94"/>
                  </a:cubicBezTo>
                  <a:lnTo>
                    <a:pt x="88" y="43"/>
                  </a:lnTo>
                  <a:cubicBezTo>
                    <a:pt x="88" y="42"/>
                    <a:pt x="88" y="41"/>
                    <a:pt x="88" y="41"/>
                  </a:cubicBezTo>
                  <a:lnTo>
                    <a:pt x="46" y="1"/>
                  </a:lnTo>
                  <a:cubicBezTo>
                    <a:pt x="45" y="0"/>
                    <a:pt x="43" y="0"/>
                    <a:pt x="42" y="1"/>
                  </a:cubicBezTo>
                  <a:lnTo>
                    <a:pt x="1" y="40"/>
                  </a:lnTo>
                  <a:cubicBezTo>
                    <a:pt x="0" y="40"/>
                    <a:pt x="0" y="41"/>
                    <a:pt x="0" y="42"/>
                  </a:cubicBezTo>
                  <a:lnTo>
                    <a:pt x="0" y="93"/>
                  </a:lnTo>
                  <a:cubicBezTo>
                    <a:pt x="0" y="95"/>
                    <a:pt x="1" y="96"/>
                    <a:pt x="3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" name="Google Shape;871;p26"/>
            <p:cNvGrpSpPr/>
            <p:nvPr/>
          </p:nvGrpSpPr>
          <p:grpSpPr>
            <a:xfrm>
              <a:off x="2445691" y="4222525"/>
              <a:ext cx="747041" cy="300637"/>
              <a:chOff x="2445691" y="4222525"/>
              <a:chExt cx="747041" cy="300637"/>
            </a:xfrm>
          </p:grpSpPr>
          <p:sp>
            <p:nvSpPr>
              <p:cNvPr id="872" name="Google Shape;872;p26"/>
              <p:cNvSpPr/>
              <p:nvPr/>
            </p:nvSpPr>
            <p:spPr>
              <a:xfrm>
                <a:off x="3128960" y="4222525"/>
                <a:ext cx="63772" cy="6377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7" y="0"/>
                    </a:moveTo>
                    <a:cubicBezTo>
                      <a:pt x="27" y="0"/>
                      <a:pt x="35" y="7"/>
                      <a:pt x="35" y="17"/>
                    </a:cubicBezTo>
                    <a:cubicBezTo>
                      <a:pt x="35" y="26"/>
                      <a:pt x="26" y="35"/>
                      <a:pt x="17" y="35"/>
                    </a:cubicBezTo>
                    <a:cubicBezTo>
                      <a:pt x="7" y="35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6"/>
              <p:cNvSpPr/>
              <p:nvPr/>
            </p:nvSpPr>
            <p:spPr>
              <a:xfrm>
                <a:off x="2445691" y="4251678"/>
                <a:ext cx="723355" cy="27148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149" extrusionOk="0">
                    <a:moveTo>
                      <a:pt x="397" y="0"/>
                    </a:moveTo>
                    <a:lnTo>
                      <a:pt x="397" y="97"/>
                    </a:lnTo>
                    <a:cubicBezTo>
                      <a:pt x="397" y="125"/>
                      <a:pt x="374" y="149"/>
                      <a:pt x="345" y="149"/>
                    </a:cubicBezTo>
                    <a:lnTo>
                      <a:pt x="51" y="149"/>
                    </a:lnTo>
                    <a:cubicBezTo>
                      <a:pt x="23" y="149"/>
                      <a:pt x="0" y="125"/>
                      <a:pt x="0" y="97"/>
                    </a:cubicBezTo>
                    <a:lnTo>
                      <a:pt x="0" y="12"/>
                    </a:lnTo>
                    <a:lnTo>
                      <a:pt x="6" y="12"/>
                    </a:lnTo>
                    <a:lnTo>
                      <a:pt x="6" y="97"/>
                    </a:lnTo>
                    <a:cubicBezTo>
                      <a:pt x="6" y="122"/>
                      <a:pt x="27" y="142"/>
                      <a:pt x="51" y="142"/>
                    </a:cubicBezTo>
                    <a:lnTo>
                      <a:pt x="345" y="142"/>
                    </a:lnTo>
                    <a:cubicBezTo>
                      <a:pt x="370" y="142"/>
                      <a:pt x="390" y="122"/>
                      <a:pt x="390" y="97"/>
                    </a:cubicBezTo>
                    <a:lnTo>
                      <a:pt x="390" y="0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" name="Google Shape;874;p26"/>
            <p:cNvSpPr/>
            <p:nvPr/>
          </p:nvSpPr>
          <p:spPr>
            <a:xfrm>
              <a:off x="927923" y="2178188"/>
              <a:ext cx="245977" cy="377163"/>
            </a:xfrm>
            <a:custGeom>
              <a:avLst/>
              <a:gdLst/>
              <a:ahLst/>
              <a:cxnLst/>
              <a:rect l="l" t="t" r="r" b="b"/>
              <a:pathLst>
                <a:path w="135" h="207" extrusionOk="0">
                  <a:moveTo>
                    <a:pt x="116" y="129"/>
                  </a:moveTo>
                  <a:lnTo>
                    <a:pt x="120" y="114"/>
                  </a:lnTo>
                  <a:cubicBezTo>
                    <a:pt x="122" y="104"/>
                    <a:pt x="122" y="93"/>
                    <a:pt x="119" y="83"/>
                  </a:cubicBezTo>
                  <a:lnTo>
                    <a:pt x="103" y="30"/>
                  </a:lnTo>
                  <a:cubicBezTo>
                    <a:pt x="102" y="25"/>
                    <a:pt x="98" y="21"/>
                    <a:pt x="94" y="18"/>
                  </a:cubicBezTo>
                  <a:cubicBezTo>
                    <a:pt x="82" y="11"/>
                    <a:pt x="58" y="-2"/>
                    <a:pt x="56" y="0"/>
                  </a:cubicBezTo>
                  <a:cubicBezTo>
                    <a:pt x="41" y="12"/>
                    <a:pt x="74" y="33"/>
                    <a:pt x="74" y="33"/>
                  </a:cubicBezTo>
                  <a:cubicBezTo>
                    <a:pt x="74" y="33"/>
                    <a:pt x="87" y="47"/>
                    <a:pt x="77" y="58"/>
                  </a:cubicBezTo>
                  <a:cubicBezTo>
                    <a:pt x="65" y="70"/>
                    <a:pt x="44" y="44"/>
                    <a:pt x="44" y="44"/>
                  </a:cubicBezTo>
                  <a:cubicBezTo>
                    <a:pt x="44" y="44"/>
                    <a:pt x="45" y="41"/>
                    <a:pt x="46" y="41"/>
                  </a:cubicBezTo>
                  <a:cubicBezTo>
                    <a:pt x="46" y="42"/>
                    <a:pt x="57" y="50"/>
                    <a:pt x="66" y="50"/>
                  </a:cubicBezTo>
                  <a:lnTo>
                    <a:pt x="66" y="33"/>
                  </a:lnTo>
                  <a:lnTo>
                    <a:pt x="47" y="21"/>
                  </a:lnTo>
                  <a:cubicBezTo>
                    <a:pt x="43" y="18"/>
                    <a:pt x="38" y="17"/>
                    <a:pt x="33" y="18"/>
                  </a:cubicBezTo>
                  <a:lnTo>
                    <a:pt x="26" y="20"/>
                  </a:lnTo>
                  <a:cubicBezTo>
                    <a:pt x="22" y="21"/>
                    <a:pt x="18" y="23"/>
                    <a:pt x="15" y="27"/>
                  </a:cubicBezTo>
                  <a:lnTo>
                    <a:pt x="9" y="37"/>
                  </a:lnTo>
                  <a:lnTo>
                    <a:pt x="6" y="40"/>
                  </a:lnTo>
                  <a:cubicBezTo>
                    <a:pt x="4" y="44"/>
                    <a:pt x="3" y="48"/>
                    <a:pt x="5" y="52"/>
                  </a:cubicBezTo>
                  <a:lnTo>
                    <a:pt x="8" y="59"/>
                  </a:lnTo>
                  <a:lnTo>
                    <a:pt x="4" y="65"/>
                  </a:lnTo>
                  <a:cubicBezTo>
                    <a:pt x="0" y="70"/>
                    <a:pt x="-1" y="77"/>
                    <a:pt x="2" y="82"/>
                  </a:cubicBezTo>
                  <a:lnTo>
                    <a:pt x="34" y="127"/>
                  </a:lnTo>
                  <a:lnTo>
                    <a:pt x="83" y="207"/>
                  </a:lnTo>
                  <a:lnTo>
                    <a:pt x="135" y="150"/>
                  </a:lnTo>
                  <a:lnTo>
                    <a:pt x="116" y="129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29500" rIns="90000" bIns="29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940677" y="2280222"/>
              <a:ext cx="12754" cy="47373"/>
            </a:xfrm>
            <a:custGeom>
              <a:avLst/>
              <a:gdLst/>
              <a:ahLst/>
              <a:cxnLst/>
              <a:rect l="l" t="t" r="r" b="b"/>
              <a:pathLst>
                <a:path w="7" h="26" extrusionOk="0">
                  <a:moveTo>
                    <a:pt x="7" y="26"/>
                  </a:moveTo>
                  <a:cubicBezTo>
                    <a:pt x="7" y="26"/>
                    <a:pt x="6" y="25"/>
                    <a:pt x="5" y="23"/>
                  </a:cubicBezTo>
                  <a:cubicBezTo>
                    <a:pt x="5" y="21"/>
                    <a:pt x="5" y="17"/>
                    <a:pt x="7" y="14"/>
                  </a:cubicBezTo>
                  <a:lnTo>
                    <a:pt x="7" y="14"/>
                  </a:lnTo>
                  <a:lnTo>
                    <a:pt x="7" y="14"/>
                  </a:lnTo>
                  <a:lnTo>
                    <a:pt x="7" y="13"/>
                  </a:lnTo>
                  <a:cubicBezTo>
                    <a:pt x="3" y="5"/>
                    <a:pt x="0" y="0"/>
                    <a:pt x="0" y="0"/>
                  </a:cubicBezTo>
                  <a:cubicBezTo>
                    <a:pt x="-1" y="0"/>
                    <a:pt x="2" y="6"/>
                    <a:pt x="5" y="13"/>
                  </a:cubicBezTo>
                  <a:lnTo>
                    <a:pt x="6" y="14"/>
                  </a:lnTo>
                  <a:lnTo>
                    <a:pt x="6" y="14"/>
                  </a:lnTo>
                  <a:cubicBezTo>
                    <a:pt x="4" y="17"/>
                    <a:pt x="4" y="21"/>
                    <a:pt x="5" y="23"/>
                  </a:cubicBezTo>
                  <a:cubicBezTo>
                    <a:pt x="6" y="25"/>
                    <a:pt x="7" y="26"/>
                    <a:pt x="7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957075" y="2220095"/>
              <a:ext cx="38263" cy="107501"/>
            </a:xfrm>
            <a:custGeom>
              <a:avLst/>
              <a:gdLst/>
              <a:ahLst/>
              <a:cxnLst/>
              <a:rect l="l" t="t" r="r" b="b"/>
              <a:pathLst>
                <a:path w="21" h="59" extrusionOk="0">
                  <a:moveTo>
                    <a:pt x="2" y="0"/>
                  </a:moveTo>
                  <a:cubicBezTo>
                    <a:pt x="2" y="0"/>
                    <a:pt x="0" y="4"/>
                    <a:pt x="1" y="9"/>
                  </a:cubicBezTo>
                  <a:cubicBezTo>
                    <a:pt x="2" y="15"/>
                    <a:pt x="5" y="23"/>
                    <a:pt x="10" y="30"/>
                  </a:cubicBezTo>
                  <a:cubicBezTo>
                    <a:pt x="11" y="32"/>
                    <a:pt x="12" y="34"/>
                    <a:pt x="13" y="36"/>
                  </a:cubicBezTo>
                  <a:cubicBezTo>
                    <a:pt x="14" y="39"/>
                    <a:pt x="14" y="41"/>
                    <a:pt x="13" y="43"/>
                  </a:cubicBezTo>
                  <a:cubicBezTo>
                    <a:pt x="13" y="47"/>
                    <a:pt x="13" y="50"/>
                    <a:pt x="15" y="53"/>
                  </a:cubicBezTo>
                  <a:cubicBezTo>
                    <a:pt x="17" y="58"/>
                    <a:pt x="21" y="59"/>
                    <a:pt x="21" y="59"/>
                  </a:cubicBezTo>
                  <a:cubicBezTo>
                    <a:pt x="21" y="59"/>
                    <a:pt x="17" y="59"/>
                    <a:pt x="13" y="53"/>
                  </a:cubicBezTo>
                  <a:cubicBezTo>
                    <a:pt x="12" y="51"/>
                    <a:pt x="11" y="46"/>
                    <a:pt x="12" y="43"/>
                  </a:cubicBezTo>
                  <a:cubicBezTo>
                    <a:pt x="12" y="41"/>
                    <a:pt x="11" y="39"/>
                    <a:pt x="11" y="37"/>
                  </a:cubicBezTo>
                  <a:cubicBezTo>
                    <a:pt x="10" y="35"/>
                    <a:pt x="9" y="33"/>
                    <a:pt x="8" y="31"/>
                  </a:cubicBezTo>
                  <a:cubicBezTo>
                    <a:pt x="4" y="23"/>
                    <a:pt x="1" y="16"/>
                    <a:pt x="0" y="10"/>
                  </a:cubicBezTo>
                  <a:cubicBezTo>
                    <a:pt x="-1" y="3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997160" y="2231027"/>
              <a:ext cx="12754" cy="25509"/>
            </a:xfrm>
            <a:custGeom>
              <a:avLst/>
              <a:gdLst/>
              <a:ahLst/>
              <a:cxnLst/>
              <a:rect l="l" t="t" r="r" b="b"/>
              <a:pathLst>
                <a:path w="7" h="14" extrusionOk="0">
                  <a:moveTo>
                    <a:pt x="6" y="14"/>
                  </a:moveTo>
                  <a:cubicBezTo>
                    <a:pt x="6" y="14"/>
                    <a:pt x="6" y="10"/>
                    <a:pt x="4" y="7"/>
                  </a:cubicBezTo>
                  <a:cubicBezTo>
                    <a:pt x="2" y="3"/>
                    <a:pt x="-1" y="0"/>
                    <a:pt x="0" y="0"/>
                  </a:cubicBezTo>
                  <a:cubicBezTo>
                    <a:pt x="0" y="-1"/>
                    <a:pt x="3" y="2"/>
                    <a:pt x="5" y="6"/>
                  </a:cubicBezTo>
                  <a:cubicBezTo>
                    <a:pt x="8" y="10"/>
                    <a:pt x="7" y="14"/>
                    <a:pt x="6" y="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1026313" y="2398656"/>
              <a:ext cx="371699" cy="553902"/>
            </a:xfrm>
            <a:custGeom>
              <a:avLst/>
              <a:gdLst/>
              <a:ahLst/>
              <a:cxnLst/>
              <a:rect l="l" t="t" r="r" b="b"/>
              <a:pathLst>
                <a:path w="204" h="304" extrusionOk="0">
                  <a:moveTo>
                    <a:pt x="80" y="279"/>
                  </a:moveTo>
                  <a:lnTo>
                    <a:pt x="100" y="304"/>
                  </a:lnTo>
                  <a:lnTo>
                    <a:pt x="204" y="179"/>
                  </a:lnTo>
                  <a:lnTo>
                    <a:pt x="68" y="0"/>
                  </a:lnTo>
                  <a:lnTo>
                    <a:pt x="0" y="53"/>
                  </a:lnTo>
                  <a:lnTo>
                    <a:pt x="80" y="2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2013865" y="5100752"/>
              <a:ext cx="215002" cy="375341"/>
            </a:xfrm>
            <a:custGeom>
              <a:avLst/>
              <a:gdLst/>
              <a:ahLst/>
              <a:cxnLst/>
              <a:rect l="l" t="t" r="r" b="b"/>
              <a:pathLst>
                <a:path w="118" h="206" extrusionOk="0">
                  <a:moveTo>
                    <a:pt x="0" y="3"/>
                  </a:moveTo>
                  <a:lnTo>
                    <a:pt x="8" y="206"/>
                  </a:lnTo>
                  <a:lnTo>
                    <a:pt x="118" y="203"/>
                  </a:lnTo>
                  <a:lnTo>
                    <a:pt x="11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2104968" y="5098930"/>
              <a:ext cx="21865" cy="360765"/>
            </a:xfrm>
            <a:custGeom>
              <a:avLst/>
              <a:gdLst/>
              <a:ahLst/>
              <a:cxnLst/>
              <a:rect l="l" t="t" r="r" b="b"/>
              <a:pathLst>
                <a:path w="12" h="198" extrusionOk="0">
                  <a:moveTo>
                    <a:pt x="12" y="198"/>
                  </a:moveTo>
                  <a:cubicBezTo>
                    <a:pt x="13" y="198"/>
                    <a:pt x="11" y="153"/>
                    <a:pt x="8" y="99"/>
                  </a:cubicBezTo>
                  <a:cubicBezTo>
                    <a:pt x="5" y="44"/>
                    <a:pt x="2" y="0"/>
                    <a:pt x="1" y="0"/>
                  </a:cubicBezTo>
                  <a:cubicBezTo>
                    <a:pt x="0" y="0"/>
                    <a:pt x="2" y="44"/>
                    <a:pt x="5" y="99"/>
                  </a:cubicBezTo>
                  <a:cubicBezTo>
                    <a:pt x="8" y="154"/>
                    <a:pt x="11" y="198"/>
                    <a:pt x="12" y="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6275" rIns="90000" bIns="26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2028441" y="5445119"/>
              <a:ext cx="200426" cy="30975"/>
            </a:xfrm>
            <a:custGeom>
              <a:avLst/>
              <a:gdLst/>
              <a:ahLst/>
              <a:cxnLst/>
              <a:rect l="l" t="t" r="r" b="b"/>
              <a:pathLst>
                <a:path w="110" h="17" extrusionOk="0">
                  <a:moveTo>
                    <a:pt x="0" y="3"/>
                  </a:moveTo>
                  <a:lnTo>
                    <a:pt x="109" y="0"/>
                  </a:lnTo>
                  <a:lnTo>
                    <a:pt x="110" y="14"/>
                  </a:lnTo>
                  <a:lnTo>
                    <a:pt x="0" y="17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026619" y="5297533"/>
              <a:ext cx="196782" cy="69238"/>
            </a:xfrm>
            <a:custGeom>
              <a:avLst/>
              <a:gdLst/>
              <a:ahLst/>
              <a:cxnLst/>
              <a:rect l="l" t="t" r="r" b="b"/>
              <a:pathLst>
                <a:path w="108" h="38" extrusionOk="0">
                  <a:moveTo>
                    <a:pt x="108" y="30"/>
                  </a:moveTo>
                  <a:cubicBezTo>
                    <a:pt x="108" y="30"/>
                    <a:pt x="107" y="29"/>
                    <a:pt x="105" y="26"/>
                  </a:cubicBezTo>
                  <a:cubicBezTo>
                    <a:pt x="103" y="23"/>
                    <a:pt x="100" y="20"/>
                    <a:pt x="95" y="16"/>
                  </a:cubicBezTo>
                  <a:cubicBezTo>
                    <a:pt x="90" y="12"/>
                    <a:pt x="84" y="8"/>
                    <a:pt x="77" y="5"/>
                  </a:cubicBezTo>
                  <a:cubicBezTo>
                    <a:pt x="69" y="2"/>
                    <a:pt x="60" y="0"/>
                    <a:pt x="51" y="0"/>
                  </a:cubicBezTo>
                  <a:cubicBezTo>
                    <a:pt x="32" y="1"/>
                    <a:pt x="17" y="11"/>
                    <a:pt x="9" y="21"/>
                  </a:cubicBezTo>
                  <a:cubicBezTo>
                    <a:pt x="5" y="25"/>
                    <a:pt x="3" y="30"/>
                    <a:pt x="2" y="33"/>
                  </a:cubicBezTo>
                  <a:cubicBezTo>
                    <a:pt x="0" y="36"/>
                    <a:pt x="0" y="38"/>
                    <a:pt x="0" y="38"/>
                  </a:cubicBezTo>
                  <a:cubicBezTo>
                    <a:pt x="1" y="38"/>
                    <a:pt x="3" y="31"/>
                    <a:pt x="11" y="22"/>
                  </a:cubicBezTo>
                  <a:cubicBezTo>
                    <a:pt x="19" y="13"/>
                    <a:pt x="33" y="4"/>
                    <a:pt x="51" y="4"/>
                  </a:cubicBezTo>
                  <a:cubicBezTo>
                    <a:pt x="69" y="3"/>
                    <a:pt x="84" y="11"/>
                    <a:pt x="94" y="18"/>
                  </a:cubicBezTo>
                  <a:cubicBezTo>
                    <a:pt x="103" y="25"/>
                    <a:pt x="108" y="31"/>
                    <a:pt x="108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2017509" y="5206430"/>
              <a:ext cx="202248" cy="43729"/>
            </a:xfrm>
            <a:custGeom>
              <a:avLst/>
              <a:gdLst/>
              <a:ahLst/>
              <a:cxnLst/>
              <a:rect l="l" t="t" r="r" b="b"/>
              <a:pathLst>
                <a:path w="111" h="24" extrusionOk="0">
                  <a:moveTo>
                    <a:pt x="110" y="0"/>
                  </a:moveTo>
                  <a:lnTo>
                    <a:pt x="111" y="22"/>
                  </a:lnTo>
                  <a:lnTo>
                    <a:pt x="1" y="24"/>
                  </a:lnTo>
                  <a:lnTo>
                    <a:pt x="0" y="7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1326952" y="5126260"/>
              <a:ext cx="435471" cy="353477"/>
            </a:xfrm>
            <a:custGeom>
              <a:avLst/>
              <a:gdLst/>
              <a:ahLst/>
              <a:cxnLst/>
              <a:rect l="l" t="t" r="r" b="b"/>
              <a:pathLst>
                <a:path w="239" h="194" extrusionOk="0">
                  <a:moveTo>
                    <a:pt x="119" y="1"/>
                  </a:moveTo>
                  <a:lnTo>
                    <a:pt x="124" y="124"/>
                  </a:lnTo>
                  <a:cubicBezTo>
                    <a:pt x="124" y="124"/>
                    <a:pt x="1" y="171"/>
                    <a:pt x="0" y="194"/>
                  </a:cubicBezTo>
                  <a:lnTo>
                    <a:pt x="239" y="192"/>
                  </a:lnTo>
                  <a:lnTo>
                    <a:pt x="239" y="0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4825" rIns="90000" bIns="24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1662209" y="5332152"/>
              <a:ext cx="36441" cy="34619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13" y="1"/>
                  </a:moveTo>
                  <a:cubicBezTo>
                    <a:pt x="18" y="2"/>
                    <a:pt x="21" y="7"/>
                    <a:pt x="20" y="12"/>
                  </a:cubicBezTo>
                  <a:cubicBezTo>
                    <a:pt x="19" y="17"/>
                    <a:pt x="13" y="20"/>
                    <a:pt x="9" y="19"/>
                  </a:cubicBezTo>
                  <a:cubicBezTo>
                    <a:pt x="4" y="18"/>
                    <a:pt x="-1" y="11"/>
                    <a:pt x="1" y="7"/>
                  </a:cubicBezTo>
                  <a:cubicBezTo>
                    <a:pt x="2" y="2"/>
                    <a:pt x="10" y="-1"/>
                    <a:pt x="14" y="1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1323308" y="5441475"/>
              <a:ext cx="439115" cy="38263"/>
            </a:xfrm>
            <a:custGeom>
              <a:avLst/>
              <a:gdLst/>
              <a:ahLst/>
              <a:cxnLst/>
              <a:rect l="l" t="t" r="r" b="b"/>
              <a:pathLst>
                <a:path w="241" h="21" extrusionOk="0">
                  <a:moveTo>
                    <a:pt x="241" y="19"/>
                  </a:moveTo>
                  <a:lnTo>
                    <a:pt x="241" y="0"/>
                  </a:lnTo>
                  <a:lnTo>
                    <a:pt x="9" y="9"/>
                  </a:lnTo>
                  <a:cubicBezTo>
                    <a:pt x="9" y="9"/>
                    <a:pt x="-1" y="14"/>
                    <a:pt x="0" y="21"/>
                  </a:cubicBezTo>
                  <a:lnTo>
                    <a:pt x="241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1549242" y="5352194"/>
              <a:ext cx="40085" cy="27331"/>
            </a:xfrm>
            <a:custGeom>
              <a:avLst/>
              <a:gdLst/>
              <a:ahLst/>
              <a:cxnLst/>
              <a:rect l="l" t="t" r="r" b="b"/>
              <a:pathLst>
                <a:path w="22" h="15" extrusionOk="0">
                  <a:moveTo>
                    <a:pt x="0" y="1"/>
                  </a:moveTo>
                  <a:cubicBezTo>
                    <a:pt x="0" y="2"/>
                    <a:pt x="6" y="3"/>
                    <a:pt x="12" y="7"/>
                  </a:cubicBezTo>
                  <a:cubicBezTo>
                    <a:pt x="18" y="10"/>
                    <a:pt x="21" y="15"/>
                    <a:pt x="22" y="15"/>
                  </a:cubicBezTo>
                  <a:cubicBezTo>
                    <a:pt x="23" y="15"/>
                    <a:pt x="21" y="8"/>
                    <a:pt x="14" y="3"/>
                  </a:cubicBezTo>
                  <a:cubicBezTo>
                    <a:pt x="7" y="-1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1503691" y="5372237"/>
              <a:ext cx="29153" cy="34619"/>
            </a:xfrm>
            <a:custGeom>
              <a:avLst/>
              <a:gdLst/>
              <a:ahLst/>
              <a:cxnLst/>
              <a:rect l="l" t="t" r="r" b="b"/>
              <a:pathLst>
                <a:path w="16" h="19" extrusionOk="0">
                  <a:moveTo>
                    <a:pt x="0" y="1"/>
                  </a:moveTo>
                  <a:cubicBezTo>
                    <a:pt x="0" y="2"/>
                    <a:pt x="5" y="4"/>
                    <a:pt x="9" y="9"/>
                  </a:cubicBezTo>
                  <a:cubicBezTo>
                    <a:pt x="13" y="14"/>
                    <a:pt x="14" y="19"/>
                    <a:pt x="15" y="19"/>
                  </a:cubicBezTo>
                  <a:cubicBezTo>
                    <a:pt x="16" y="19"/>
                    <a:pt x="17" y="12"/>
                    <a:pt x="12" y="6"/>
                  </a:cubicBezTo>
                  <a:cubicBezTo>
                    <a:pt x="7" y="0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1459961" y="5392279"/>
              <a:ext cx="20043" cy="36441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0" y="20"/>
                  </a:moveTo>
                  <a:cubicBezTo>
                    <a:pt x="11" y="21"/>
                    <a:pt x="12" y="14"/>
                    <a:pt x="9" y="8"/>
                  </a:cubicBezTo>
                  <a:cubicBezTo>
                    <a:pt x="5" y="1"/>
                    <a:pt x="1" y="-1"/>
                    <a:pt x="0" y="0"/>
                  </a:cubicBezTo>
                  <a:cubicBezTo>
                    <a:pt x="0" y="1"/>
                    <a:pt x="3" y="5"/>
                    <a:pt x="6" y="10"/>
                  </a:cubicBezTo>
                  <a:cubicBezTo>
                    <a:pt x="8" y="15"/>
                    <a:pt x="9" y="20"/>
                    <a:pt x="1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1552886" y="5293889"/>
              <a:ext cx="45551" cy="10932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0" y="5"/>
                  </a:moveTo>
                  <a:cubicBezTo>
                    <a:pt x="1" y="6"/>
                    <a:pt x="6" y="4"/>
                    <a:pt x="13" y="5"/>
                  </a:cubicBezTo>
                  <a:cubicBezTo>
                    <a:pt x="19" y="5"/>
                    <a:pt x="25" y="7"/>
                    <a:pt x="25" y="6"/>
                  </a:cubicBezTo>
                  <a:cubicBezTo>
                    <a:pt x="26" y="5"/>
                    <a:pt x="21" y="1"/>
                    <a:pt x="13" y="0"/>
                  </a:cubicBezTo>
                  <a:cubicBezTo>
                    <a:pt x="5" y="0"/>
                    <a:pt x="0" y="4"/>
                    <a:pt x="0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1545598" y="5219185"/>
              <a:ext cx="65594" cy="36441"/>
            </a:xfrm>
            <a:custGeom>
              <a:avLst/>
              <a:gdLst/>
              <a:ahLst/>
              <a:cxnLst/>
              <a:rect l="l" t="t" r="r" b="b"/>
              <a:pathLst>
                <a:path w="36" h="20" extrusionOk="0">
                  <a:moveTo>
                    <a:pt x="0" y="19"/>
                  </a:moveTo>
                  <a:cubicBezTo>
                    <a:pt x="0" y="20"/>
                    <a:pt x="4" y="20"/>
                    <a:pt x="12" y="19"/>
                  </a:cubicBezTo>
                  <a:cubicBezTo>
                    <a:pt x="15" y="18"/>
                    <a:pt x="20" y="17"/>
                    <a:pt x="24" y="15"/>
                  </a:cubicBezTo>
                  <a:cubicBezTo>
                    <a:pt x="27" y="14"/>
                    <a:pt x="29" y="13"/>
                    <a:pt x="31" y="11"/>
                  </a:cubicBezTo>
                  <a:cubicBezTo>
                    <a:pt x="32" y="11"/>
                    <a:pt x="34" y="10"/>
                    <a:pt x="35" y="9"/>
                  </a:cubicBezTo>
                  <a:cubicBezTo>
                    <a:pt x="36" y="7"/>
                    <a:pt x="37" y="4"/>
                    <a:pt x="35" y="2"/>
                  </a:cubicBezTo>
                  <a:cubicBezTo>
                    <a:pt x="34" y="0"/>
                    <a:pt x="32" y="0"/>
                    <a:pt x="30" y="0"/>
                  </a:cubicBezTo>
                  <a:cubicBezTo>
                    <a:pt x="29" y="0"/>
                    <a:pt x="27" y="0"/>
                    <a:pt x="26" y="0"/>
                  </a:cubicBezTo>
                  <a:cubicBezTo>
                    <a:pt x="23" y="1"/>
                    <a:pt x="21" y="2"/>
                    <a:pt x="18" y="3"/>
                  </a:cubicBezTo>
                  <a:cubicBezTo>
                    <a:pt x="14" y="5"/>
                    <a:pt x="10" y="8"/>
                    <a:pt x="7" y="10"/>
                  </a:cubicBezTo>
                  <a:cubicBezTo>
                    <a:pt x="2" y="16"/>
                    <a:pt x="0" y="20"/>
                    <a:pt x="0" y="20"/>
                  </a:cubicBezTo>
                  <a:cubicBezTo>
                    <a:pt x="1" y="21"/>
                    <a:pt x="3" y="17"/>
                    <a:pt x="9" y="13"/>
                  </a:cubicBezTo>
                  <a:cubicBezTo>
                    <a:pt x="12" y="10"/>
                    <a:pt x="16" y="8"/>
                    <a:pt x="20" y="6"/>
                  </a:cubicBezTo>
                  <a:cubicBezTo>
                    <a:pt x="22" y="6"/>
                    <a:pt x="24" y="5"/>
                    <a:pt x="27" y="4"/>
                  </a:cubicBezTo>
                  <a:cubicBezTo>
                    <a:pt x="29" y="4"/>
                    <a:pt x="31" y="4"/>
                    <a:pt x="32" y="5"/>
                  </a:cubicBezTo>
                  <a:lnTo>
                    <a:pt x="32" y="6"/>
                  </a:lnTo>
                  <a:cubicBezTo>
                    <a:pt x="31" y="7"/>
                    <a:pt x="30" y="7"/>
                    <a:pt x="29" y="8"/>
                  </a:cubicBezTo>
                  <a:cubicBezTo>
                    <a:pt x="27" y="9"/>
                    <a:pt x="25" y="11"/>
                    <a:pt x="23" y="12"/>
                  </a:cubicBezTo>
                  <a:cubicBezTo>
                    <a:pt x="19" y="14"/>
                    <a:pt x="15" y="15"/>
                    <a:pt x="11" y="16"/>
                  </a:cubicBezTo>
                  <a:cubicBezTo>
                    <a:pt x="4" y="18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1518267" y="5188210"/>
              <a:ext cx="34619" cy="69238"/>
            </a:xfrm>
            <a:custGeom>
              <a:avLst/>
              <a:gdLst/>
              <a:ahLst/>
              <a:cxnLst/>
              <a:rect l="l" t="t" r="r" b="b"/>
              <a:pathLst>
                <a:path w="19" h="38" extrusionOk="0">
                  <a:moveTo>
                    <a:pt x="16" y="38"/>
                  </a:moveTo>
                  <a:cubicBezTo>
                    <a:pt x="17" y="38"/>
                    <a:pt x="19" y="34"/>
                    <a:pt x="19" y="26"/>
                  </a:cubicBezTo>
                  <a:cubicBezTo>
                    <a:pt x="20" y="22"/>
                    <a:pt x="19" y="18"/>
                    <a:pt x="18" y="13"/>
                  </a:cubicBezTo>
                  <a:cubicBezTo>
                    <a:pt x="17" y="11"/>
                    <a:pt x="16" y="8"/>
                    <a:pt x="14" y="6"/>
                  </a:cubicBezTo>
                  <a:cubicBezTo>
                    <a:pt x="13" y="3"/>
                    <a:pt x="11" y="0"/>
                    <a:pt x="7" y="0"/>
                  </a:cubicBezTo>
                  <a:cubicBezTo>
                    <a:pt x="4" y="0"/>
                    <a:pt x="2" y="1"/>
                    <a:pt x="2" y="3"/>
                  </a:cubicBezTo>
                  <a:cubicBezTo>
                    <a:pt x="1" y="5"/>
                    <a:pt x="1" y="6"/>
                    <a:pt x="0" y="8"/>
                  </a:cubicBezTo>
                  <a:cubicBezTo>
                    <a:pt x="0" y="10"/>
                    <a:pt x="0" y="13"/>
                    <a:pt x="0" y="16"/>
                  </a:cubicBezTo>
                  <a:cubicBezTo>
                    <a:pt x="1" y="21"/>
                    <a:pt x="3" y="25"/>
                    <a:pt x="6" y="28"/>
                  </a:cubicBezTo>
                  <a:cubicBezTo>
                    <a:pt x="10" y="34"/>
                    <a:pt x="15" y="36"/>
                    <a:pt x="15" y="35"/>
                  </a:cubicBezTo>
                  <a:cubicBezTo>
                    <a:pt x="16" y="35"/>
                    <a:pt x="12" y="32"/>
                    <a:pt x="8" y="27"/>
                  </a:cubicBezTo>
                  <a:cubicBezTo>
                    <a:pt x="6" y="24"/>
                    <a:pt x="5" y="20"/>
                    <a:pt x="4" y="15"/>
                  </a:cubicBezTo>
                  <a:cubicBezTo>
                    <a:pt x="4" y="13"/>
                    <a:pt x="4" y="11"/>
                    <a:pt x="4" y="8"/>
                  </a:cubicBezTo>
                  <a:cubicBezTo>
                    <a:pt x="5" y="6"/>
                    <a:pt x="6" y="4"/>
                    <a:pt x="7" y="4"/>
                  </a:cubicBezTo>
                  <a:cubicBezTo>
                    <a:pt x="8" y="4"/>
                    <a:pt x="10" y="6"/>
                    <a:pt x="11" y="8"/>
                  </a:cubicBezTo>
                  <a:cubicBezTo>
                    <a:pt x="12" y="10"/>
                    <a:pt x="13" y="12"/>
                    <a:pt x="14" y="14"/>
                  </a:cubicBezTo>
                  <a:cubicBezTo>
                    <a:pt x="16" y="19"/>
                    <a:pt x="16" y="23"/>
                    <a:pt x="16" y="26"/>
                  </a:cubicBezTo>
                  <a:cubicBezTo>
                    <a:pt x="17" y="33"/>
                    <a:pt x="16" y="38"/>
                    <a:pt x="16" y="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1551064" y="5261092"/>
              <a:ext cx="211358" cy="49195"/>
            </a:xfrm>
            <a:custGeom>
              <a:avLst/>
              <a:gdLst/>
              <a:ahLst/>
              <a:cxnLst/>
              <a:rect l="l" t="t" r="r" b="b"/>
              <a:pathLst>
                <a:path w="116" h="27" extrusionOk="0">
                  <a:moveTo>
                    <a:pt x="116" y="0"/>
                  </a:moveTo>
                  <a:lnTo>
                    <a:pt x="116" y="27"/>
                  </a:lnTo>
                  <a:lnTo>
                    <a:pt x="0" y="27"/>
                  </a:lnTo>
                  <a:lnTo>
                    <a:pt x="0" y="2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2401962" y="1483988"/>
              <a:ext cx="273308" cy="428181"/>
            </a:xfrm>
            <a:custGeom>
              <a:avLst/>
              <a:gdLst/>
              <a:ahLst/>
              <a:cxnLst/>
              <a:rect l="l" t="t" r="r" b="b"/>
              <a:pathLst>
                <a:path w="150" h="235" extrusionOk="0">
                  <a:moveTo>
                    <a:pt x="36" y="20"/>
                  </a:moveTo>
                  <a:lnTo>
                    <a:pt x="54" y="86"/>
                  </a:lnTo>
                  <a:cubicBezTo>
                    <a:pt x="54" y="86"/>
                    <a:pt x="60" y="123"/>
                    <a:pt x="43" y="123"/>
                  </a:cubicBezTo>
                  <a:cubicBezTo>
                    <a:pt x="28" y="123"/>
                    <a:pt x="26" y="103"/>
                    <a:pt x="26" y="103"/>
                  </a:cubicBezTo>
                  <a:cubicBezTo>
                    <a:pt x="26" y="103"/>
                    <a:pt x="34" y="63"/>
                    <a:pt x="14" y="65"/>
                  </a:cubicBezTo>
                  <a:cubicBezTo>
                    <a:pt x="11" y="65"/>
                    <a:pt x="4" y="93"/>
                    <a:pt x="1" y="107"/>
                  </a:cubicBezTo>
                  <a:cubicBezTo>
                    <a:pt x="-1" y="112"/>
                    <a:pt x="0" y="118"/>
                    <a:pt x="3" y="122"/>
                  </a:cubicBezTo>
                  <a:lnTo>
                    <a:pt x="31" y="173"/>
                  </a:lnTo>
                  <a:cubicBezTo>
                    <a:pt x="36" y="182"/>
                    <a:pt x="44" y="190"/>
                    <a:pt x="54" y="195"/>
                  </a:cubicBezTo>
                  <a:lnTo>
                    <a:pt x="68" y="204"/>
                  </a:lnTo>
                  <a:lnTo>
                    <a:pt x="70" y="234"/>
                  </a:lnTo>
                  <a:lnTo>
                    <a:pt x="150" y="235"/>
                  </a:lnTo>
                  <a:lnTo>
                    <a:pt x="125" y="141"/>
                  </a:lnTo>
                  <a:lnTo>
                    <a:pt x="115" y="84"/>
                  </a:lnTo>
                  <a:cubicBezTo>
                    <a:pt x="112" y="78"/>
                    <a:pt x="107" y="74"/>
                    <a:pt x="101" y="73"/>
                  </a:cubicBezTo>
                  <a:lnTo>
                    <a:pt x="93" y="72"/>
                  </a:lnTo>
                  <a:lnTo>
                    <a:pt x="91" y="65"/>
                  </a:lnTo>
                  <a:cubicBezTo>
                    <a:pt x="89" y="61"/>
                    <a:pt x="85" y="58"/>
                    <a:pt x="80" y="57"/>
                  </a:cubicBezTo>
                  <a:lnTo>
                    <a:pt x="76" y="57"/>
                  </a:lnTo>
                  <a:lnTo>
                    <a:pt x="69" y="40"/>
                  </a:lnTo>
                  <a:cubicBezTo>
                    <a:pt x="67" y="35"/>
                    <a:pt x="51" y="0"/>
                    <a:pt x="45" y="0"/>
                  </a:cubicBezTo>
                  <a:cubicBezTo>
                    <a:pt x="45" y="0"/>
                    <a:pt x="32" y="3"/>
                    <a:pt x="37" y="20"/>
                  </a:cubicBezTo>
                  <a:lnTo>
                    <a:pt x="36" y="20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39600" rIns="90000" bIns="39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2536794" y="1582378"/>
              <a:ext cx="36441" cy="83814"/>
            </a:xfrm>
            <a:custGeom>
              <a:avLst/>
              <a:gdLst/>
              <a:ahLst/>
              <a:cxnLst/>
              <a:rect l="l" t="t" r="r" b="b"/>
              <a:pathLst>
                <a:path w="20" h="46" extrusionOk="0">
                  <a:moveTo>
                    <a:pt x="20" y="46"/>
                  </a:moveTo>
                  <a:cubicBezTo>
                    <a:pt x="20" y="46"/>
                    <a:pt x="20" y="43"/>
                    <a:pt x="18" y="39"/>
                  </a:cubicBezTo>
                  <a:cubicBezTo>
                    <a:pt x="17" y="34"/>
                    <a:pt x="13" y="29"/>
                    <a:pt x="7" y="25"/>
                  </a:cubicBezTo>
                  <a:cubicBezTo>
                    <a:pt x="4" y="18"/>
                    <a:pt x="2" y="12"/>
                    <a:pt x="1" y="7"/>
                  </a:cubicBezTo>
                  <a:cubicBezTo>
                    <a:pt x="0" y="3"/>
                    <a:pt x="0" y="0"/>
                    <a:pt x="0" y="0"/>
                  </a:cubicBezTo>
                  <a:cubicBezTo>
                    <a:pt x="1" y="0"/>
                    <a:pt x="1" y="3"/>
                    <a:pt x="2" y="7"/>
                  </a:cubicBezTo>
                  <a:cubicBezTo>
                    <a:pt x="3" y="12"/>
                    <a:pt x="5" y="18"/>
                    <a:pt x="8" y="24"/>
                  </a:cubicBezTo>
                  <a:cubicBezTo>
                    <a:pt x="10" y="25"/>
                    <a:pt x="11" y="26"/>
                    <a:pt x="12" y="27"/>
                  </a:cubicBezTo>
                  <a:cubicBezTo>
                    <a:pt x="14" y="28"/>
                    <a:pt x="15" y="30"/>
                    <a:pt x="16" y="31"/>
                  </a:cubicBezTo>
                  <a:cubicBezTo>
                    <a:pt x="17" y="34"/>
                    <a:pt x="18" y="35"/>
                    <a:pt x="19" y="38"/>
                  </a:cubicBezTo>
                  <a:cubicBezTo>
                    <a:pt x="19" y="40"/>
                    <a:pt x="20" y="43"/>
                    <a:pt x="20" y="44"/>
                  </a:cubicBezTo>
                  <a:cubicBezTo>
                    <a:pt x="20" y="45"/>
                    <a:pt x="20" y="46"/>
                    <a:pt x="20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2567768" y="1609709"/>
              <a:ext cx="27331" cy="43729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15" y="24"/>
                  </a:moveTo>
                  <a:cubicBezTo>
                    <a:pt x="15" y="24"/>
                    <a:pt x="15" y="23"/>
                    <a:pt x="14" y="21"/>
                  </a:cubicBezTo>
                  <a:cubicBezTo>
                    <a:pt x="13" y="19"/>
                    <a:pt x="10" y="16"/>
                    <a:pt x="6" y="16"/>
                  </a:cubicBezTo>
                  <a:lnTo>
                    <a:pt x="6" y="16"/>
                  </a:lnTo>
                  <a:lnTo>
                    <a:pt x="6" y="15"/>
                  </a:lnTo>
                  <a:lnTo>
                    <a:pt x="5" y="14"/>
                  </a:lnTo>
                  <a:cubicBezTo>
                    <a:pt x="3" y="6"/>
                    <a:pt x="0" y="0"/>
                    <a:pt x="1" y="0"/>
                  </a:cubicBezTo>
                  <a:cubicBezTo>
                    <a:pt x="1" y="-1"/>
                    <a:pt x="4" y="6"/>
                    <a:pt x="7" y="14"/>
                  </a:cubicBezTo>
                  <a:lnTo>
                    <a:pt x="7" y="15"/>
                  </a:lnTo>
                  <a:lnTo>
                    <a:pt x="6" y="14"/>
                  </a:lnTo>
                  <a:cubicBezTo>
                    <a:pt x="11" y="15"/>
                    <a:pt x="14" y="18"/>
                    <a:pt x="15" y="20"/>
                  </a:cubicBezTo>
                  <a:cubicBezTo>
                    <a:pt x="16" y="23"/>
                    <a:pt x="15" y="24"/>
                    <a:pt x="15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1636700" y="1616997"/>
              <a:ext cx="362588" cy="623139"/>
            </a:xfrm>
            <a:custGeom>
              <a:avLst/>
              <a:gdLst/>
              <a:ahLst/>
              <a:cxnLst/>
              <a:rect l="l" t="t" r="r" b="b"/>
              <a:pathLst>
                <a:path w="199" h="342" extrusionOk="0">
                  <a:moveTo>
                    <a:pt x="54" y="342"/>
                  </a:moveTo>
                  <a:lnTo>
                    <a:pt x="199" y="340"/>
                  </a:lnTo>
                  <a:lnTo>
                    <a:pt x="183" y="216"/>
                  </a:lnTo>
                  <a:cubicBezTo>
                    <a:pt x="183" y="216"/>
                    <a:pt x="192" y="214"/>
                    <a:pt x="193" y="160"/>
                  </a:cubicBezTo>
                  <a:cubicBezTo>
                    <a:pt x="193" y="106"/>
                    <a:pt x="197" y="15"/>
                    <a:pt x="197" y="15"/>
                  </a:cubicBezTo>
                  <a:lnTo>
                    <a:pt x="197" y="15"/>
                  </a:lnTo>
                  <a:cubicBezTo>
                    <a:pt x="134" y="-12"/>
                    <a:pt x="62" y="-3"/>
                    <a:pt x="8" y="38"/>
                  </a:cubicBezTo>
                  <a:lnTo>
                    <a:pt x="0" y="44"/>
                  </a:lnTo>
                  <a:lnTo>
                    <a:pt x="54" y="342"/>
                  </a:ln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1602081" y="1815600"/>
              <a:ext cx="69238" cy="102035"/>
            </a:xfrm>
            <a:custGeom>
              <a:avLst/>
              <a:gdLst/>
              <a:ahLst/>
              <a:cxnLst/>
              <a:rect l="l" t="t" r="r" b="b"/>
              <a:pathLst>
                <a:path w="38" h="56" extrusionOk="0">
                  <a:moveTo>
                    <a:pt x="36" y="2"/>
                  </a:moveTo>
                  <a:cubicBezTo>
                    <a:pt x="35" y="1"/>
                    <a:pt x="-2" y="-9"/>
                    <a:pt x="0" y="28"/>
                  </a:cubicBezTo>
                  <a:cubicBezTo>
                    <a:pt x="1" y="64"/>
                    <a:pt x="38" y="56"/>
                    <a:pt x="38" y="55"/>
                  </a:cubicBezTo>
                  <a:cubicBezTo>
                    <a:pt x="38" y="54"/>
                    <a:pt x="36" y="2"/>
                    <a:pt x="36" y="2"/>
                  </a:cubicBez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1973780" y="1802846"/>
              <a:ext cx="69238" cy="103857"/>
            </a:xfrm>
            <a:custGeom>
              <a:avLst/>
              <a:gdLst/>
              <a:ahLst/>
              <a:cxnLst/>
              <a:rect l="l" t="t" r="r" b="b"/>
              <a:pathLst>
                <a:path w="38" h="57" extrusionOk="0">
                  <a:moveTo>
                    <a:pt x="5" y="1"/>
                  </a:moveTo>
                  <a:cubicBezTo>
                    <a:pt x="6" y="1"/>
                    <a:pt x="39" y="-8"/>
                    <a:pt x="38" y="29"/>
                  </a:cubicBezTo>
                  <a:cubicBezTo>
                    <a:pt x="37" y="65"/>
                    <a:pt x="0" y="57"/>
                    <a:pt x="0" y="56"/>
                  </a:cubicBezTo>
                  <a:cubicBezTo>
                    <a:pt x="0" y="55"/>
                    <a:pt x="5" y="1"/>
                    <a:pt x="5" y="1"/>
                  </a:cubicBezTo>
                  <a:close/>
                </a:path>
              </a:pathLst>
            </a:custGeom>
            <a:solidFill>
              <a:srgbClr val="B97E69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1645811" y="1607887"/>
              <a:ext cx="362588" cy="481020"/>
            </a:xfrm>
            <a:custGeom>
              <a:avLst/>
              <a:gdLst/>
              <a:ahLst/>
              <a:cxnLst/>
              <a:rect l="l" t="t" r="r" b="b"/>
              <a:pathLst>
                <a:path w="199" h="264" extrusionOk="0">
                  <a:moveTo>
                    <a:pt x="0" y="112"/>
                  </a:moveTo>
                  <a:cubicBezTo>
                    <a:pt x="6" y="143"/>
                    <a:pt x="5" y="159"/>
                    <a:pt x="10" y="179"/>
                  </a:cubicBezTo>
                  <a:cubicBezTo>
                    <a:pt x="18" y="212"/>
                    <a:pt x="34" y="236"/>
                    <a:pt x="64" y="253"/>
                  </a:cubicBezTo>
                  <a:cubicBezTo>
                    <a:pt x="93" y="269"/>
                    <a:pt x="133" y="269"/>
                    <a:pt x="158" y="247"/>
                  </a:cubicBezTo>
                  <a:cubicBezTo>
                    <a:pt x="175" y="232"/>
                    <a:pt x="187" y="214"/>
                    <a:pt x="190" y="191"/>
                  </a:cubicBezTo>
                  <a:cubicBezTo>
                    <a:pt x="192" y="168"/>
                    <a:pt x="196" y="127"/>
                    <a:pt x="196" y="104"/>
                  </a:cubicBezTo>
                  <a:cubicBezTo>
                    <a:pt x="196" y="61"/>
                    <a:pt x="199" y="21"/>
                    <a:pt x="199" y="21"/>
                  </a:cubicBezTo>
                  <a:lnTo>
                    <a:pt x="79" y="0"/>
                  </a:lnTo>
                  <a:lnTo>
                    <a:pt x="10" y="40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1797041" y="2094374"/>
              <a:ext cx="74704" cy="12754"/>
            </a:xfrm>
            <a:custGeom>
              <a:avLst/>
              <a:gdLst/>
              <a:ahLst/>
              <a:cxnLst/>
              <a:rect l="l" t="t" r="r" b="b"/>
              <a:pathLst>
                <a:path w="41" h="7" extrusionOk="0">
                  <a:moveTo>
                    <a:pt x="41" y="5"/>
                  </a:moveTo>
                  <a:cubicBezTo>
                    <a:pt x="42" y="6"/>
                    <a:pt x="32" y="8"/>
                    <a:pt x="20" y="7"/>
                  </a:cubicBezTo>
                  <a:cubicBezTo>
                    <a:pt x="8" y="5"/>
                    <a:pt x="0" y="1"/>
                    <a:pt x="0" y="0"/>
                  </a:cubicBezTo>
                  <a:cubicBezTo>
                    <a:pt x="0" y="-1"/>
                    <a:pt x="9" y="2"/>
                    <a:pt x="21" y="3"/>
                  </a:cubicBezTo>
                  <a:cubicBezTo>
                    <a:pt x="32" y="5"/>
                    <a:pt x="41" y="4"/>
                    <a:pt x="41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1627590" y="1514963"/>
              <a:ext cx="413606" cy="391740"/>
            </a:xfrm>
            <a:custGeom>
              <a:avLst/>
              <a:gdLst/>
              <a:ahLst/>
              <a:cxnLst/>
              <a:rect l="l" t="t" r="r" b="b"/>
              <a:pathLst>
                <a:path w="227" h="215" extrusionOk="0">
                  <a:moveTo>
                    <a:pt x="16" y="215"/>
                  </a:moveTo>
                  <a:cubicBezTo>
                    <a:pt x="13" y="183"/>
                    <a:pt x="10" y="147"/>
                    <a:pt x="5" y="114"/>
                  </a:cubicBezTo>
                  <a:cubicBezTo>
                    <a:pt x="4" y="101"/>
                    <a:pt x="-1" y="83"/>
                    <a:pt x="0" y="71"/>
                  </a:cubicBezTo>
                  <a:cubicBezTo>
                    <a:pt x="1" y="58"/>
                    <a:pt x="3" y="45"/>
                    <a:pt x="8" y="34"/>
                  </a:cubicBezTo>
                  <a:cubicBezTo>
                    <a:pt x="15" y="19"/>
                    <a:pt x="29" y="9"/>
                    <a:pt x="45" y="5"/>
                  </a:cubicBezTo>
                  <a:cubicBezTo>
                    <a:pt x="60" y="2"/>
                    <a:pt x="77" y="7"/>
                    <a:pt x="89" y="17"/>
                  </a:cubicBezTo>
                  <a:cubicBezTo>
                    <a:pt x="98" y="4"/>
                    <a:pt x="115" y="-3"/>
                    <a:pt x="131" y="1"/>
                  </a:cubicBezTo>
                  <a:cubicBezTo>
                    <a:pt x="146" y="5"/>
                    <a:pt x="158" y="18"/>
                    <a:pt x="160" y="34"/>
                  </a:cubicBezTo>
                  <a:cubicBezTo>
                    <a:pt x="169" y="26"/>
                    <a:pt x="183" y="24"/>
                    <a:pt x="193" y="30"/>
                  </a:cubicBezTo>
                  <a:cubicBezTo>
                    <a:pt x="203" y="36"/>
                    <a:pt x="208" y="50"/>
                    <a:pt x="205" y="61"/>
                  </a:cubicBezTo>
                  <a:cubicBezTo>
                    <a:pt x="214" y="62"/>
                    <a:pt x="222" y="68"/>
                    <a:pt x="225" y="76"/>
                  </a:cubicBezTo>
                  <a:cubicBezTo>
                    <a:pt x="229" y="84"/>
                    <a:pt x="228" y="94"/>
                    <a:pt x="223" y="101"/>
                  </a:cubicBezTo>
                  <a:cubicBezTo>
                    <a:pt x="217" y="110"/>
                    <a:pt x="207" y="115"/>
                    <a:pt x="201" y="123"/>
                  </a:cubicBezTo>
                  <a:cubicBezTo>
                    <a:pt x="194" y="132"/>
                    <a:pt x="194" y="146"/>
                    <a:pt x="199" y="156"/>
                  </a:cubicBezTo>
                  <a:lnTo>
                    <a:pt x="16" y="21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32400" rIns="90000" bIns="32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1676786" y="1675303"/>
              <a:ext cx="284240" cy="72882"/>
            </a:xfrm>
            <a:custGeom>
              <a:avLst/>
              <a:gdLst/>
              <a:ahLst/>
              <a:cxnLst/>
              <a:rect l="l" t="t" r="r" b="b"/>
              <a:pathLst>
                <a:path w="156" h="40" extrusionOk="0">
                  <a:moveTo>
                    <a:pt x="156" y="13"/>
                  </a:moveTo>
                  <a:cubicBezTo>
                    <a:pt x="156" y="13"/>
                    <a:pt x="156" y="14"/>
                    <a:pt x="155" y="16"/>
                  </a:cubicBezTo>
                  <a:cubicBezTo>
                    <a:pt x="154" y="18"/>
                    <a:pt x="151" y="21"/>
                    <a:pt x="148" y="24"/>
                  </a:cubicBezTo>
                  <a:cubicBezTo>
                    <a:pt x="144" y="27"/>
                    <a:pt x="139" y="29"/>
                    <a:pt x="132" y="29"/>
                  </a:cubicBezTo>
                  <a:cubicBezTo>
                    <a:pt x="126" y="29"/>
                    <a:pt x="118" y="26"/>
                    <a:pt x="113" y="20"/>
                  </a:cubicBezTo>
                  <a:lnTo>
                    <a:pt x="115" y="19"/>
                  </a:lnTo>
                  <a:cubicBezTo>
                    <a:pt x="114" y="27"/>
                    <a:pt x="108" y="34"/>
                    <a:pt x="99" y="38"/>
                  </a:cubicBezTo>
                  <a:cubicBezTo>
                    <a:pt x="91" y="41"/>
                    <a:pt x="80" y="40"/>
                    <a:pt x="72" y="34"/>
                  </a:cubicBezTo>
                  <a:cubicBezTo>
                    <a:pt x="65" y="29"/>
                    <a:pt x="60" y="22"/>
                    <a:pt x="57" y="14"/>
                  </a:cubicBezTo>
                  <a:lnTo>
                    <a:pt x="60" y="15"/>
                  </a:lnTo>
                  <a:cubicBezTo>
                    <a:pt x="53" y="24"/>
                    <a:pt x="42" y="29"/>
                    <a:pt x="33" y="30"/>
                  </a:cubicBezTo>
                  <a:cubicBezTo>
                    <a:pt x="23" y="30"/>
                    <a:pt x="15" y="25"/>
                    <a:pt x="10" y="20"/>
                  </a:cubicBezTo>
                  <a:cubicBezTo>
                    <a:pt x="5" y="15"/>
                    <a:pt x="2" y="10"/>
                    <a:pt x="1" y="6"/>
                  </a:cubicBezTo>
                  <a:cubicBezTo>
                    <a:pt x="0" y="2"/>
                    <a:pt x="1" y="0"/>
                    <a:pt x="1" y="0"/>
                  </a:cubicBezTo>
                  <a:cubicBezTo>
                    <a:pt x="1" y="0"/>
                    <a:pt x="1" y="2"/>
                    <a:pt x="2" y="6"/>
                  </a:cubicBezTo>
                  <a:cubicBezTo>
                    <a:pt x="4" y="9"/>
                    <a:pt x="6" y="14"/>
                    <a:pt x="11" y="19"/>
                  </a:cubicBezTo>
                  <a:cubicBezTo>
                    <a:pt x="16" y="23"/>
                    <a:pt x="23" y="27"/>
                    <a:pt x="32" y="27"/>
                  </a:cubicBezTo>
                  <a:cubicBezTo>
                    <a:pt x="41" y="26"/>
                    <a:pt x="51" y="22"/>
                    <a:pt x="57" y="13"/>
                  </a:cubicBezTo>
                  <a:lnTo>
                    <a:pt x="59" y="10"/>
                  </a:lnTo>
                  <a:lnTo>
                    <a:pt x="60" y="13"/>
                  </a:lnTo>
                  <a:cubicBezTo>
                    <a:pt x="63" y="20"/>
                    <a:pt x="67" y="27"/>
                    <a:pt x="74" y="31"/>
                  </a:cubicBezTo>
                  <a:cubicBezTo>
                    <a:pt x="81" y="37"/>
                    <a:pt x="91" y="38"/>
                    <a:pt x="98" y="35"/>
                  </a:cubicBezTo>
                  <a:cubicBezTo>
                    <a:pt x="106" y="32"/>
                    <a:pt x="111" y="26"/>
                    <a:pt x="113" y="19"/>
                  </a:cubicBezTo>
                  <a:lnTo>
                    <a:pt x="113" y="16"/>
                  </a:lnTo>
                  <a:lnTo>
                    <a:pt x="115" y="18"/>
                  </a:lnTo>
                  <a:cubicBezTo>
                    <a:pt x="120" y="24"/>
                    <a:pt x="126" y="26"/>
                    <a:pt x="132" y="27"/>
                  </a:cubicBezTo>
                  <a:cubicBezTo>
                    <a:pt x="138" y="27"/>
                    <a:pt x="143" y="25"/>
                    <a:pt x="147" y="23"/>
                  </a:cubicBezTo>
                  <a:cubicBezTo>
                    <a:pt x="154" y="18"/>
                    <a:pt x="156" y="12"/>
                    <a:pt x="156" y="1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1798863" y="1575090"/>
              <a:ext cx="162163" cy="96568"/>
            </a:xfrm>
            <a:custGeom>
              <a:avLst/>
              <a:gdLst/>
              <a:ahLst/>
              <a:cxnLst/>
              <a:rect l="l" t="t" r="r" b="b"/>
              <a:pathLst>
                <a:path w="89" h="53" extrusionOk="0">
                  <a:moveTo>
                    <a:pt x="89" y="53"/>
                  </a:moveTo>
                  <a:cubicBezTo>
                    <a:pt x="88" y="53"/>
                    <a:pt x="89" y="47"/>
                    <a:pt x="84" y="40"/>
                  </a:cubicBezTo>
                  <a:cubicBezTo>
                    <a:pt x="81" y="36"/>
                    <a:pt x="77" y="33"/>
                    <a:pt x="71" y="31"/>
                  </a:cubicBezTo>
                  <a:cubicBezTo>
                    <a:pt x="65" y="30"/>
                    <a:pt x="58" y="31"/>
                    <a:pt x="53" y="35"/>
                  </a:cubicBezTo>
                  <a:lnTo>
                    <a:pt x="50" y="37"/>
                  </a:lnTo>
                  <a:lnTo>
                    <a:pt x="50" y="33"/>
                  </a:lnTo>
                  <a:cubicBezTo>
                    <a:pt x="50" y="30"/>
                    <a:pt x="50" y="26"/>
                    <a:pt x="49" y="23"/>
                  </a:cubicBezTo>
                  <a:cubicBezTo>
                    <a:pt x="46" y="15"/>
                    <a:pt x="41" y="8"/>
                    <a:pt x="34" y="5"/>
                  </a:cubicBezTo>
                  <a:cubicBezTo>
                    <a:pt x="28" y="2"/>
                    <a:pt x="21" y="2"/>
                    <a:pt x="15" y="4"/>
                  </a:cubicBezTo>
                  <a:cubicBezTo>
                    <a:pt x="4" y="7"/>
                    <a:pt x="0" y="13"/>
                    <a:pt x="0" y="13"/>
                  </a:cubicBezTo>
                  <a:cubicBezTo>
                    <a:pt x="0" y="12"/>
                    <a:pt x="0" y="11"/>
                    <a:pt x="3" y="8"/>
                  </a:cubicBezTo>
                  <a:cubicBezTo>
                    <a:pt x="5" y="6"/>
                    <a:pt x="9" y="3"/>
                    <a:pt x="15" y="1"/>
                  </a:cubicBezTo>
                  <a:cubicBezTo>
                    <a:pt x="20" y="0"/>
                    <a:pt x="28" y="-1"/>
                    <a:pt x="35" y="3"/>
                  </a:cubicBezTo>
                  <a:cubicBezTo>
                    <a:pt x="43" y="6"/>
                    <a:pt x="49" y="13"/>
                    <a:pt x="52" y="22"/>
                  </a:cubicBezTo>
                  <a:cubicBezTo>
                    <a:pt x="53" y="26"/>
                    <a:pt x="54" y="30"/>
                    <a:pt x="53" y="34"/>
                  </a:cubicBezTo>
                  <a:lnTo>
                    <a:pt x="51" y="32"/>
                  </a:lnTo>
                  <a:cubicBezTo>
                    <a:pt x="57" y="27"/>
                    <a:pt x="65" y="27"/>
                    <a:pt x="72" y="28"/>
                  </a:cubicBezTo>
                  <a:cubicBezTo>
                    <a:pt x="78" y="30"/>
                    <a:pt x="83" y="34"/>
                    <a:pt x="85" y="39"/>
                  </a:cubicBezTo>
                  <a:cubicBezTo>
                    <a:pt x="88" y="43"/>
                    <a:pt x="89" y="47"/>
                    <a:pt x="89" y="49"/>
                  </a:cubicBezTo>
                  <a:cubicBezTo>
                    <a:pt x="89" y="52"/>
                    <a:pt x="89" y="53"/>
                    <a:pt x="89" y="53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1793397" y="1622463"/>
              <a:ext cx="30975" cy="51017"/>
            </a:xfrm>
            <a:custGeom>
              <a:avLst/>
              <a:gdLst/>
              <a:ahLst/>
              <a:cxnLst/>
              <a:rect l="l" t="t" r="r" b="b"/>
              <a:pathLst>
                <a:path w="17" h="28" extrusionOk="0">
                  <a:moveTo>
                    <a:pt x="15" y="28"/>
                  </a:moveTo>
                  <a:cubicBezTo>
                    <a:pt x="15" y="28"/>
                    <a:pt x="15" y="26"/>
                    <a:pt x="15" y="23"/>
                  </a:cubicBezTo>
                  <a:cubicBezTo>
                    <a:pt x="15" y="20"/>
                    <a:pt x="14" y="16"/>
                    <a:pt x="11" y="12"/>
                  </a:cubicBezTo>
                  <a:cubicBezTo>
                    <a:pt x="9" y="8"/>
                    <a:pt x="6" y="5"/>
                    <a:pt x="4" y="3"/>
                  </a:cubicBezTo>
                  <a:cubicBezTo>
                    <a:pt x="3" y="1"/>
                    <a:pt x="1" y="2"/>
                    <a:pt x="1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4" y="-1"/>
                    <a:pt x="6" y="1"/>
                  </a:cubicBezTo>
                  <a:cubicBezTo>
                    <a:pt x="8" y="2"/>
                    <a:pt x="9" y="3"/>
                    <a:pt x="10" y="5"/>
                  </a:cubicBezTo>
                  <a:cubicBezTo>
                    <a:pt x="11" y="6"/>
                    <a:pt x="13" y="8"/>
                    <a:pt x="14" y="11"/>
                  </a:cubicBezTo>
                  <a:cubicBezTo>
                    <a:pt x="17" y="15"/>
                    <a:pt x="18" y="20"/>
                    <a:pt x="17" y="23"/>
                  </a:cubicBezTo>
                  <a:cubicBezTo>
                    <a:pt x="17" y="27"/>
                    <a:pt x="16" y="28"/>
                    <a:pt x="15" y="28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1691362" y="1562336"/>
              <a:ext cx="65594" cy="27331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0" y="15"/>
                  </a:moveTo>
                  <a:cubicBezTo>
                    <a:pt x="0" y="15"/>
                    <a:pt x="0" y="12"/>
                    <a:pt x="2" y="8"/>
                  </a:cubicBezTo>
                  <a:cubicBezTo>
                    <a:pt x="3" y="6"/>
                    <a:pt x="5" y="4"/>
                    <a:pt x="8" y="2"/>
                  </a:cubicBezTo>
                  <a:cubicBezTo>
                    <a:pt x="10" y="1"/>
                    <a:pt x="14" y="0"/>
                    <a:pt x="17" y="0"/>
                  </a:cubicBezTo>
                  <a:cubicBezTo>
                    <a:pt x="25" y="1"/>
                    <a:pt x="29" y="6"/>
                    <a:pt x="32" y="9"/>
                  </a:cubicBezTo>
                  <a:cubicBezTo>
                    <a:pt x="35" y="13"/>
                    <a:pt x="36" y="15"/>
                    <a:pt x="36" y="15"/>
                  </a:cubicBezTo>
                  <a:cubicBezTo>
                    <a:pt x="35" y="16"/>
                    <a:pt x="33" y="14"/>
                    <a:pt x="30" y="11"/>
                  </a:cubicBezTo>
                  <a:cubicBezTo>
                    <a:pt x="27" y="8"/>
                    <a:pt x="23" y="4"/>
                    <a:pt x="17" y="4"/>
                  </a:cubicBezTo>
                  <a:cubicBezTo>
                    <a:pt x="11" y="3"/>
                    <a:pt x="7" y="6"/>
                    <a:pt x="4" y="9"/>
                  </a:cubicBezTo>
                  <a:cubicBezTo>
                    <a:pt x="2" y="13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1693184" y="1782804"/>
              <a:ext cx="32797" cy="91102"/>
            </a:xfrm>
            <a:custGeom>
              <a:avLst/>
              <a:gdLst/>
              <a:ahLst/>
              <a:cxnLst/>
              <a:rect l="l" t="t" r="r" b="b"/>
              <a:pathLst>
                <a:path w="18" h="50" extrusionOk="0">
                  <a:moveTo>
                    <a:pt x="18" y="50"/>
                  </a:moveTo>
                  <a:cubicBezTo>
                    <a:pt x="17" y="51"/>
                    <a:pt x="10" y="41"/>
                    <a:pt x="5" y="27"/>
                  </a:cubicBezTo>
                  <a:cubicBezTo>
                    <a:pt x="0" y="12"/>
                    <a:pt x="0" y="0"/>
                    <a:pt x="0" y="0"/>
                  </a:cubicBezTo>
                  <a:cubicBezTo>
                    <a:pt x="1" y="0"/>
                    <a:pt x="3" y="12"/>
                    <a:pt x="8" y="25"/>
                  </a:cubicBezTo>
                  <a:cubicBezTo>
                    <a:pt x="13" y="39"/>
                    <a:pt x="18" y="50"/>
                    <a:pt x="18" y="5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1729625" y="1826533"/>
              <a:ext cx="25509" cy="63772"/>
            </a:xfrm>
            <a:custGeom>
              <a:avLst/>
              <a:gdLst/>
              <a:ahLst/>
              <a:cxnLst/>
              <a:rect l="l" t="t" r="r" b="b"/>
              <a:pathLst>
                <a:path w="14" h="35" extrusionOk="0">
                  <a:moveTo>
                    <a:pt x="14" y="35"/>
                  </a:moveTo>
                  <a:cubicBezTo>
                    <a:pt x="13" y="35"/>
                    <a:pt x="9" y="28"/>
                    <a:pt x="5" y="18"/>
                  </a:cubicBezTo>
                  <a:cubicBezTo>
                    <a:pt x="1" y="8"/>
                    <a:pt x="0" y="0"/>
                    <a:pt x="0" y="0"/>
                  </a:cubicBezTo>
                  <a:cubicBezTo>
                    <a:pt x="1" y="-1"/>
                    <a:pt x="4" y="7"/>
                    <a:pt x="8" y="17"/>
                  </a:cubicBezTo>
                  <a:cubicBezTo>
                    <a:pt x="12" y="27"/>
                    <a:pt x="15" y="35"/>
                    <a:pt x="14" y="35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1899076" y="1893948"/>
              <a:ext cx="40085" cy="109323"/>
            </a:xfrm>
            <a:custGeom>
              <a:avLst/>
              <a:gdLst/>
              <a:ahLst/>
              <a:cxnLst/>
              <a:rect l="l" t="t" r="r" b="b"/>
              <a:pathLst>
                <a:path w="22" h="60" extrusionOk="0">
                  <a:moveTo>
                    <a:pt x="22" y="1"/>
                  </a:moveTo>
                  <a:cubicBezTo>
                    <a:pt x="23" y="0"/>
                    <a:pt x="24" y="16"/>
                    <a:pt x="18" y="33"/>
                  </a:cubicBezTo>
                  <a:cubicBezTo>
                    <a:pt x="11" y="50"/>
                    <a:pt x="0" y="61"/>
                    <a:pt x="0" y="60"/>
                  </a:cubicBezTo>
                  <a:cubicBezTo>
                    <a:pt x="-1" y="59"/>
                    <a:pt x="9" y="48"/>
                    <a:pt x="15" y="32"/>
                  </a:cubicBezTo>
                  <a:cubicBezTo>
                    <a:pt x="21" y="15"/>
                    <a:pt x="21" y="0"/>
                    <a:pt x="22" y="0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1950093" y="1846575"/>
              <a:ext cx="25509" cy="100212"/>
            </a:xfrm>
            <a:custGeom>
              <a:avLst/>
              <a:gdLst/>
              <a:ahLst/>
              <a:cxnLst/>
              <a:rect l="l" t="t" r="r" b="b"/>
              <a:pathLst>
                <a:path w="14" h="55" extrusionOk="0">
                  <a:moveTo>
                    <a:pt x="10" y="0"/>
                  </a:moveTo>
                  <a:cubicBezTo>
                    <a:pt x="11" y="-1"/>
                    <a:pt x="16" y="12"/>
                    <a:pt x="13" y="29"/>
                  </a:cubicBezTo>
                  <a:cubicBezTo>
                    <a:pt x="10" y="45"/>
                    <a:pt x="1" y="56"/>
                    <a:pt x="0" y="55"/>
                  </a:cubicBezTo>
                  <a:cubicBezTo>
                    <a:pt x="-1" y="55"/>
                    <a:pt x="6" y="44"/>
                    <a:pt x="9" y="28"/>
                  </a:cubicBezTo>
                  <a:cubicBezTo>
                    <a:pt x="12" y="13"/>
                    <a:pt x="9" y="0"/>
                    <a:pt x="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1394368" y="3262306"/>
              <a:ext cx="854543" cy="2011538"/>
            </a:xfrm>
            <a:custGeom>
              <a:avLst/>
              <a:gdLst/>
              <a:ahLst/>
              <a:cxnLst/>
              <a:rect l="l" t="t" r="r" b="b"/>
              <a:pathLst>
                <a:path w="469" h="1104" extrusionOk="0">
                  <a:moveTo>
                    <a:pt x="269" y="239"/>
                  </a:moveTo>
                  <a:lnTo>
                    <a:pt x="304" y="580"/>
                  </a:lnTo>
                  <a:lnTo>
                    <a:pt x="329" y="1094"/>
                  </a:lnTo>
                  <a:lnTo>
                    <a:pt x="465" y="1094"/>
                  </a:lnTo>
                  <a:lnTo>
                    <a:pt x="469" y="0"/>
                  </a:lnTo>
                  <a:lnTo>
                    <a:pt x="80" y="28"/>
                  </a:lnTo>
                  <a:lnTo>
                    <a:pt x="0" y="602"/>
                  </a:lnTo>
                  <a:lnTo>
                    <a:pt x="70" y="1104"/>
                  </a:lnTo>
                  <a:lnTo>
                    <a:pt x="218" y="1104"/>
                  </a:lnTo>
                  <a:lnTo>
                    <a:pt x="184" y="626"/>
                  </a:lnTo>
                  <a:lnTo>
                    <a:pt x="269" y="2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1784287" y="3697775"/>
              <a:ext cx="100213" cy="89280"/>
            </a:xfrm>
            <a:custGeom>
              <a:avLst/>
              <a:gdLst/>
              <a:ahLst/>
              <a:cxnLst/>
              <a:rect l="l" t="t" r="r" b="b"/>
              <a:pathLst>
                <a:path w="55" h="49" extrusionOk="0">
                  <a:moveTo>
                    <a:pt x="55" y="0"/>
                  </a:moveTo>
                  <a:cubicBezTo>
                    <a:pt x="55" y="0"/>
                    <a:pt x="43" y="12"/>
                    <a:pt x="28" y="26"/>
                  </a:cubicBezTo>
                  <a:cubicBezTo>
                    <a:pt x="13" y="39"/>
                    <a:pt x="0" y="50"/>
                    <a:pt x="0" y="49"/>
                  </a:cubicBezTo>
                  <a:cubicBezTo>
                    <a:pt x="-1" y="49"/>
                    <a:pt x="10" y="37"/>
                    <a:pt x="26" y="23"/>
                  </a:cubicBezTo>
                  <a:cubicBezTo>
                    <a:pt x="40" y="10"/>
                    <a:pt x="54" y="-1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1880855" y="3524681"/>
              <a:ext cx="9110" cy="160340"/>
            </a:xfrm>
            <a:custGeom>
              <a:avLst/>
              <a:gdLst/>
              <a:ahLst/>
              <a:cxnLst/>
              <a:rect l="l" t="t" r="r" b="b"/>
              <a:pathLst>
                <a:path w="5" h="88" extrusionOk="0">
                  <a:moveTo>
                    <a:pt x="1" y="88"/>
                  </a:moveTo>
                  <a:cubicBezTo>
                    <a:pt x="0" y="88"/>
                    <a:pt x="1" y="68"/>
                    <a:pt x="2" y="44"/>
                  </a:cubicBezTo>
                  <a:cubicBezTo>
                    <a:pt x="3" y="20"/>
                    <a:pt x="4" y="0"/>
                    <a:pt x="4" y="0"/>
                  </a:cubicBezTo>
                  <a:cubicBezTo>
                    <a:pt x="5" y="0"/>
                    <a:pt x="6" y="20"/>
                    <a:pt x="5" y="44"/>
                  </a:cubicBezTo>
                  <a:cubicBezTo>
                    <a:pt x="4" y="68"/>
                    <a:pt x="2" y="88"/>
                    <a:pt x="1" y="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1964670" y="3442689"/>
              <a:ext cx="233223" cy="225934"/>
            </a:xfrm>
            <a:custGeom>
              <a:avLst/>
              <a:gdLst/>
              <a:ahLst/>
              <a:cxnLst/>
              <a:rect l="l" t="t" r="r" b="b"/>
              <a:pathLst>
                <a:path w="128" h="124" extrusionOk="0">
                  <a:moveTo>
                    <a:pt x="0" y="6"/>
                  </a:moveTo>
                  <a:cubicBezTo>
                    <a:pt x="0" y="6"/>
                    <a:pt x="1" y="5"/>
                    <a:pt x="2" y="5"/>
                  </a:cubicBezTo>
                  <a:cubicBezTo>
                    <a:pt x="4" y="5"/>
                    <a:pt x="6" y="5"/>
                    <a:pt x="9" y="5"/>
                  </a:cubicBezTo>
                  <a:cubicBezTo>
                    <a:pt x="15" y="5"/>
                    <a:pt x="24" y="4"/>
                    <a:pt x="35" y="4"/>
                  </a:cubicBezTo>
                  <a:cubicBezTo>
                    <a:pt x="57" y="3"/>
                    <a:pt x="89" y="1"/>
                    <a:pt x="127" y="0"/>
                  </a:cubicBezTo>
                  <a:lnTo>
                    <a:pt x="128" y="0"/>
                  </a:lnTo>
                  <a:lnTo>
                    <a:pt x="128" y="1"/>
                  </a:lnTo>
                  <a:cubicBezTo>
                    <a:pt x="128" y="30"/>
                    <a:pt x="128" y="63"/>
                    <a:pt x="128" y="97"/>
                  </a:cubicBezTo>
                  <a:lnTo>
                    <a:pt x="128" y="100"/>
                  </a:lnTo>
                  <a:lnTo>
                    <a:pt x="127" y="100"/>
                  </a:lnTo>
                  <a:cubicBezTo>
                    <a:pt x="107" y="109"/>
                    <a:pt x="86" y="117"/>
                    <a:pt x="68" y="124"/>
                  </a:cubicBezTo>
                  <a:lnTo>
                    <a:pt x="67" y="124"/>
                  </a:lnTo>
                  <a:lnTo>
                    <a:pt x="66" y="124"/>
                  </a:lnTo>
                  <a:cubicBezTo>
                    <a:pt x="47" y="118"/>
                    <a:pt x="30" y="111"/>
                    <a:pt x="13" y="106"/>
                  </a:cubicBezTo>
                  <a:lnTo>
                    <a:pt x="13" y="106"/>
                  </a:lnTo>
                  <a:lnTo>
                    <a:pt x="13" y="105"/>
                  </a:lnTo>
                  <a:cubicBezTo>
                    <a:pt x="9" y="75"/>
                    <a:pt x="5" y="50"/>
                    <a:pt x="3" y="32"/>
                  </a:cubicBezTo>
                  <a:cubicBezTo>
                    <a:pt x="2" y="24"/>
                    <a:pt x="1" y="17"/>
                    <a:pt x="1" y="12"/>
                  </a:cubicBezTo>
                  <a:cubicBezTo>
                    <a:pt x="0" y="8"/>
                    <a:pt x="0" y="5"/>
                    <a:pt x="0" y="6"/>
                  </a:cubicBezTo>
                  <a:lnTo>
                    <a:pt x="0" y="8"/>
                  </a:lnTo>
                  <a:cubicBezTo>
                    <a:pt x="1" y="9"/>
                    <a:pt x="1" y="11"/>
                    <a:pt x="1" y="13"/>
                  </a:cubicBezTo>
                  <a:cubicBezTo>
                    <a:pt x="2" y="18"/>
                    <a:pt x="3" y="25"/>
                    <a:pt x="5" y="33"/>
                  </a:cubicBezTo>
                  <a:cubicBezTo>
                    <a:pt x="7" y="51"/>
                    <a:pt x="11" y="75"/>
                    <a:pt x="15" y="104"/>
                  </a:cubicBezTo>
                  <a:lnTo>
                    <a:pt x="14" y="103"/>
                  </a:lnTo>
                  <a:cubicBezTo>
                    <a:pt x="31" y="109"/>
                    <a:pt x="48" y="115"/>
                    <a:pt x="67" y="121"/>
                  </a:cubicBezTo>
                  <a:lnTo>
                    <a:pt x="66" y="121"/>
                  </a:lnTo>
                  <a:cubicBezTo>
                    <a:pt x="85" y="114"/>
                    <a:pt x="105" y="105"/>
                    <a:pt x="126" y="97"/>
                  </a:cubicBezTo>
                  <a:lnTo>
                    <a:pt x="125" y="99"/>
                  </a:lnTo>
                  <a:lnTo>
                    <a:pt x="125" y="97"/>
                  </a:lnTo>
                  <a:cubicBezTo>
                    <a:pt x="125" y="63"/>
                    <a:pt x="125" y="30"/>
                    <a:pt x="125" y="1"/>
                  </a:cubicBezTo>
                  <a:lnTo>
                    <a:pt x="127" y="3"/>
                  </a:lnTo>
                  <a:cubicBezTo>
                    <a:pt x="90" y="4"/>
                    <a:pt x="58" y="5"/>
                    <a:pt x="36" y="5"/>
                  </a:cubicBezTo>
                  <a:cubicBezTo>
                    <a:pt x="25" y="5"/>
                    <a:pt x="16" y="5"/>
                    <a:pt x="10" y="6"/>
                  </a:cubicBezTo>
                  <a:cubicBezTo>
                    <a:pt x="7" y="6"/>
                    <a:pt x="5" y="6"/>
                    <a:pt x="3" y="6"/>
                  </a:cubicBezTo>
                  <a:cubicBezTo>
                    <a:pt x="1" y="6"/>
                    <a:pt x="0" y="6"/>
                    <a:pt x="0" y="5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1602081" y="3449977"/>
              <a:ext cx="218646" cy="251442"/>
            </a:xfrm>
            <a:custGeom>
              <a:avLst/>
              <a:gdLst/>
              <a:ahLst/>
              <a:cxnLst/>
              <a:rect l="l" t="t" r="r" b="b"/>
              <a:pathLst>
                <a:path w="120" h="138" extrusionOk="0">
                  <a:moveTo>
                    <a:pt x="3" y="3"/>
                  </a:moveTo>
                  <a:cubicBezTo>
                    <a:pt x="3" y="3"/>
                    <a:pt x="4" y="3"/>
                    <a:pt x="5" y="3"/>
                  </a:cubicBezTo>
                  <a:cubicBezTo>
                    <a:pt x="7" y="3"/>
                    <a:pt x="9" y="3"/>
                    <a:pt x="11" y="3"/>
                  </a:cubicBezTo>
                  <a:cubicBezTo>
                    <a:pt x="17" y="3"/>
                    <a:pt x="25" y="2"/>
                    <a:pt x="35" y="2"/>
                  </a:cubicBezTo>
                  <a:cubicBezTo>
                    <a:pt x="55" y="2"/>
                    <a:pt x="84" y="1"/>
                    <a:pt x="118" y="0"/>
                  </a:cubicBezTo>
                  <a:lnTo>
                    <a:pt x="120" y="0"/>
                  </a:lnTo>
                  <a:lnTo>
                    <a:pt x="120" y="2"/>
                  </a:lnTo>
                  <a:cubicBezTo>
                    <a:pt x="119" y="30"/>
                    <a:pt x="118" y="63"/>
                    <a:pt x="117" y="97"/>
                  </a:cubicBezTo>
                  <a:lnTo>
                    <a:pt x="117" y="98"/>
                  </a:lnTo>
                  <a:lnTo>
                    <a:pt x="116" y="99"/>
                  </a:lnTo>
                  <a:cubicBezTo>
                    <a:pt x="113" y="101"/>
                    <a:pt x="110" y="103"/>
                    <a:pt x="106" y="105"/>
                  </a:cubicBezTo>
                  <a:cubicBezTo>
                    <a:pt x="89" y="116"/>
                    <a:pt x="73" y="127"/>
                    <a:pt x="57" y="137"/>
                  </a:cubicBezTo>
                  <a:lnTo>
                    <a:pt x="56" y="138"/>
                  </a:lnTo>
                  <a:lnTo>
                    <a:pt x="56" y="137"/>
                  </a:lnTo>
                  <a:cubicBezTo>
                    <a:pt x="36" y="125"/>
                    <a:pt x="17" y="114"/>
                    <a:pt x="0" y="103"/>
                  </a:cubicBezTo>
                  <a:lnTo>
                    <a:pt x="0" y="103"/>
                  </a:lnTo>
                  <a:lnTo>
                    <a:pt x="0" y="102"/>
                  </a:lnTo>
                  <a:cubicBezTo>
                    <a:pt x="1" y="72"/>
                    <a:pt x="1" y="48"/>
                    <a:pt x="2" y="30"/>
                  </a:cubicBezTo>
                  <a:cubicBezTo>
                    <a:pt x="2" y="22"/>
                    <a:pt x="3" y="15"/>
                    <a:pt x="3" y="10"/>
                  </a:cubicBezTo>
                  <a:cubicBezTo>
                    <a:pt x="3" y="6"/>
                    <a:pt x="3" y="3"/>
                    <a:pt x="3" y="3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7"/>
                    <a:pt x="4" y="8"/>
                    <a:pt x="4" y="11"/>
                  </a:cubicBezTo>
                  <a:cubicBezTo>
                    <a:pt x="4" y="16"/>
                    <a:pt x="4" y="22"/>
                    <a:pt x="3" y="31"/>
                  </a:cubicBezTo>
                  <a:cubicBezTo>
                    <a:pt x="3" y="48"/>
                    <a:pt x="3" y="73"/>
                    <a:pt x="2" y="102"/>
                  </a:cubicBezTo>
                  <a:lnTo>
                    <a:pt x="2" y="101"/>
                  </a:lnTo>
                  <a:cubicBezTo>
                    <a:pt x="19" y="111"/>
                    <a:pt x="37" y="122"/>
                    <a:pt x="57" y="134"/>
                  </a:cubicBezTo>
                  <a:lnTo>
                    <a:pt x="56" y="134"/>
                  </a:lnTo>
                  <a:cubicBezTo>
                    <a:pt x="71" y="124"/>
                    <a:pt x="88" y="113"/>
                    <a:pt x="105" y="102"/>
                  </a:cubicBezTo>
                  <a:lnTo>
                    <a:pt x="114" y="96"/>
                  </a:lnTo>
                  <a:lnTo>
                    <a:pt x="114" y="97"/>
                  </a:lnTo>
                  <a:cubicBezTo>
                    <a:pt x="115" y="62"/>
                    <a:pt x="116" y="30"/>
                    <a:pt x="117" y="1"/>
                  </a:cubicBezTo>
                  <a:lnTo>
                    <a:pt x="119" y="3"/>
                  </a:lnTo>
                  <a:cubicBezTo>
                    <a:pt x="85" y="3"/>
                    <a:pt x="56" y="3"/>
                    <a:pt x="36" y="4"/>
                  </a:cubicBezTo>
                  <a:cubicBezTo>
                    <a:pt x="26" y="4"/>
                    <a:pt x="18" y="4"/>
                    <a:pt x="12" y="4"/>
                  </a:cubicBezTo>
                  <a:cubicBezTo>
                    <a:pt x="9" y="4"/>
                    <a:pt x="7" y="4"/>
                    <a:pt x="6" y="3"/>
                  </a:cubicBezTo>
                  <a:cubicBezTo>
                    <a:pt x="4" y="3"/>
                    <a:pt x="3" y="3"/>
                    <a:pt x="3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1946449" y="3706885"/>
              <a:ext cx="225935" cy="30975"/>
            </a:xfrm>
            <a:custGeom>
              <a:avLst/>
              <a:gdLst/>
              <a:ahLst/>
              <a:cxnLst/>
              <a:rect l="l" t="t" r="r" b="b"/>
              <a:pathLst>
                <a:path w="124" h="17" extrusionOk="0">
                  <a:moveTo>
                    <a:pt x="124" y="17"/>
                  </a:moveTo>
                  <a:cubicBezTo>
                    <a:pt x="124" y="17"/>
                    <a:pt x="116" y="17"/>
                    <a:pt x="105" y="16"/>
                  </a:cubicBezTo>
                  <a:cubicBezTo>
                    <a:pt x="93" y="15"/>
                    <a:pt x="79" y="14"/>
                    <a:pt x="61" y="12"/>
                  </a:cubicBezTo>
                  <a:cubicBezTo>
                    <a:pt x="44" y="9"/>
                    <a:pt x="29" y="7"/>
                    <a:pt x="18" y="5"/>
                  </a:cubicBezTo>
                  <a:cubicBezTo>
                    <a:pt x="6" y="3"/>
                    <a:pt x="0" y="1"/>
                    <a:pt x="0" y="1"/>
                  </a:cubicBezTo>
                  <a:cubicBezTo>
                    <a:pt x="0" y="0"/>
                    <a:pt x="7" y="1"/>
                    <a:pt x="18" y="2"/>
                  </a:cubicBezTo>
                  <a:cubicBezTo>
                    <a:pt x="30" y="4"/>
                    <a:pt x="45" y="6"/>
                    <a:pt x="62" y="8"/>
                  </a:cubicBezTo>
                  <a:cubicBezTo>
                    <a:pt x="78" y="10"/>
                    <a:pt x="93" y="12"/>
                    <a:pt x="106" y="14"/>
                  </a:cubicBezTo>
                  <a:cubicBezTo>
                    <a:pt x="117" y="15"/>
                    <a:pt x="124" y="16"/>
                    <a:pt x="124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1997466" y="4295407"/>
              <a:ext cx="169451" cy="151230"/>
            </a:xfrm>
            <a:custGeom>
              <a:avLst/>
              <a:gdLst/>
              <a:ahLst/>
              <a:cxnLst/>
              <a:rect l="l" t="t" r="r" b="b"/>
              <a:pathLst>
                <a:path w="93" h="83" extrusionOk="0">
                  <a:moveTo>
                    <a:pt x="93" y="74"/>
                  </a:moveTo>
                  <a:cubicBezTo>
                    <a:pt x="93" y="74"/>
                    <a:pt x="92" y="76"/>
                    <a:pt x="89" y="78"/>
                  </a:cubicBezTo>
                  <a:cubicBezTo>
                    <a:pt x="87" y="81"/>
                    <a:pt x="82" y="83"/>
                    <a:pt x="76" y="83"/>
                  </a:cubicBezTo>
                  <a:cubicBezTo>
                    <a:pt x="69" y="83"/>
                    <a:pt x="62" y="80"/>
                    <a:pt x="55" y="75"/>
                  </a:cubicBezTo>
                  <a:cubicBezTo>
                    <a:pt x="49" y="70"/>
                    <a:pt x="43" y="64"/>
                    <a:pt x="37" y="57"/>
                  </a:cubicBezTo>
                  <a:cubicBezTo>
                    <a:pt x="25" y="43"/>
                    <a:pt x="15" y="29"/>
                    <a:pt x="9" y="18"/>
                  </a:cubicBezTo>
                  <a:cubicBezTo>
                    <a:pt x="3" y="8"/>
                    <a:pt x="0" y="1"/>
                    <a:pt x="1" y="0"/>
                  </a:cubicBezTo>
                  <a:cubicBezTo>
                    <a:pt x="1" y="0"/>
                    <a:pt x="4" y="7"/>
                    <a:pt x="11" y="17"/>
                  </a:cubicBezTo>
                  <a:cubicBezTo>
                    <a:pt x="17" y="27"/>
                    <a:pt x="27" y="41"/>
                    <a:pt x="39" y="55"/>
                  </a:cubicBezTo>
                  <a:cubicBezTo>
                    <a:pt x="45" y="62"/>
                    <a:pt x="51" y="68"/>
                    <a:pt x="57" y="73"/>
                  </a:cubicBezTo>
                  <a:cubicBezTo>
                    <a:pt x="63" y="78"/>
                    <a:pt x="70" y="81"/>
                    <a:pt x="76" y="81"/>
                  </a:cubicBezTo>
                  <a:cubicBezTo>
                    <a:pt x="81" y="81"/>
                    <a:pt x="86" y="79"/>
                    <a:pt x="89" y="77"/>
                  </a:cubicBezTo>
                  <a:cubicBezTo>
                    <a:pt x="91" y="76"/>
                    <a:pt x="92" y="74"/>
                    <a:pt x="9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1521911" y="4384687"/>
              <a:ext cx="156697" cy="100212"/>
            </a:xfrm>
            <a:custGeom>
              <a:avLst/>
              <a:gdLst/>
              <a:ahLst/>
              <a:cxnLst/>
              <a:rect l="l" t="t" r="r" b="b"/>
              <a:pathLst>
                <a:path w="86" h="55" extrusionOk="0">
                  <a:moveTo>
                    <a:pt x="86" y="37"/>
                  </a:moveTo>
                  <a:cubicBezTo>
                    <a:pt x="86" y="37"/>
                    <a:pt x="86" y="39"/>
                    <a:pt x="84" y="41"/>
                  </a:cubicBezTo>
                  <a:cubicBezTo>
                    <a:pt x="82" y="44"/>
                    <a:pt x="79" y="47"/>
                    <a:pt x="75" y="50"/>
                  </a:cubicBezTo>
                  <a:cubicBezTo>
                    <a:pt x="70" y="53"/>
                    <a:pt x="63" y="55"/>
                    <a:pt x="56" y="55"/>
                  </a:cubicBezTo>
                  <a:cubicBezTo>
                    <a:pt x="49" y="55"/>
                    <a:pt x="41" y="53"/>
                    <a:pt x="34" y="48"/>
                  </a:cubicBezTo>
                  <a:cubicBezTo>
                    <a:pt x="19" y="39"/>
                    <a:pt x="12" y="25"/>
                    <a:pt x="7" y="16"/>
                  </a:cubicBezTo>
                  <a:cubicBezTo>
                    <a:pt x="2" y="6"/>
                    <a:pt x="0" y="0"/>
                    <a:pt x="0" y="0"/>
                  </a:cubicBezTo>
                  <a:cubicBezTo>
                    <a:pt x="0" y="0"/>
                    <a:pt x="3" y="6"/>
                    <a:pt x="9" y="15"/>
                  </a:cubicBezTo>
                  <a:cubicBezTo>
                    <a:pt x="14" y="24"/>
                    <a:pt x="22" y="37"/>
                    <a:pt x="35" y="45"/>
                  </a:cubicBezTo>
                  <a:cubicBezTo>
                    <a:pt x="42" y="50"/>
                    <a:pt x="49" y="52"/>
                    <a:pt x="56" y="52"/>
                  </a:cubicBezTo>
                  <a:cubicBezTo>
                    <a:pt x="63" y="52"/>
                    <a:pt x="69" y="51"/>
                    <a:pt x="73" y="48"/>
                  </a:cubicBezTo>
                  <a:cubicBezTo>
                    <a:pt x="83" y="43"/>
                    <a:pt x="85" y="37"/>
                    <a:pt x="8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1541954" y="4359178"/>
              <a:ext cx="153052" cy="23687"/>
            </a:xfrm>
            <a:custGeom>
              <a:avLst/>
              <a:gdLst/>
              <a:ahLst/>
              <a:cxnLst/>
              <a:rect l="l" t="t" r="r" b="b"/>
              <a:pathLst>
                <a:path w="84" h="13" extrusionOk="0">
                  <a:moveTo>
                    <a:pt x="84" y="0"/>
                  </a:moveTo>
                  <a:cubicBezTo>
                    <a:pt x="84" y="0"/>
                    <a:pt x="80" y="3"/>
                    <a:pt x="72" y="6"/>
                  </a:cubicBezTo>
                  <a:cubicBezTo>
                    <a:pt x="65" y="9"/>
                    <a:pt x="54" y="12"/>
                    <a:pt x="42" y="13"/>
                  </a:cubicBezTo>
                  <a:cubicBezTo>
                    <a:pt x="30" y="13"/>
                    <a:pt x="19" y="11"/>
                    <a:pt x="11" y="9"/>
                  </a:cubicBezTo>
                  <a:cubicBezTo>
                    <a:pt x="4" y="6"/>
                    <a:pt x="-1" y="3"/>
                    <a:pt x="0" y="3"/>
                  </a:cubicBezTo>
                  <a:cubicBezTo>
                    <a:pt x="0" y="2"/>
                    <a:pt x="18" y="11"/>
                    <a:pt x="42" y="9"/>
                  </a:cubicBezTo>
                  <a:cubicBezTo>
                    <a:pt x="66" y="9"/>
                    <a:pt x="83" y="-1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021153" y="1855685"/>
              <a:ext cx="734287" cy="712420"/>
            </a:xfrm>
            <a:custGeom>
              <a:avLst/>
              <a:gdLst/>
              <a:ahLst/>
              <a:cxnLst/>
              <a:rect l="l" t="t" r="r" b="b"/>
              <a:pathLst>
                <a:path w="403" h="391" extrusionOk="0">
                  <a:moveTo>
                    <a:pt x="262" y="169"/>
                  </a:moveTo>
                  <a:lnTo>
                    <a:pt x="64" y="169"/>
                  </a:lnTo>
                  <a:cubicBezTo>
                    <a:pt x="64" y="169"/>
                    <a:pt x="37" y="154"/>
                    <a:pt x="24" y="157"/>
                  </a:cubicBezTo>
                  <a:cubicBezTo>
                    <a:pt x="11" y="159"/>
                    <a:pt x="0" y="173"/>
                    <a:pt x="0" y="173"/>
                  </a:cubicBezTo>
                  <a:lnTo>
                    <a:pt x="26" y="391"/>
                  </a:lnTo>
                  <a:lnTo>
                    <a:pt x="90" y="343"/>
                  </a:lnTo>
                  <a:lnTo>
                    <a:pt x="328" y="319"/>
                  </a:lnTo>
                  <a:cubicBezTo>
                    <a:pt x="349" y="318"/>
                    <a:pt x="369" y="310"/>
                    <a:pt x="383" y="295"/>
                  </a:cubicBezTo>
                  <a:lnTo>
                    <a:pt x="383" y="295"/>
                  </a:lnTo>
                  <a:cubicBezTo>
                    <a:pt x="398" y="278"/>
                    <a:pt x="406" y="256"/>
                    <a:pt x="403" y="234"/>
                  </a:cubicBezTo>
                  <a:lnTo>
                    <a:pt x="359" y="0"/>
                  </a:lnTo>
                  <a:lnTo>
                    <a:pt x="268" y="2"/>
                  </a:lnTo>
                  <a:lnTo>
                    <a:pt x="265" y="62"/>
                  </a:lnTo>
                  <a:lnTo>
                    <a:pt x="262" y="1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</a:t>
              </a: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1162967" y="2263824"/>
              <a:ext cx="368055" cy="714242"/>
            </a:xfrm>
            <a:custGeom>
              <a:avLst/>
              <a:gdLst/>
              <a:ahLst/>
              <a:cxnLst/>
              <a:rect l="l" t="t" r="r" b="b"/>
              <a:pathLst>
                <a:path w="202" h="392" extrusionOk="0">
                  <a:moveTo>
                    <a:pt x="189" y="0"/>
                  </a:moveTo>
                  <a:cubicBezTo>
                    <a:pt x="189" y="0"/>
                    <a:pt x="157" y="18"/>
                    <a:pt x="141" y="56"/>
                  </a:cubicBezTo>
                  <a:cubicBezTo>
                    <a:pt x="129" y="83"/>
                    <a:pt x="51" y="222"/>
                    <a:pt x="9" y="294"/>
                  </a:cubicBezTo>
                  <a:cubicBezTo>
                    <a:pt x="-6" y="320"/>
                    <a:pt x="-2" y="353"/>
                    <a:pt x="19" y="375"/>
                  </a:cubicBezTo>
                  <a:lnTo>
                    <a:pt x="19" y="375"/>
                  </a:lnTo>
                  <a:cubicBezTo>
                    <a:pt x="44" y="402"/>
                    <a:pt x="74" y="391"/>
                    <a:pt x="111" y="379"/>
                  </a:cubicBezTo>
                  <a:cubicBezTo>
                    <a:pt x="128" y="374"/>
                    <a:pt x="202" y="260"/>
                    <a:pt x="202" y="260"/>
                  </a:cubicBezTo>
                  <a:lnTo>
                    <a:pt x="1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1487292" y="2156323"/>
              <a:ext cx="767084" cy="1202550"/>
            </a:xfrm>
            <a:custGeom>
              <a:avLst/>
              <a:gdLst/>
              <a:ahLst/>
              <a:cxnLst/>
              <a:rect l="l" t="t" r="r" b="b"/>
              <a:pathLst>
                <a:path w="421" h="660" extrusionOk="0">
                  <a:moveTo>
                    <a:pt x="45" y="553"/>
                  </a:moveTo>
                  <a:lnTo>
                    <a:pt x="0" y="163"/>
                  </a:lnTo>
                  <a:lnTo>
                    <a:pt x="11" y="59"/>
                  </a:lnTo>
                  <a:lnTo>
                    <a:pt x="126" y="10"/>
                  </a:lnTo>
                  <a:lnTo>
                    <a:pt x="275" y="0"/>
                  </a:lnTo>
                  <a:lnTo>
                    <a:pt x="418" y="16"/>
                  </a:lnTo>
                  <a:lnTo>
                    <a:pt x="384" y="416"/>
                  </a:lnTo>
                  <a:lnTo>
                    <a:pt x="421" y="642"/>
                  </a:lnTo>
                  <a:lnTo>
                    <a:pt x="22" y="660"/>
                  </a:lnTo>
                  <a:lnTo>
                    <a:pt x="45" y="5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1487292" y="2453317"/>
              <a:ext cx="81992" cy="708776"/>
            </a:xfrm>
            <a:custGeom>
              <a:avLst/>
              <a:gdLst/>
              <a:ahLst/>
              <a:cxnLst/>
              <a:rect l="l" t="t" r="r" b="b"/>
              <a:pathLst>
                <a:path w="45" h="389" extrusionOk="0">
                  <a:moveTo>
                    <a:pt x="45" y="389"/>
                  </a:moveTo>
                  <a:cubicBezTo>
                    <a:pt x="44" y="389"/>
                    <a:pt x="33" y="302"/>
                    <a:pt x="21" y="195"/>
                  </a:cubicBezTo>
                  <a:cubicBezTo>
                    <a:pt x="8" y="87"/>
                    <a:pt x="-1" y="0"/>
                    <a:pt x="0" y="0"/>
                  </a:cubicBezTo>
                  <a:cubicBezTo>
                    <a:pt x="1" y="0"/>
                    <a:pt x="11" y="87"/>
                    <a:pt x="24" y="194"/>
                  </a:cubicBezTo>
                  <a:cubicBezTo>
                    <a:pt x="36" y="301"/>
                    <a:pt x="46" y="389"/>
                    <a:pt x="45" y="3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2185138" y="2345816"/>
              <a:ext cx="58306" cy="624961"/>
            </a:xfrm>
            <a:custGeom>
              <a:avLst/>
              <a:gdLst/>
              <a:ahLst/>
              <a:cxnLst/>
              <a:rect l="l" t="t" r="r" b="b"/>
              <a:pathLst>
                <a:path w="32" h="343" extrusionOk="0">
                  <a:moveTo>
                    <a:pt x="32" y="0"/>
                  </a:moveTo>
                  <a:cubicBezTo>
                    <a:pt x="32" y="0"/>
                    <a:pt x="32" y="1"/>
                    <a:pt x="32" y="3"/>
                  </a:cubicBezTo>
                  <a:cubicBezTo>
                    <a:pt x="31" y="6"/>
                    <a:pt x="31" y="9"/>
                    <a:pt x="31" y="13"/>
                  </a:cubicBezTo>
                  <a:cubicBezTo>
                    <a:pt x="30" y="22"/>
                    <a:pt x="29" y="35"/>
                    <a:pt x="27" y="50"/>
                  </a:cubicBezTo>
                  <a:cubicBezTo>
                    <a:pt x="24" y="81"/>
                    <a:pt x="20" y="124"/>
                    <a:pt x="15" y="171"/>
                  </a:cubicBezTo>
                  <a:cubicBezTo>
                    <a:pt x="10" y="219"/>
                    <a:pt x="7" y="262"/>
                    <a:pt x="4" y="293"/>
                  </a:cubicBezTo>
                  <a:cubicBezTo>
                    <a:pt x="3" y="308"/>
                    <a:pt x="2" y="320"/>
                    <a:pt x="2" y="330"/>
                  </a:cubicBezTo>
                  <a:cubicBezTo>
                    <a:pt x="1" y="334"/>
                    <a:pt x="1" y="337"/>
                    <a:pt x="1" y="340"/>
                  </a:cubicBezTo>
                  <a:cubicBezTo>
                    <a:pt x="1" y="342"/>
                    <a:pt x="1" y="343"/>
                    <a:pt x="0" y="343"/>
                  </a:cubicBezTo>
                  <a:cubicBezTo>
                    <a:pt x="0" y="343"/>
                    <a:pt x="0" y="342"/>
                    <a:pt x="0" y="340"/>
                  </a:cubicBezTo>
                  <a:cubicBezTo>
                    <a:pt x="0" y="337"/>
                    <a:pt x="0" y="334"/>
                    <a:pt x="0" y="329"/>
                  </a:cubicBezTo>
                  <a:cubicBezTo>
                    <a:pt x="1" y="321"/>
                    <a:pt x="1" y="308"/>
                    <a:pt x="2" y="293"/>
                  </a:cubicBezTo>
                  <a:cubicBezTo>
                    <a:pt x="4" y="261"/>
                    <a:pt x="7" y="218"/>
                    <a:pt x="12" y="171"/>
                  </a:cubicBezTo>
                  <a:cubicBezTo>
                    <a:pt x="16" y="124"/>
                    <a:pt x="21" y="81"/>
                    <a:pt x="25" y="50"/>
                  </a:cubicBezTo>
                  <a:cubicBezTo>
                    <a:pt x="27" y="34"/>
                    <a:pt x="28" y="22"/>
                    <a:pt x="29" y="13"/>
                  </a:cubicBezTo>
                  <a:cubicBezTo>
                    <a:pt x="30" y="9"/>
                    <a:pt x="31" y="6"/>
                    <a:pt x="31" y="3"/>
                  </a:cubicBezTo>
                  <a:cubicBezTo>
                    <a:pt x="31" y="1"/>
                    <a:pt x="32" y="0"/>
                    <a:pt x="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1698650" y="3052771"/>
              <a:ext cx="419072" cy="142120"/>
            </a:xfrm>
            <a:custGeom>
              <a:avLst/>
              <a:gdLst/>
              <a:ahLst/>
              <a:cxnLst/>
              <a:rect l="l" t="t" r="r" b="b"/>
              <a:pathLst>
                <a:path w="230" h="78" extrusionOk="0">
                  <a:moveTo>
                    <a:pt x="230" y="0"/>
                  </a:moveTo>
                  <a:cubicBezTo>
                    <a:pt x="230" y="0"/>
                    <a:pt x="228" y="3"/>
                    <a:pt x="224" y="8"/>
                  </a:cubicBezTo>
                  <a:cubicBezTo>
                    <a:pt x="222" y="10"/>
                    <a:pt x="219" y="13"/>
                    <a:pt x="216" y="16"/>
                  </a:cubicBezTo>
                  <a:cubicBezTo>
                    <a:pt x="212" y="19"/>
                    <a:pt x="209" y="23"/>
                    <a:pt x="204" y="26"/>
                  </a:cubicBezTo>
                  <a:cubicBezTo>
                    <a:pt x="200" y="30"/>
                    <a:pt x="195" y="34"/>
                    <a:pt x="189" y="38"/>
                  </a:cubicBezTo>
                  <a:cubicBezTo>
                    <a:pt x="184" y="42"/>
                    <a:pt x="177" y="45"/>
                    <a:pt x="171" y="49"/>
                  </a:cubicBezTo>
                  <a:cubicBezTo>
                    <a:pt x="158" y="56"/>
                    <a:pt x="142" y="63"/>
                    <a:pt x="125" y="68"/>
                  </a:cubicBezTo>
                  <a:cubicBezTo>
                    <a:pt x="108" y="73"/>
                    <a:pt x="92" y="76"/>
                    <a:pt x="77" y="77"/>
                  </a:cubicBezTo>
                  <a:cubicBezTo>
                    <a:pt x="69" y="78"/>
                    <a:pt x="62" y="78"/>
                    <a:pt x="55" y="78"/>
                  </a:cubicBezTo>
                  <a:cubicBezTo>
                    <a:pt x="48" y="78"/>
                    <a:pt x="42" y="77"/>
                    <a:pt x="36" y="77"/>
                  </a:cubicBezTo>
                  <a:cubicBezTo>
                    <a:pt x="31" y="76"/>
                    <a:pt x="25" y="75"/>
                    <a:pt x="21" y="74"/>
                  </a:cubicBezTo>
                  <a:cubicBezTo>
                    <a:pt x="16" y="73"/>
                    <a:pt x="13" y="72"/>
                    <a:pt x="10" y="71"/>
                  </a:cubicBezTo>
                  <a:cubicBezTo>
                    <a:pt x="3" y="70"/>
                    <a:pt x="0" y="69"/>
                    <a:pt x="0" y="68"/>
                  </a:cubicBezTo>
                  <a:cubicBezTo>
                    <a:pt x="0" y="68"/>
                    <a:pt x="14" y="72"/>
                    <a:pt x="37" y="74"/>
                  </a:cubicBezTo>
                  <a:cubicBezTo>
                    <a:pt x="42" y="75"/>
                    <a:pt x="48" y="75"/>
                    <a:pt x="55" y="75"/>
                  </a:cubicBezTo>
                  <a:cubicBezTo>
                    <a:pt x="62" y="75"/>
                    <a:pt x="69" y="75"/>
                    <a:pt x="76" y="74"/>
                  </a:cubicBezTo>
                  <a:cubicBezTo>
                    <a:pt x="91" y="73"/>
                    <a:pt x="108" y="70"/>
                    <a:pt x="124" y="65"/>
                  </a:cubicBezTo>
                  <a:cubicBezTo>
                    <a:pt x="141" y="60"/>
                    <a:pt x="156" y="54"/>
                    <a:pt x="170" y="47"/>
                  </a:cubicBezTo>
                  <a:cubicBezTo>
                    <a:pt x="176" y="43"/>
                    <a:pt x="182" y="39"/>
                    <a:pt x="188" y="36"/>
                  </a:cubicBezTo>
                  <a:cubicBezTo>
                    <a:pt x="193" y="32"/>
                    <a:pt x="198" y="28"/>
                    <a:pt x="203" y="25"/>
                  </a:cubicBezTo>
                  <a:cubicBezTo>
                    <a:pt x="221" y="10"/>
                    <a:pt x="230" y="-1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2163273" y="2178188"/>
              <a:ext cx="67416" cy="94746"/>
            </a:xfrm>
            <a:custGeom>
              <a:avLst/>
              <a:gdLst/>
              <a:ahLst/>
              <a:cxnLst/>
              <a:rect l="l" t="t" r="r" b="b"/>
              <a:pathLst>
                <a:path w="37" h="52" extrusionOk="0">
                  <a:moveTo>
                    <a:pt x="0" y="0"/>
                  </a:moveTo>
                  <a:cubicBezTo>
                    <a:pt x="0" y="0"/>
                    <a:pt x="15" y="6"/>
                    <a:pt x="26" y="21"/>
                  </a:cubicBezTo>
                  <a:cubicBezTo>
                    <a:pt x="37" y="36"/>
                    <a:pt x="38" y="52"/>
                    <a:pt x="37" y="52"/>
                  </a:cubicBezTo>
                  <a:cubicBezTo>
                    <a:pt x="36" y="52"/>
                    <a:pt x="34" y="37"/>
                    <a:pt x="23" y="23"/>
                  </a:cubicBezTo>
                  <a:cubicBezTo>
                    <a:pt x="13" y="8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1483648" y="2163611"/>
              <a:ext cx="654117" cy="160340"/>
            </a:xfrm>
            <a:custGeom>
              <a:avLst/>
              <a:gdLst/>
              <a:ahLst/>
              <a:cxnLst/>
              <a:rect l="l" t="t" r="r" b="b"/>
              <a:pathLst>
                <a:path w="359" h="88" extrusionOk="0">
                  <a:moveTo>
                    <a:pt x="359" y="4"/>
                  </a:moveTo>
                  <a:cubicBezTo>
                    <a:pt x="359" y="4"/>
                    <a:pt x="358" y="3"/>
                    <a:pt x="356" y="2"/>
                  </a:cubicBezTo>
                  <a:cubicBezTo>
                    <a:pt x="354" y="1"/>
                    <a:pt x="350" y="0"/>
                    <a:pt x="345" y="1"/>
                  </a:cubicBezTo>
                  <a:cubicBezTo>
                    <a:pt x="341" y="2"/>
                    <a:pt x="335" y="5"/>
                    <a:pt x="331" y="10"/>
                  </a:cubicBezTo>
                  <a:cubicBezTo>
                    <a:pt x="326" y="15"/>
                    <a:pt x="321" y="21"/>
                    <a:pt x="314" y="27"/>
                  </a:cubicBezTo>
                  <a:cubicBezTo>
                    <a:pt x="307" y="32"/>
                    <a:pt x="298" y="34"/>
                    <a:pt x="288" y="35"/>
                  </a:cubicBezTo>
                  <a:cubicBezTo>
                    <a:pt x="277" y="35"/>
                    <a:pt x="267" y="34"/>
                    <a:pt x="255" y="34"/>
                  </a:cubicBezTo>
                  <a:cubicBezTo>
                    <a:pt x="233" y="33"/>
                    <a:pt x="208" y="34"/>
                    <a:pt x="181" y="36"/>
                  </a:cubicBezTo>
                  <a:cubicBezTo>
                    <a:pt x="129" y="40"/>
                    <a:pt x="83" y="52"/>
                    <a:pt x="51" y="64"/>
                  </a:cubicBezTo>
                  <a:cubicBezTo>
                    <a:pt x="35" y="71"/>
                    <a:pt x="22" y="77"/>
                    <a:pt x="14" y="81"/>
                  </a:cubicBezTo>
                  <a:cubicBezTo>
                    <a:pt x="10" y="83"/>
                    <a:pt x="6" y="85"/>
                    <a:pt x="4" y="86"/>
                  </a:cubicBezTo>
                  <a:cubicBezTo>
                    <a:pt x="2" y="87"/>
                    <a:pt x="0" y="88"/>
                    <a:pt x="0" y="88"/>
                  </a:cubicBezTo>
                  <a:cubicBezTo>
                    <a:pt x="0" y="88"/>
                    <a:pt x="1" y="87"/>
                    <a:pt x="4" y="86"/>
                  </a:cubicBezTo>
                  <a:cubicBezTo>
                    <a:pt x="6" y="85"/>
                    <a:pt x="9" y="83"/>
                    <a:pt x="13" y="81"/>
                  </a:cubicBezTo>
                  <a:cubicBezTo>
                    <a:pt x="22" y="76"/>
                    <a:pt x="34" y="70"/>
                    <a:pt x="50" y="64"/>
                  </a:cubicBezTo>
                  <a:cubicBezTo>
                    <a:pt x="82" y="51"/>
                    <a:pt x="129" y="39"/>
                    <a:pt x="181" y="34"/>
                  </a:cubicBezTo>
                  <a:cubicBezTo>
                    <a:pt x="207" y="32"/>
                    <a:pt x="233" y="32"/>
                    <a:pt x="255" y="33"/>
                  </a:cubicBezTo>
                  <a:cubicBezTo>
                    <a:pt x="267" y="33"/>
                    <a:pt x="277" y="34"/>
                    <a:pt x="287" y="34"/>
                  </a:cubicBezTo>
                  <a:cubicBezTo>
                    <a:pt x="297" y="33"/>
                    <a:pt x="307" y="31"/>
                    <a:pt x="314" y="26"/>
                  </a:cubicBezTo>
                  <a:cubicBezTo>
                    <a:pt x="321" y="21"/>
                    <a:pt x="325" y="14"/>
                    <a:pt x="330" y="10"/>
                  </a:cubicBezTo>
                  <a:cubicBezTo>
                    <a:pt x="335" y="5"/>
                    <a:pt x="340" y="2"/>
                    <a:pt x="345" y="1"/>
                  </a:cubicBezTo>
                  <a:cubicBezTo>
                    <a:pt x="350" y="0"/>
                    <a:pt x="354" y="1"/>
                    <a:pt x="356" y="2"/>
                  </a:cubicBezTo>
                  <a:cubicBezTo>
                    <a:pt x="358" y="3"/>
                    <a:pt x="359" y="4"/>
                    <a:pt x="359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6"/>
            <p:cNvSpPr/>
            <p:nvPr/>
          </p:nvSpPr>
          <p:spPr>
            <a:xfrm>
              <a:off x="1498225" y="2313019"/>
              <a:ext cx="721533" cy="118433"/>
            </a:xfrm>
            <a:custGeom>
              <a:avLst/>
              <a:gdLst/>
              <a:ahLst/>
              <a:cxnLst/>
              <a:rect l="l" t="t" r="r" b="b"/>
              <a:pathLst>
                <a:path w="396" h="65" extrusionOk="0">
                  <a:moveTo>
                    <a:pt x="396" y="2"/>
                  </a:moveTo>
                  <a:cubicBezTo>
                    <a:pt x="396" y="2"/>
                    <a:pt x="395" y="1"/>
                    <a:pt x="392" y="1"/>
                  </a:cubicBezTo>
                  <a:cubicBezTo>
                    <a:pt x="389" y="1"/>
                    <a:pt x="386" y="0"/>
                    <a:pt x="380" y="1"/>
                  </a:cubicBezTo>
                  <a:cubicBezTo>
                    <a:pt x="375" y="1"/>
                    <a:pt x="369" y="3"/>
                    <a:pt x="363" y="5"/>
                  </a:cubicBezTo>
                  <a:cubicBezTo>
                    <a:pt x="356" y="8"/>
                    <a:pt x="349" y="12"/>
                    <a:pt x="341" y="17"/>
                  </a:cubicBezTo>
                  <a:cubicBezTo>
                    <a:pt x="333" y="21"/>
                    <a:pt x="324" y="26"/>
                    <a:pt x="313" y="28"/>
                  </a:cubicBezTo>
                  <a:cubicBezTo>
                    <a:pt x="303" y="31"/>
                    <a:pt x="291" y="33"/>
                    <a:pt x="279" y="34"/>
                  </a:cubicBezTo>
                  <a:cubicBezTo>
                    <a:pt x="255" y="35"/>
                    <a:pt x="228" y="36"/>
                    <a:pt x="201" y="38"/>
                  </a:cubicBezTo>
                  <a:cubicBezTo>
                    <a:pt x="145" y="42"/>
                    <a:pt x="95" y="49"/>
                    <a:pt x="59" y="54"/>
                  </a:cubicBezTo>
                  <a:cubicBezTo>
                    <a:pt x="41" y="57"/>
                    <a:pt x="26" y="60"/>
                    <a:pt x="16" y="62"/>
                  </a:cubicBezTo>
                  <a:cubicBezTo>
                    <a:pt x="11" y="63"/>
                    <a:pt x="7" y="63"/>
                    <a:pt x="4" y="64"/>
                  </a:cubicBezTo>
                  <a:cubicBezTo>
                    <a:pt x="2" y="65"/>
                    <a:pt x="0" y="65"/>
                    <a:pt x="0" y="65"/>
                  </a:cubicBezTo>
                  <a:cubicBezTo>
                    <a:pt x="0" y="65"/>
                    <a:pt x="2" y="64"/>
                    <a:pt x="4" y="64"/>
                  </a:cubicBezTo>
                  <a:cubicBezTo>
                    <a:pt x="7" y="63"/>
                    <a:pt x="11" y="62"/>
                    <a:pt x="16" y="61"/>
                  </a:cubicBezTo>
                  <a:cubicBezTo>
                    <a:pt x="26" y="59"/>
                    <a:pt x="40" y="56"/>
                    <a:pt x="58" y="53"/>
                  </a:cubicBezTo>
                  <a:cubicBezTo>
                    <a:pt x="95" y="47"/>
                    <a:pt x="145" y="40"/>
                    <a:pt x="200" y="36"/>
                  </a:cubicBezTo>
                  <a:cubicBezTo>
                    <a:pt x="228" y="34"/>
                    <a:pt x="255" y="34"/>
                    <a:pt x="279" y="33"/>
                  </a:cubicBezTo>
                  <a:cubicBezTo>
                    <a:pt x="291" y="32"/>
                    <a:pt x="302" y="30"/>
                    <a:pt x="313" y="27"/>
                  </a:cubicBezTo>
                  <a:cubicBezTo>
                    <a:pt x="323" y="24"/>
                    <a:pt x="332" y="20"/>
                    <a:pt x="340" y="16"/>
                  </a:cubicBezTo>
                  <a:cubicBezTo>
                    <a:pt x="348" y="11"/>
                    <a:pt x="355" y="7"/>
                    <a:pt x="362" y="5"/>
                  </a:cubicBezTo>
                  <a:cubicBezTo>
                    <a:pt x="369" y="2"/>
                    <a:pt x="375" y="0"/>
                    <a:pt x="380" y="0"/>
                  </a:cubicBezTo>
                  <a:cubicBezTo>
                    <a:pt x="385" y="0"/>
                    <a:pt x="389" y="0"/>
                    <a:pt x="392" y="1"/>
                  </a:cubicBezTo>
                  <a:cubicBezTo>
                    <a:pt x="395" y="1"/>
                    <a:pt x="396" y="2"/>
                    <a:pt x="396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6"/>
            <p:cNvSpPr/>
            <p:nvPr/>
          </p:nvSpPr>
          <p:spPr>
            <a:xfrm>
              <a:off x="1510979" y="2517089"/>
              <a:ext cx="710600" cy="74704"/>
            </a:xfrm>
            <a:custGeom>
              <a:avLst/>
              <a:gdLst/>
              <a:ahLst/>
              <a:cxnLst/>
              <a:rect l="l" t="t" r="r" b="b"/>
              <a:pathLst>
                <a:path w="390" h="41" extrusionOk="0">
                  <a:moveTo>
                    <a:pt x="390" y="0"/>
                  </a:moveTo>
                  <a:cubicBezTo>
                    <a:pt x="390" y="0"/>
                    <a:pt x="385" y="2"/>
                    <a:pt x="376" y="6"/>
                  </a:cubicBezTo>
                  <a:cubicBezTo>
                    <a:pt x="366" y="10"/>
                    <a:pt x="353" y="14"/>
                    <a:pt x="336" y="19"/>
                  </a:cubicBezTo>
                  <a:cubicBezTo>
                    <a:pt x="301" y="29"/>
                    <a:pt x="252" y="38"/>
                    <a:pt x="198" y="40"/>
                  </a:cubicBezTo>
                  <a:cubicBezTo>
                    <a:pt x="143" y="42"/>
                    <a:pt x="93" y="39"/>
                    <a:pt x="58" y="37"/>
                  </a:cubicBezTo>
                  <a:cubicBezTo>
                    <a:pt x="40" y="35"/>
                    <a:pt x="26" y="34"/>
                    <a:pt x="16" y="33"/>
                  </a:cubicBezTo>
                  <a:cubicBezTo>
                    <a:pt x="11" y="33"/>
                    <a:pt x="7" y="32"/>
                    <a:pt x="4" y="32"/>
                  </a:cubicBezTo>
                  <a:cubicBezTo>
                    <a:pt x="1" y="32"/>
                    <a:pt x="0" y="32"/>
                    <a:pt x="0" y="32"/>
                  </a:cubicBezTo>
                  <a:cubicBezTo>
                    <a:pt x="0" y="32"/>
                    <a:pt x="1" y="32"/>
                    <a:pt x="4" y="32"/>
                  </a:cubicBezTo>
                  <a:cubicBezTo>
                    <a:pt x="7" y="32"/>
                    <a:pt x="11" y="32"/>
                    <a:pt x="16" y="33"/>
                  </a:cubicBezTo>
                  <a:cubicBezTo>
                    <a:pt x="26" y="33"/>
                    <a:pt x="40" y="34"/>
                    <a:pt x="58" y="36"/>
                  </a:cubicBezTo>
                  <a:cubicBezTo>
                    <a:pt x="94" y="38"/>
                    <a:pt x="143" y="41"/>
                    <a:pt x="197" y="39"/>
                  </a:cubicBezTo>
                  <a:cubicBezTo>
                    <a:pt x="252" y="36"/>
                    <a:pt x="301" y="28"/>
                    <a:pt x="335" y="18"/>
                  </a:cubicBezTo>
                  <a:cubicBezTo>
                    <a:pt x="352" y="14"/>
                    <a:pt x="366" y="9"/>
                    <a:pt x="376" y="5"/>
                  </a:cubicBezTo>
                  <a:cubicBezTo>
                    <a:pt x="380" y="4"/>
                    <a:pt x="384" y="2"/>
                    <a:pt x="386" y="1"/>
                  </a:cubicBezTo>
                  <a:cubicBezTo>
                    <a:pt x="389" y="0"/>
                    <a:pt x="390" y="0"/>
                    <a:pt x="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1534666" y="2748489"/>
              <a:ext cx="659583" cy="36441"/>
            </a:xfrm>
            <a:custGeom>
              <a:avLst/>
              <a:gdLst/>
              <a:ahLst/>
              <a:cxnLst/>
              <a:rect l="l" t="t" r="r" b="b"/>
              <a:pathLst>
                <a:path w="362" h="20" extrusionOk="0">
                  <a:moveTo>
                    <a:pt x="362" y="0"/>
                  </a:moveTo>
                  <a:cubicBezTo>
                    <a:pt x="362" y="0"/>
                    <a:pt x="357" y="2"/>
                    <a:pt x="349" y="5"/>
                  </a:cubicBezTo>
                  <a:cubicBezTo>
                    <a:pt x="340" y="8"/>
                    <a:pt x="327" y="11"/>
                    <a:pt x="311" y="15"/>
                  </a:cubicBezTo>
                  <a:cubicBezTo>
                    <a:pt x="294" y="18"/>
                    <a:pt x="275" y="20"/>
                    <a:pt x="253" y="20"/>
                  </a:cubicBezTo>
                  <a:cubicBezTo>
                    <a:pt x="231" y="21"/>
                    <a:pt x="207" y="20"/>
                    <a:pt x="182" y="19"/>
                  </a:cubicBezTo>
                  <a:cubicBezTo>
                    <a:pt x="132" y="16"/>
                    <a:pt x="86" y="12"/>
                    <a:pt x="53" y="13"/>
                  </a:cubicBezTo>
                  <a:cubicBezTo>
                    <a:pt x="37" y="14"/>
                    <a:pt x="23" y="15"/>
                    <a:pt x="14" y="16"/>
                  </a:cubicBezTo>
                  <a:cubicBezTo>
                    <a:pt x="9" y="16"/>
                    <a:pt x="6" y="17"/>
                    <a:pt x="4" y="17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0" y="17"/>
                    <a:pt x="20" y="13"/>
                    <a:pt x="53" y="12"/>
                  </a:cubicBezTo>
                  <a:cubicBezTo>
                    <a:pt x="86" y="11"/>
                    <a:pt x="132" y="14"/>
                    <a:pt x="182" y="18"/>
                  </a:cubicBezTo>
                  <a:cubicBezTo>
                    <a:pt x="207" y="19"/>
                    <a:pt x="231" y="20"/>
                    <a:pt x="253" y="19"/>
                  </a:cubicBezTo>
                  <a:cubicBezTo>
                    <a:pt x="275" y="18"/>
                    <a:pt x="294" y="16"/>
                    <a:pt x="311" y="13"/>
                  </a:cubicBezTo>
                  <a:cubicBezTo>
                    <a:pt x="327" y="11"/>
                    <a:pt x="340" y="7"/>
                    <a:pt x="348" y="4"/>
                  </a:cubicBezTo>
                  <a:cubicBezTo>
                    <a:pt x="353" y="3"/>
                    <a:pt x="356" y="2"/>
                    <a:pt x="359" y="1"/>
                  </a:cubicBezTo>
                  <a:cubicBezTo>
                    <a:pt x="361" y="0"/>
                    <a:pt x="362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1554708" y="2927049"/>
              <a:ext cx="617676" cy="56483"/>
            </a:xfrm>
            <a:custGeom>
              <a:avLst/>
              <a:gdLst/>
              <a:ahLst/>
              <a:cxnLst/>
              <a:rect l="l" t="t" r="r" b="b"/>
              <a:pathLst>
                <a:path w="339" h="31" extrusionOk="0">
                  <a:moveTo>
                    <a:pt x="339" y="0"/>
                  </a:moveTo>
                  <a:cubicBezTo>
                    <a:pt x="339" y="0"/>
                    <a:pt x="320" y="6"/>
                    <a:pt x="290" y="13"/>
                  </a:cubicBezTo>
                  <a:cubicBezTo>
                    <a:pt x="275" y="16"/>
                    <a:pt x="257" y="20"/>
                    <a:pt x="237" y="23"/>
                  </a:cubicBezTo>
                  <a:cubicBezTo>
                    <a:pt x="216" y="26"/>
                    <a:pt x="194" y="29"/>
                    <a:pt x="170" y="30"/>
                  </a:cubicBezTo>
                  <a:cubicBezTo>
                    <a:pt x="147" y="31"/>
                    <a:pt x="124" y="32"/>
                    <a:pt x="104" y="31"/>
                  </a:cubicBezTo>
                  <a:cubicBezTo>
                    <a:pt x="83" y="30"/>
                    <a:pt x="65" y="29"/>
                    <a:pt x="49" y="27"/>
                  </a:cubicBezTo>
                  <a:cubicBezTo>
                    <a:pt x="18" y="24"/>
                    <a:pt x="0" y="20"/>
                    <a:pt x="0" y="20"/>
                  </a:cubicBezTo>
                  <a:cubicBezTo>
                    <a:pt x="0" y="20"/>
                    <a:pt x="1" y="21"/>
                    <a:pt x="3" y="21"/>
                  </a:cubicBezTo>
                  <a:cubicBezTo>
                    <a:pt x="6" y="21"/>
                    <a:pt x="9" y="22"/>
                    <a:pt x="13" y="22"/>
                  </a:cubicBezTo>
                  <a:cubicBezTo>
                    <a:pt x="21" y="23"/>
                    <a:pt x="34" y="25"/>
                    <a:pt x="49" y="26"/>
                  </a:cubicBezTo>
                  <a:cubicBezTo>
                    <a:pt x="65" y="28"/>
                    <a:pt x="83" y="29"/>
                    <a:pt x="104" y="30"/>
                  </a:cubicBezTo>
                  <a:cubicBezTo>
                    <a:pt x="124" y="30"/>
                    <a:pt x="147" y="30"/>
                    <a:pt x="170" y="29"/>
                  </a:cubicBezTo>
                  <a:cubicBezTo>
                    <a:pt x="194" y="27"/>
                    <a:pt x="216" y="25"/>
                    <a:pt x="237" y="22"/>
                  </a:cubicBezTo>
                  <a:cubicBezTo>
                    <a:pt x="257" y="19"/>
                    <a:pt x="275" y="15"/>
                    <a:pt x="290" y="12"/>
                  </a:cubicBezTo>
                  <a:cubicBezTo>
                    <a:pt x="305" y="8"/>
                    <a:pt x="317" y="6"/>
                    <a:pt x="326" y="3"/>
                  </a:cubicBezTo>
                  <a:cubicBezTo>
                    <a:pt x="330" y="2"/>
                    <a:pt x="333" y="1"/>
                    <a:pt x="335" y="1"/>
                  </a:cubicBezTo>
                  <a:cubicBezTo>
                    <a:pt x="338" y="0"/>
                    <a:pt x="339" y="0"/>
                    <a:pt x="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1571107" y="2992643"/>
              <a:ext cx="624964" cy="127543"/>
            </a:xfrm>
            <a:custGeom>
              <a:avLst/>
              <a:gdLst/>
              <a:ahLst/>
              <a:cxnLst/>
              <a:rect l="l" t="t" r="r" b="b"/>
              <a:pathLst>
                <a:path w="343" h="70" extrusionOk="0">
                  <a:moveTo>
                    <a:pt x="343" y="0"/>
                  </a:moveTo>
                  <a:cubicBezTo>
                    <a:pt x="343" y="0"/>
                    <a:pt x="342" y="0"/>
                    <a:pt x="340" y="1"/>
                  </a:cubicBezTo>
                  <a:cubicBezTo>
                    <a:pt x="337" y="2"/>
                    <a:pt x="334" y="3"/>
                    <a:pt x="330" y="5"/>
                  </a:cubicBezTo>
                  <a:cubicBezTo>
                    <a:pt x="322" y="8"/>
                    <a:pt x="310" y="13"/>
                    <a:pt x="295" y="19"/>
                  </a:cubicBezTo>
                  <a:cubicBezTo>
                    <a:pt x="280" y="26"/>
                    <a:pt x="263" y="34"/>
                    <a:pt x="243" y="42"/>
                  </a:cubicBezTo>
                  <a:cubicBezTo>
                    <a:pt x="224" y="50"/>
                    <a:pt x="201" y="58"/>
                    <a:pt x="177" y="62"/>
                  </a:cubicBezTo>
                  <a:cubicBezTo>
                    <a:pt x="129" y="71"/>
                    <a:pt x="84" y="70"/>
                    <a:pt x="52" y="69"/>
                  </a:cubicBezTo>
                  <a:cubicBezTo>
                    <a:pt x="36" y="68"/>
                    <a:pt x="23" y="67"/>
                    <a:pt x="14" y="67"/>
                  </a:cubicBezTo>
                  <a:cubicBezTo>
                    <a:pt x="10" y="67"/>
                    <a:pt x="6" y="66"/>
                    <a:pt x="4" y="66"/>
                  </a:cubicBezTo>
                  <a:cubicBezTo>
                    <a:pt x="1" y="66"/>
                    <a:pt x="0" y="66"/>
                    <a:pt x="0" y="66"/>
                  </a:cubicBezTo>
                  <a:cubicBezTo>
                    <a:pt x="0" y="66"/>
                    <a:pt x="1" y="66"/>
                    <a:pt x="4" y="66"/>
                  </a:cubicBezTo>
                  <a:cubicBezTo>
                    <a:pt x="6" y="66"/>
                    <a:pt x="10" y="66"/>
                    <a:pt x="14" y="66"/>
                  </a:cubicBezTo>
                  <a:cubicBezTo>
                    <a:pt x="23" y="67"/>
                    <a:pt x="36" y="67"/>
                    <a:pt x="52" y="68"/>
                  </a:cubicBezTo>
                  <a:cubicBezTo>
                    <a:pt x="84" y="69"/>
                    <a:pt x="129" y="70"/>
                    <a:pt x="177" y="61"/>
                  </a:cubicBezTo>
                  <a:cubicBezTo>
                    <a:pt x="201" y="56"/>
                    <a:pt x="223" y="49"/>
                    <a:pt x="243" y="41"/>
                  </a:cubicBezTo>
                  <a:cubicBezTo>
                    <a:pt x="263" y="33"/>
                    <a:pt x="280" y="25"/>
                    <a:pt x="295" y="18"/>
                  </a:cubicBezTo>
                  <a:cubicBezTo>
                    <a:pt x="309" y="12"/>
                    <a:pt x="322" y="7"/>
                    <a:pt x="330" y="4"/>
                  </a:cubicBezTo>
                  <a:cubicBezTo>
                    <a:pt x="339" y="1"/>
                    <a:pt x="34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1551064" y="3187602"/>
              <a:ext cx="683270" cy="85636"/>
            </a:xfrm>
            <a:custGeom>
              <a:avLst/>
              <a:gdLst/>
              <a:ahLst/>
              <a:cxnLst/>
              <a:rect l="l" t="t" r="r" b="b"/>
              <a:pathLst>
                <a:path w="375" h="47" extrusionOk="0">
                  <a:moveTo>
                    <a:pt x="375" y="0"/>
                  </a:moveTo>
                  <a:cubicBezTo>
                    <a:pt x="375" y="0"/>
                    <a:pt x="370" y="3"/>
                    <a:pt x="362" y="8"/>
                  </a:cubicBezTo>
                  <a:cubicBezTo>
                    <a:pt x="353" y="13"/>
                    <a:pt x="341" y="19"/>
                    <a:pt x="324" y="25"/>
                  </a:cubicBezTo>
                  <a:cubicBezTo>
                    <a:pt x="292" y="37"/>
                    <a:pt x="244" y="46"/>
                    <a:pt x="191" y="47"/>
                  </a:cubicBezTo>
                  <a:cubicBezTo>
                    <a:pt x="138" y="48"/>
                    <a:pt x="90" y="44"/>
                    <a:pt x="56" y="43"/>
                  </a:cubicBezTo>
                  <a:cubicBezTo>
                    <a:pt x="39" y="42"/>
                    <a:pt x="25" y="41"/>
                    <a:pt x="15" y="41"/>
                  </a:cubicBezTo>
                  <a:cubicBezTo>
                    <a:pt x="10" y="41"/>
                    <a:pt x="7" y="41"/>
                    <a:pt x="4" y="41"/>
                  </a:cubicBezTo>
                  <a:cubicBezTo>
                    <a:pt x="1" y="41"/>
                    <a:pt x="0" y="41"/>
                    <a:pt x="0" y="41"/>
                  </a:cubicBezTo>
                  <a:cubicBezTo>
                    <a:pt x="0" y="41"/>
                    <a:pt x="1" y="41"/>
                    <a:pt x="4" y="41"/>
                  </a:cubicBezTo>
                  <a:cubicBezTo>
                    <a:pt x="7" y="41"/>
                    <a:pt x="10" y="41"/>
                    <a:pt x="15" y="41"/>
                  </a:cubicBezTo>
                  <a:cubicBezTo>
                    <a:pt x="25" y="41"/>
                    <a:pt x="39" y="41"/>
                    <a:pt x="56" y="42"/>
                  </a:cubicBezTo>
                  <a:cubicBezTo>
                    <a:pt x="91" y="43"/>
                    <a:pt x="138" y="47"/>
                    <a:pt x="191" y="46"/>
                  </a:cubicBezTo>
                  <a:cubicBezTo>
                    <a:pt x="244" y="45"/>
                    <a:pt x="292" y="36"/>
                    <a:pt x="324" y="24"/>
                  </a:cubicBezTo>
                  <a:cubicBezTo>
                    <a:pt x="340" y="18"/>
                    <a:pt x="353" y="12"/>
                    <a:pt x="362" y="7"/>
                  </a:cubicBezTo>
                  <a:cubicBezTo>
                    <a:pt x="366" y="5"/>
                    <a:pt x="369" y="3"/>
                    <a:pt x="371" y="2"/>
                  </a:cubicBezTo>
                  <a:cubicBezTo>
                    <a:pt x="373" y="1"/>
                    <a:pt x="375" y="0"/>
                    <a:pt x="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6"/>
            <p:cNvSpPr/>
            <p:nvPr/>
          </p:nvSpPr>
          <p:spPr>
            <a:xfrm>
              <a:off x="2338190" y="2176366"/>
              <a:ext cx="27331" cy="291527"/>
            </a:xfrm>
            <a:custGeom>
              <a:avLst/>
              <a:gdLst/>
              <a:ahLst/>
              <a:cxnLst/>
              <a:rect l="l" t="t" r="r" b="b"/>
              <a:pathLst>
                <a:path w="15" h="160" extrusionOk="0">
                  <a:moveTo>
                    <a:pt x="3" y="160"/>
                  </a:moveTo>
                  <a:cubicBezTo>
                    <a:pt x="3" y="160"/>
                    <a:pt x="3" y="159"/>
                    <a:pt x="3" y="158"/>
                  </a:cubicBezTo>
                  <a:cubicBezTo>
                    <a:pt x="4" y="157"/>
                    <a:pt x="4" y="156"/>
                    <a:pt x="4" y="154"/>
                  </a:cubicBezTo>
                  <a:cubicBezTo>
                    <a:pt x="6" y="150"/>
                    <a:pt x="7" y="144"/>
                    <a:pt x="8" y="137"/>
                  </a:cubicBezTo>
                  <a:cubicBezTo>
                    <a:pt x="12" y="122"/>
                    <a:pt x="14" y="102"/>
                    <a:pt x="14" y="80"/>
                  </a:cubicBezTo>
                  <a:cubicBezTo>
                    <a:pt x="14" y="57"/>
                    <a:pt x="10" y="37"/>
                    <a:pt x="7" y="23"/>
                  </a:cubicBezTo>
                  <a:cubicBezTo>
                    <a:pt x="5" y="16"/>
                    <a:pt x="3" y="10"/>
                    <a:pt x="2" y="6"/>
                  </a:cubicBezTo>
                  <a:cubicBezTo>
                    <a:pt x="2" y="4"/>
                    <a:pt x="1" y="3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2" y="3"/>
                    <a:pt x="2" y="4"/>
                    <a:pt x="3" y="6"/>
                  </a:cubicBezTo>
                  <a:cubicBezTo>
                    <a:pt x="4" y="10"/>
                    <a:pt x="6" y="15"/>
                    <a:pt x="8" y="23"/>
                  </a:cubicBezTo>
                  <a:cubicBezTo>
                    <a:pt x="11" y="37"/>
                    <a:pt x="14" y="57"/>
                    <a:pt x="15" y="80"/>
                  </a:cubicBezTo>
                  <a:cubicBezTo>
                    <a:pt x="15" y="102"/>
                    <a:pt x="13" y="123"/>
                    <a:pt x="9" y="137"/>
                  </a:cubicBezTo>
                  <a:cubicBezTo>
                    <a:pt x="8" y="144"/>
                    <a:pt x="6" y="150"/>
                    <a:pt x="5" y="154"/>
                  </a:cubicBezTo>
                  <a:cubicBezTo>
                    <a:pt x="4" y="156"/>
                    <a:pt x="4" y="157"/>
                    <a:pt x="3" y="159"/>
                  </a:cubicBezTo>
                  <a:cubicBezTo>
                    <a:pt x="3" y="160"/>
                    <a:pt x="3" y="160"/>
                    <a:pt x="3" y="1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6"/>
            <p:cNvSpPr/>
            <p:nvPr/>
          </p:nvSpPr>
          <p:spPr>
            <a:xfrm>
              <a:off x="2460267" y="2172722"/>
              <a:ext cx="60128" cy="253264"/>
            </a:xfrm>
            <a:custGeom>
              <a:avLst/>
              <a:gdLst/>
              <a:ahLst/>
              <a:cxnLst/>
              <a:rect l="l" t="t" r="r" b="b"/>
              <a:pathLst>
                <a:path w="33" h="139" extrusionOk="0">
                  <a:moveTo>
                    <a:pt x="32" y="139"/>
                  </a:moveTo>
                  <a:cubicBezTo>
                    <a:pt x="32" y="139"/>
                    <a:pt x="32" y="138"/>
                    <a:pt x="32" y="137"/>
                  </a:cubicBezTo>
                  <a:cubicBezTo>
                    <a:pt x="32" y="136"/>
                    <a:pt x="32" y="135"/>
                    <a:pt x="32" y="133"/>
                  </a:cubicBezTo>
                  <a:cubicBezTo>
                    <a:pt x="32" y="129"/>
                    <a:pt x="32" y="124"/>
                    <a:pt x="32" y="118"/>
                  </a:cubicBezTo>
                  <a:cubicBezTo>
                    <a:pt x="32" y="104"/>
                    <a:pt x="30" y="86"/>
                    <a:pt x="26" y="67"/>
                  </a:cubicBezTo>
                  <a:cubicBezTo>
                    <a:pt x="21" y="47"/>
                    <a:pt x="15" y="30"/>
                    <a:pt x="9" y="18"/>
                  </a:cubicBezTo>
                  <a:cubicBezTo>
                    <a:pt x="7" y="13"/>
                    <a:pt x="4" y="8"/>
                    <a:pt x="3" y="5"/>
                  </a:cubicBezTo>
                  <a:cubicBezTo>
                    <a:pt x="2" y="3"/>
                    <a:pt x="1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"/>
                  </a:lnTo>
                  <a:lnTo>
                    <a:pt x="3" y="4"/>
                  </a:lnTo>
                  <a:cubicBezTo>
                    <a:pt x="5" y="8"/>
                    <a:pt x="7" y="12"/>
                    <a:pt x="10" y="18"/>
                  </a:cubicBezTo>
                  <a:cubicBezTo>
                    <a:pt x="16" y="30"/>
                    <a:pt x="22" y="46"/>
                    <a:pt x="27" y="66"/>
                  </a:cubicBezTo>
                  <a:cubicBezTo>
                    <a:pt x="31" y="85"/>
                    <a:pt x="33" y="104"/>
                    <a:pt x="33" y="118"/>
                  </a:cubicBezTo>
                  <a:cubicBezTo>
                    <a:pt x="33" y="124"/>
                    <a:pt x="33" y="129"/>
                    <a:pt x="32" y="133"/>
                  </a:cubicBezTo>
                  <a:lnTo>
                    <a:pt x="32" y="137"/>
                  </a:lnTo>
                  <a:cubicBezTo>
                    <a:pt x="32" y="138"/>
                    <a:pt x="32" y="139"/>
                    <a:pt x="32" y="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5025" rIns="90000" bIns="5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2498531" y="2161789"/>
              <a:ext cx="255087" cy="182204"/>
            </a:xfrm>
            <a:custGeom>
              <a:avLst/>
              <a:gdLst/>
              <a:ahLst/>
              <a:cxnLst/>
              <a:rect l="l" t="t" r="r" b="b"/>
              <a:pathLst>
                <a:path w="140" h="100" extrusionOk="0">
                  <a:moveTo>
                    <a:pt x="140" y="100"/>
                  </a:moveTo>
                  <a:cubicBezTo>
                    <a:pt x="140" y="100"/>
                    <a:pt x="140" y="99"/>
                    <a:pt x="139" y="98"/>
                  </a:cubicBezTo>
                  <a:cubicBezTo>
                    <a:pt x="138" y="97"/>
                    <a:pt x="137" y="96"/>
                    <a:pt x="135" y="95"/>
                  </a:cubicBezTo>
                  <a:cubicBezTo>
                    <a:pt x="133" y="91"/>
                    <a:pt x="128" y="86"/>
                    <a:pt x="123" y="81"/>
                  </a:cubicBezTo>
                  <a:cubicBezTo>
                    <a:pt x="112" y="69"/>
                    <a:pt x="97" y="54"/>
                    <a:pt x="77" y="40"/>
                  </a:cubicBezTo>
                  <a:cubicBezTo>
                    <a:pt x="57" y="26"/>
                    <a:pt x="38" y="16"/>
                    <a:pt x="24" y="10"/>
                  </a:cubicBezTo>
                  <a:cubicBezTo>
                    <a:pt x="17" y="6"/>
                    <a:pt x="11" y="4"/>
                    <a:pt x="7" y="2"/>
                  </a:cubicBezTo>
                  <a:cubicBezTo>
                    <a:pt x="5" y="2"/>
                    <a:pt x="3" y="1"/>
                    <a:pt x="2" y="1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4" y="1"/>
                    <a:pt x="5" y="1"/>
                    <a:pt x="7" y="2"/>
                  </a:cubicBezTo>
                  <a:cubicBezTo>
                    <a:pt x="11" y="3"/>
                    <a:pt x="17" y="6"/>
                    <a:pt x="24" y="9"/>
                  </a:cubicBezTo>
                  <a:cubicBezTo>
                    <a:pt x="39" y="15"/>
                    <a:pt x="58" y="25"/>
                    <a:pt x="78" y="39"/>
                  </a:cubicBezTo>
                  <a:cubicBezTo>
                    <a:pt x="97" y="53"/>
                    <a:pt x="113" y="68"/>
                    <a:pt x="124" y="80"/>
                  </a:cubicBezTo>
                  <a:cubicBezTo>
                    <a:pt x="129" y="86"/>
                    <a:pt x="133" y="91"/>
                    <a:pt x="136" y="94"/>
                  </a:cubicBezTo>
                  <a:cubicBezTo>
                    <a:pt x="137" y="96"/>
                    <a:pt x="138" y="97"/>
                    <a:pt x="139" y="98"/>
                  </a:cubicBezTo>
                  <a:cubicBezTo>
                    <a:pt x="140" y="99"/>
                    <a:pt x="140" y="100"/>
                    <a:pt x="140" y="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2509463" y="2006915"/>
              <a:ext cx="191316" cy="5466"/>
            </a:xfrm>
            <a:custGeom>
              <a:avLst/>
              <a:gdLst/>
              <a:ahLst/>
              <a:cxnLst/>
              <a:rect l="l" t="t" r="r" b="b"/>
              <a:pathLst>
                <a:path w="105" h="3" extrusionOk="0">
                  <a:moveTo>
                    <a:pt x="105" y="2"/>
                  </a:moveTo>
                  <a:cubicBezTo>
                    <a:pt x="105" y="2"/>
                    <a:pt x="103" y="2"/>
                    <a:pt x="100" y="2"/>
                  </a:cubicBezTo>
                  <a:cubicBezTo>
                    <a:pt x="97" y="2"/>
                    <a:pt x="93" y="1"/>
                    <a:pt x="89" y="1"/>
                  </a:cubicBezTo>
                  <a:cubicBezTo>
                    <a:pt x="80" y="1"/>
                    <a:pt x="67" y="1"/>
                    <a:pt x="52" y="1"/>
                  </a:cubicBezTo>
                  <a:cubicBezTo>
                    <a:pt x="38" y="2"/>
                    <a:pt x="25" y="2"/>
                    <a:pt x="15" y="3"/>
                  </a:cubicBezTo>
                  <a:cubicBezTo>
                    <a:pt x="11" y="3"/>
                    <a:pt x="8" y="3"/>
                    <a:pt x="4" y="3"/>
                  </a:cubicBezTo>
                  <a:cubicBezTo>
                    <a:pt x="2" y="3"/>
                    <a:pt x="0" y="3"/>
                    <a:pt x="0" y="3"/>
                  </a:cubicBezTo>
                  <a:cubicBezTo>
                    <a:pt x="0" y="3"/>
                    <a:pt x="2" y="3"/>
                    <a:pt x="4" y="3"/>
                  </a:cubicBezTo>
                  <a:cubicBezTo>
                    <a:pt x="7" y="2"/>
                    <a:pt x="11" y="2"/>
                    <a:pt x="15" y="2"/>
                  </a:cubicBezTo>
                  <a:cubicBezTo>
                    <a:pt x="25" y="1"/>
                    <a:pt x="38" y="0"/>
                    <a:pt x="52" y="0"/>
                  </a:cubicBezTo>
                  <a:cubicBezTo>
                    <a:pt x="67" y="0"/>
                    <a:pt x="80" y="0"/>
                    <a:pt x="89" y="1"/>
                  </a:cubicBezTo>
                  <a:cubicBezTo>
                    <a:pt x="94" y="1"/>
                    <a:pt x="98" y="1"/>
                    <a:pt x="100" y="1"/>
                  </a:cubicBezTo>
                  <a:cubicBezTo>
                    <a:pt x="103" y="1"/>
                    <a:pt x="105" y="1"/>
                    <a:pt x="105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1365215" y="2477004"/>
              <a:ext cx="131188" cy="96568"/>
            </a:xfrm>
            <a:custGeom>
              <a:avLst/>
              <a:gdLst/>
              <a:ahLst/>
              <a:cxnLst/>
              <a:rect l="l" t="t" r="r" b="b"/>
              <a:pathLst>
                <a:path w="72" h="53" extrusionOk="0">
                  <a:moveTo>
                    <a:pt x="0" y="0"/>
                  </a:moveTo>
                  <a:cubicBezTo>
                    <a:pt x="0" y="0"/>
                    <a:pt x="1" y="1"/>
                    <a:pt x="3" y="3"/>
                  </a:cubicBezTo>
                  <a:cubicBezTo>
                    <a:pt x="4" y="5"/>
                    <a:pt x="6" y="7"/>
                    <a:pt x="9" y="10"/>
                  </a:cubicBezTo>
                  <a:cubicBezTo>
                    <a:pt x="15" y="15"/>
                    <a:pt x="23" y="23"/>
                    <a:pt x="33" y="30"/>
                  </a:cubicBezTo>
                  <a:cubicBezTo>
                    <a:pt x="44" y="37"/>
                    <a:pt x="53" y="42"/>
                    <a:pt x="60" y="46"/>
                  </a:cubicBezTo>
                  <a:cubicBezTo>
                    <a:pt x="63" y="48"/>
                    <a:pt x="66" y="49"/>
                    <a:pt x="69" y="51"/>
                  </a:cubicBezTo>
                  <a:cubicBezTo>
                    <a:pt x="71" y="52"/>
                    <a:pt x="72" y="53"/>
                    <a:pt x="72" y="53"/>
                  </a:cubicBezTo>
                  <a:cubicBezTo>
                    <a:pt x="72" y="53"/>
                    <a:pt x="71" y="52"/>
                    <a:pt x="69" y="51"/>
                  </a:cubicBezTo>
                  <a:cubicBezTo>
                    <a:pt x="67" y="50"/>
                    <a:pt x="64" y="49"/>
                    <a:pt x="60" y="47"/>
                  </a:cubicBezTo>
                  <a:cubicBezTo>
                    <a:pt x="53" y="43"/>
                    <a:pt x="43" y="38"/>
                    <a:pt x="33" y="31"/>
                  </a:cubicBezTo>
                  <a:cubicBezTo>
                    <a:pt x="22" y="24"/>
                    <a:pt x="14" y="16"/>
                    <a:pt x="8" y="10"/>
                  </a:cubicBezTo>
                  <a:cubicBezTo>
                    <a:pt x="6" y="7"/>
                    <a:pt x="4" y="5"/>
                    <a:pt x="2" y="3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1414410" y="2382257"/>
              <a:ext cx="69238" cy="51017"/>
            </a:xfrm>
            <a:custGeom>
              <a:avLst/>
              <a:gdLst/>
              <a:ahLst/>
              <a:cxnLst/>
              <a:rect l="l" t="t" r="r" b="b"/>
              <a:pathLst>
                <a:path w="38" h="28" extrusionOk="0">
                  <a:moveTo>
                    <a:pt x="0" y="0"/>
                  </a:moveTo>
                  <a:cubicBezTo>
                    <a:pt x="0" y="0"/>
                    <a:pt x="2" y="3"/>
                    <a:pt x="5" y="6"/>
                  </a:cubicBezTo>
                  <a:cubicBezTo>
                    <a:pt x="8" y="9"/>
                    <a:pt x="13" y="12"/>
                    <a:pt x="18" y="16"/>
                  </a:cubicBezTo>
                  <a:cubicBezTo>
                    <a:pt x="23" y="20"/>
                    <a:pt x="29" y="23"/>
                    <a:pt x="32" y="25"/>
                  </a:cubicBezTo>
                  <a:cubicBezTo>
                    <a:pt x="36" y="27"/>
                    <a:pt x="39" y="28"/>
                    <a:pt x="38" y="28"/>
                  </a:cubicBezTo>
                  <a:cubicBezTo>
                    <a:pt x="38" y="28"/>
                    <a:pt x="28" y="25"/>
                    <a:pt x="17" y="17"/>
                  </a:cubicBezTo>
                  <a:cubicBezTo>
                    <a:pt x="12" y="13"/>
                    <a:pt x="7" y="9"/>
                    <a:pt x="4" y="6"/>
                  </a:cubicBezTo>
                  <a:cubicBezTo>
                    <a:pt x="1" y="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1301443" y="2595437"/>
              <a:ext cx="196782" cy="189493"/>
            </a:xfrm>
            <a:custGeom>
              <a:avLst/>
              <a:gdLst/>
              <a:ahLst/>
              <a:cxnLst/>
              <a:rect l="l" t="t" r="r" b="b"/>
              <a:pathLst>
                <a:path w="108" h="104" extrusionOk="0">
                  <a:moveTo>
                    <a:pt x="108" y="104"/>
                  </a:moveTo>
                  <a:lnTo>
                    <a:pt x="107" y="103"/>
                  </a:lnTo>
                  <a:cubicBezTo>
                    <a:pt x="106" y="103"/>
                    <a:pt x="104" y="102"/>
                    <a:pt x="103" y="101"/>
                  </a:cubicBezTo>
                  <a:cubicBezTo>
                    <a:pt x="100" y="100"/>
                    <a:pt x="95" y="97"/>
                    <a:pt x="89" y="93"/>
                  </a:cubicBezTo>
                  <a:cubicBezTo>
                    <a:pt x="77" y="86"/>
                    <a:pt x="62" y="74"/>
                    <a:pt x="47" y="60"/>
                  </a:cubicBezTo>
                  <a:cubicBezTo>
                    <a:pt x="32" y="45"/>
                    <a:pt x="20" y="30"/>
                    <a:pt x="12" y="19"/>
                  </a:cubicBezTo>
                  <a:cubicBezTo>
                    <a:pt x="8" y="13"/>
                    <a:pt x="5" y="8"/>
                    <a:pt x="3" y="5"/>
                  </a:cubicBezTo>
                  <a:cubicBezTo>
                    <a:pt x="2" y="4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2" y="2"/>
                    <a:pt x="3" y="3"/>
                    <a:pt x="4" y="5"/>
                  </a:cubicBezTo>
                  <a:cubicBezTo>
                    <a:pt x="6" y="8"/>
                    <a:pt x="9" y="13"/>
                    <a:pt x="13" y="18"/>
                  </a:cubicBezTo>
                  <a:cubicBezTo>
                    <a:pt x="21" y="30"/>
                    <a:pt x="33" y="44"/>
                    <a:pt x="48" y="59"/>
                  </a:cubicBezTo>
                  <a:cubicBezTo>
                    <a:pt x="63" y="73"/>
                    <a:pt x="78" y="85"/>
                    <a:pt x="90" y="92"/>
                  </a:cubicBezTo>
                  <a:cubicBezTo>
                    <a:pt x="95" y="96"/>
                    <a:pt x="100" y="99"/>
                    <a:pt x="103" y="101"/>
                  </a:cubicBezTo>
                  <a:cubicBezTo>
                    <a:pt x="105" y="102"/>
                    <a:pt x="106" y="102"/>
                    <a:pt x="107" y="103"/>
                  </a:cubicBezTo>
                  <a:cubicBezTo>
                    <a:pt x="108" y="104"/>
                    <a:pt x="108" y="104"/>
                    <a:pt x="108" y="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1168433" y="2595437"/>
              <a:ext cx="133010" cy="311570"/>
            </a:xfrm>
            <a:custGeom>
              <a:avLst/>
              <a:gdLst/>
              <a:ahLst/>
              <a:cxnLst/>
              <a:rect l="l" t="t" r="r" b="b"/>
              <a:pathLst>
                <a:path w="73" h="171" extrusionOk="0">
                  <a:moveTo>
                    <a:pt x="2" y="171"/>
                  </a:moveTo>
                  <a:cubicBezTo>
                    <a:pt x="2" y="171"/>
                    <a:pt x="1" y="168"/>
                    <a:pt x="1" y="164"/>
                  </a:cubicBezTo>
                  <a:cubicBezTo>
                    <a:pt x="0" y="159"/>
                    <a:pt x="0" y="152"/>
                    <a:pt x="0" y="143"/>
                  </a:cubicBezTo>
                  <a:cubicBezTo>
                    <a:pt x="1" y="126"/>
                    <a:pt x="7" y="102"/>
                    <a:pt x="22" y="79"/>
                  </a:cubicBezTo>
                  <a:cubicBezTo>
                    <a:pt x="36" y="57"/>
                    <a:pt x="48" y="37"/>
                    <a:pt x="58" y="23"/>
                  </a:cubicBezTo>
                  <a:cubicBezTo>
                    <a:pt x="62" y="16"/>
                    <a:pt x="66" y="10"/>
                    <a:pt x="69" y="6"/>
                  </a:cubicBezTo>
                  <a:cubicBezTo>
                    <a:pt x="72" y="2"/>
                    <a:pt x="73" y="0"/>
                    <a:pt x="73" y="0"/>
                  </a:cubicBezTo>
                  <a:cubicBezTo>
                    <a:pt x="74" y="0"/>
                    <a:pt x="72" y="2"/>
                    <a:pt x="70" y="6"/>
                  </a:cubicBezTo>
                  <a:cubicBezTo>
                    <a:pt x="67" y="11"/>
                    <a:pt x="64" y="17"/>
                    <a:pt x="60" y="24"/>
                  </a:cubicBezTo>
                  <a:cubicBezTo>
                    <a:pt x="51" y="39"/>
                    <a:pt x="38" y="59"/>
                    <a:pt x="24" y="81"/>
                  </a:cubicBezTo>
                  <a:cubicBezTo>
                    <a:pt x="10" y="103"/>
                    <a:pt x="4" y="126"/>
                    <a:pt x="2" y="143"/>
                  </a:cubicBezTo>
                  <a:cubicBezTo>
                    <a:pt x="1" y="160"/>
                    <a:pt x="2" y="171"/>
                    <a:pt x="2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550" rIns="90000" bIns="16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1195764" y="2772175"/>
              <a:ext cx="182205" cy="182205"/>
            </a:xfrm>
            <a:custGeom>
              <a:avLst/>
              <a:gdLst/>
              <a:ahLst/>
              <a:cxnLst/>
              <a:rect l="l" t="t" r="r" b="b"/>
              <a:pathLst>
                <a:path w="100" h="100" extrusionOk="0">
                  <a:moveTo>
                    <a:pt x="100" y="100"/>
                  </a:moveTo>
                  <a:cubicBezTo>
                    <a:pt x="100" y="100"/>
                    <a:pt x="91" y="100"/>
                    <a:pt x="78" y="97"/>
                  </a:cubicBezTo>
                  <a:cubicBezTo>
                    <a:pt x="64" y="93"/>
                    <a:pt x="46" y="85"/>
                    <a:pt x="31" y="70"/>
                  </a:cubicBezTo>
                  <a:cubicBezTo>
                    <a:pt x="15" y="54"/>
                    <a:pt x="7" y="36"/>
                    <a:pt x="4" y="23"/>
                  </a:cubicBezTo>
                  <a:cubicBezTo>
                    <a:pt x="0" y="9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1" y="3"/>
                    <a:pt x="1" y="4"/>
                    <a:pt x="1" y="6"/>
                  </a:cubicBezTo>
                  <a:cubicBezTo>
                    <a:pt x="2" y="10"/>
                    <a:pt x="3" y="16"/>
                    <a:pt x="5" y="22"/>
                  </a:cubicBezTo>
                  <a:cubicBezTo>
                    <a:pt x="8" y="36"/>
                    <a:pt x="17" y="54"/>
                    <a:pt x="32" y="69"/>
                  </a:cubicBezTo>
                  <a:cubicBezTo>
                    <a:pt x="47" y="84"/>
                    <a:pt x="65" y="92"/>
                    <a:pt x="78" y="96"/>
                  </a:cubicBezTo>
                  <a:cubicBezTo>
                    <a:pt x="85" y="98"/>
                    <a:pt x="90" y="99"/>
                    <a:pt x="94" y="99"/>
                  </a:cubicBezTo>
                  <a:cubicBezTo>
                    <a:pt x="96" y="100"/>
                    <a:pt x="97" y="100"/>
                    <a:pt x="98" y="100"/>
                  </a:cubicBezTo>
                  <a:cubicBezTo>
                    <a:pt x="100" y="100"/>
                    <a:pt x="100" y="100"/>
                    <a:pt x="100" y="1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1110128" y="2551707"/>
              <a:ext cx="149408" cy="187671"/>
            </a:xfrm>
            <a:custGeom>
              <a:avLst/>
              <a:gdLst/>
              <a:ahLst/>
              <a:cxnLst/>
              <a:rect l="l" t="t" r="r" b="b"/>
              <a:pathLst>
                <a:path w="82" h="103" extrusionOk="0">
                  <a:moveTo>
                    <a:pt x="82" y="0"/>
                  </a:moveTo>
                  <a:cubicBezTo>
                    <a:pt x="82" y="0"/>
                    <a:pt x="82" y="1"/>
                    <a:pt x="81" y="1"/>
                  </a:cubicBezTo>
                  <a:cubicBezTo>
                    <a:pt x="80" y="2"/>
                    <a:pt x="79" y="2"/>
                    <a:pt x="78" y="3"/>
                  </a:cubicBezTo>
                  <a:cubicBezTo>
                    <a:pt x="75" y="5"/>
                    <a:pt x="70" y="8"/>
                    <a:pt x="65" y="11"/>
                  </a:cubicBezTo>
                  <a:cubicBezTo>
                    <a:pt x="55" y="18"/>
                    <a:pt x="43" y="29"/>
                    <a:pt x="31" y="44"/>
                  </a:cubicBezTo>
                  <a:cubicBezTo>
                    <a:pt x="19" y="58"/>
                    <a:pt x="11" y="73"/>
                    <a:pt x="7" y="85"/>
                  </a:cubicBezTo>
                  <a:cubicBezTo>
                    <a:pt x="4" y="90"/>
                    <a:pt x="3" y="95"/>
                    <a:pt x="2" y="98"/>
                  </a:cubicBezTo>
                  <a:cubicBezTo>
                    <a:pt x="1" y="99"/>
                    <a:pt x="1" y="101"/>
                    <a:pt x="0" y="102"/>
                  </a:cubicBezTo>
                  <a:cubicBezTo>
                    <a:pt x="0" y="103"/>
                    <a:pt x="0" y="103"/>
                    <a:pt x="0" y="103"/>
                  </a:cubicBezTo>
                  <a:lnTo>
                    <a:pt x="0" y="102"/>
                  </a:lnTo>
                  <a:cubicBezTo>
                    <a:pt x="1" y="101"/>
                    <a:pt x="1" y="99"/>
                    <a:pt x="1" y="98"/>
                  </a:cubicBezTo>
                  <a:cubicBezTo>
                    <a:pt x="2" y="95"/>
                    <a:pt x="4" y="90"/>
                    <a:pt x="6" y="84"/>
                  </a:cubicBezTo>
                  <a:cubicBezTo>
                    <a:pt x="10" y="73"/>
                    <a:pt x="18" y="58"/>
                    <a:pt x="30" y="43"/>
                  </a:cubicBezTo>
                  <a:cubicBezTo>
                    <a:pt x="42" y="28"/>
                    <a:pt x="55" y="17"/>
                    <a:pt x="65" y="10"/>
                  </a:cubicBezTo>
                  <a:cubicBezTo>
                    <a:pt x="70" y="7"/>
                    <a:pt x="74" y="4"/>
                    <a:pt x="77" y="3"/>
                  </a:cubicBezTo>
                  <a:cubicBezTo>
                    <a:pt x="79" y="2"/>
                    <a:pt x="80" y="1"/>
                    <a:pt x="81" y="1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1053644" y="2464249"/>
              <a:ext cx="140298" cy="109323"/>
            </a:xfrm>
            <a:custGeom>
              <a:avLst/>
              <a:gdLst/>
              <a:ahLst/>
              <a:cxnLst/>
              <a:rect l="l" t="t" r="r" b="b"/>
              <a:pathLst>
                <a:path w="77" h="60" extrusionOk="0">
                  <a:moveTo>
                    <a:pt x="77" y="0"/>
                  </a:moveTo>
                  <a:cubicBezTo>
                    <a:pt x="77" y="0"/>
                    <a:pt x="75" y="1"/>
                    <a:pt x="73" y="2"/>
                  </a:cubicBezTo>
                  <a:cubicBezTo>
                    <a:pt x="71" y="2"/>
                    <a:pt x="67" y="4"/>
                    <a:pt x="63" y="5"/>
                  </a:cubicBezTo>
                  <a:cubicBezTo>
                    <a:pt x="55" y="9"/>
                    <a:pt x="43" y="14"/>
                    <a:pt x="33" y="23"/>
                  </a:cubicBezTo>
                  <a:cubicBezTo>
                    <a:pt x="22" y="31"/>
                    <a:pt x="15" y="42"/>
                    <a:pt x="9" y="49"/>
                  </a:cubicBezTo>
                  <a:cubicBezTo>
                    <a:pt x="7" y="52"/>
                    <a:pt x="4" y="55"/>
                    <a:pt x="3" y="57"/>
                  </a:cubicBezTo>
                  <a:cubicBezTo>
                    <a:pt x="1" y="59"/>
                    <a:pt x="1" y="60"/>
                    <a:pt x="0" y="60"/>
                  </a:cubicBezTo>
                  <a:cubicBezTo>
                    <a:pt x="0" y="60"/>
                    <a:pt x="0" y="59"/>
                    <a:pt x="2" y="57"/>
                  </a:cubicBezTo>
                  <a:cubicBezTo>
                    <a:pt x="3" y="55"/>
                    <a:pt x="6" y="52"/>
                    <a:pt x="9" y="48"/>
                  </a:cubicBezTo>
                  <a:cubicBezTo>
                    <a:pt x="14" y="41"/>
                    <a:pt x="22" y="31"/>
                    <a:pt x="33" y="22"/>
                  </a:cubicBezTo>
                  <a:cubicBezTo>
                    <a:pt x="43" y="13"/>
                    <a:pt x="54" y="8"/>
                    <a:pt x="63" y="4"/>
                  </a:cubicBezTo>
                  <a:cubicBezTo>
                    <a:pt x="67" y="3"/>
                    <a:pt x="70" y="1"/>
                    <a:pt x="73" y="1"/>
                  </a:cubicBezTo>
                  <a:cubicBezTo>
                    <a:pt x="75" y="0"/>
                    <a:pt x="77" y="0"/>
                    <a:pt x="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2369165" y="370717"/>
              <a:ext cx="535683" cy="533859"/>
            </a:xfrm>
            <a:custGeom>
              <a:avLst/>
              <a:gdLst/>
              <a:ahLst/>
              <a:cxnLst/>
              <a:rect l="l" t="t" r="r" b="b"/>
              <a:pathLst>
                <a:path w="294" h="293" extrusionOk="0">
                  <a:moveTo>
                    <a:pt x="166" y="268"/>
                  </a:moveTo>
                  <a:cubicBezTo>
                    <a:pt x="156" y="269"/>
                    <a:pt x="145" y="270"/>
                    <a:pt x="134" y="269"/>
                  </a:cubicBezTo>
                  <a:lnTo>
                    <a:pt x="117" y="293"/>
                  </a:lnTo>
                  <a:lnTo>
                    <a:pt x="71" y="276"/>
                  </a:lnTo>
                  <a:lnTo>
                    <a:pt x="75" y="246"/>
                  </a:lnTo>
                  <a:cubicBezTo>
                    <a:pt x="67" y="240"/>
                    <a:pt x="59" y="232"/>
                    <a:pt x="52" y="224"/>
                  </a:cubicBezTo>
                  <a:lnTo>
                    <a:pt x="22" y="229"/>
                  </a:lnTo>
                  <a:lnTo>
                    <a:pt x="2" y="184"/>
                  </a:lnTo>
                  <a:lnTo>
                    <a:pt x="26" y="166"/>
                  </a:lnTo>
                  <a:cubicBezTo>
                    <a:pt x="24" y="155"/>
                    <a:pt x="24" y="144"/>
                    <a:pt x="25" y="134"/>
                  </a:cubicBezTo>
                  <a:lnTo>
                    <a:pt x="0" y="117"/>
                  </a:lnTo>
                  <a:lnTo>
                    <a:pt x="18" y="71"/>
                  </a:lnTo>
                  <a:lnTo>
                    <a:pt x="48" y="75"/>
                  </a:lnTo>
                  <a:cubicBezTo>
                    <a:pt x="54" y="66"/>
                    <a:pt x="62" y="58"/>
                    <a:pt x="70" y="51"/>
                  </a:cubicBezTo>
                  <a:lnTo>
                    <a:pt x="64" y="22"/>
                  </a:lnTo>
                  <a:lnTo>
                    <a:pt x="110" y="2"/>
                  </a:lnTo>
                  <a:lnTo>
                    <a:pt x="128" y="26"/>
                  </a:lnTo>
                  <a:cubicBezTo>
                    <a:pt x="139" y="24"/>
                    <a:pt x="150" y="24"/>
                    <a:pt x="160" y="25"/>
                  </a:cubicBezTo>
                  <a:lnTo>
                    <a:pt x="177" y="0"/>
                  </a:lnTo>
                  <a:lnTo>
                    <a:pt x="223" y="18"/>
                  </a:lnTo>
                  <a:lnTo>
                    <a:pt x="219" y="48"/>
                  </a:lnTo>
                  <a:cubicBezTo>
                    <a:pt x="228" y="54"/>
                    <a:pt x="236" y="61"/>
                    <a:pt x="242" y="70"/>
                  </a:cubicBezTo>
                  <a:lnTo>
                    <a:pt x="272" y="64"/>
                  </a:lnTo>
                  <a:lnTo>
                    <a:pt x="292" y="110"/>
                  </a:lnTo>
                  <a:lnTo>
                    <a:pt x="268" y="127"/>
                  </a:lnTo>
                  <a:cubicBezTo>
                    <a:pt x="270" y="138"/>
                    <a:pt x="270" y="149"/>
                    <a:pt x="269" y="160"/>
                  </a:cubicBezTo>
                  <a:lnTo>
                    <a:pt x="294" y="177"/>
                  </a:lnTo>
                  <a:lnTo>
                    <a:pt x="276" y="223"/>
                  </a:lnTo>
                  <a:lnTo>
                    <a:pt x="246" y="219"/>
                  </a:lnTo>
                  <a:cubicBezTo>
                    <a:pt x="240" y="227"/>
                    <a:pt x="232" y="235"/>
                    <a:pt x="224" y="242"/>
                  </a:cubicBezTo>
                  <a:lnTo>
                    <a:pt x="230" y="272"/>
                  </a:lnTo>
                  <a:lnTo>
                    <a:pt x="184" y="292"/>
                  </a:lnTo>
                  <a:lnTo>
                    <a:pt x="166" y="268"/>
                  </a:lnTo>
                  <a:moveTo>
                    <a:pt x="167" y="196"/>
                  </a:moveTo>
                  <a:cubicBezTo>
                    <a:pt x="194" y="184"/>
                    <a:pt x="206" y="153"/>
                    <a:pt x="194" y="126"/>
                  </a:cubicBezTo>
                  <a:cubicBezTo>
                    <a:pt x="182" y="99"/>
                    <a:pt x="150" y="87"/>
                    <a:pt x="123" y="99"/>
                  </a:cubicBezTo>
                  <a:cubicBezTo>
                    <a:pt x="97" y="111"/>
                    <a:pt x="84" y="142"/>
                    <a:pt x="96" y="169"/>
                  </a:cubicBezTo>
                  <a:cubicBezTo>
                    <a:pt x="108" y="196"/>
                    <a:pt x="140" y="208"/>
                    <a:pt x="167" y="1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Contenidos contemplados</a:t>
            </a:r>
            <a:endParaRPr dirty="0"/>
          </a:p>
        </p:txBody>
      </p:sp>
      <p:graphicFrame>
        <p:nvGraphicFramePr>
          <p:cNvPr id="951" name="Google Shape;951;p27"/>
          <p:cNvGraphicFramePr/>
          <p:nvPr>
            <p:extLst>
              <p:ext uri="{D42A27DB-BD31-4B8C-83A1-F6EECF244321}">
                <p14:modId xmlns:p14="http://schemas.microsoft.com/office/powerpoint/2010/main" val="124337608"/>
              </p:ext>
            </p:extLst>
          </p:nvPr>
        </p:nvGraphicFramePr>
        <p:xfrm>
          <a:off x="720000" y="1578650"/>
          <a:ext cx="7704000" cy="1407750"/>
        </p:xfrm>
        <a:graphic>
          <a:graphicData uri="http://schemas.openxmlformats.org/drawingml/2006/table">
            <a:tbl>
              <a:tblPr>
                <a:noFill/>
                <a:tableStyleId>{C7EEF403-1EC8-4AC7-B937-B616F5BBB7A4}</a:tableStyleId>
              </a:tblPr>
              <a:tblGrid>
                <a:gridCol w="22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5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u="sng" dirty="0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¿Qué es forum? </a:t>
                      </a:r>
                      <a:r>
                        <a:rPr lang="es-CL" sz="1050" b="1" u="sng" dirty="0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r>
                        <a:rPr lang="en" sz="1050" b="1" u="sng" dirty="0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¿Qué permite?</a:t>
                      </a:r>
                      <a:endParaRPr sz="1050" b="1" u="sng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Aquí se hablará un poco de lo que es FORUM y que acciones permite realizar</a:t>
                      </a:r>
                      <a:endParaRPr sz="1000" dirty="0">
                        <a:solidFill>
                          <a:schemeClr val="dk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¿Cómo se compone?</a:t>
                      </a:r>
                      <a:endParaRPr sz="1100" b="1" u="sng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CL" sz="1000" dirty="0">
                          <a:solidFill>
                            <a:schemeClr val="dk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Se dará a conocer el como está construida la app</a:t>
                      </a:r>
                      <a:endParaRPr sz="1000" dirty="0">
                        <a:solidFill>
                          <a:schemeClr val="dk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¿Cómo se comporta?</a:t>
                      </a:r>
                      <a:endParaRPr sz="1100" b="1" u="sng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Se detalla que es lo que realiza la aplicación por el lado que no vemos.</a:t>
                      </a:r>
                      <a:endParaRPr sz="1000" dirty="0">
                        <a:solidFill>
                          <a:schemeClr val="dk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Diagrama de secuencia</a:t>
                      </a:r>
                      <a:endParaRPr sz="1100" b="1" u="sng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Permite ver que realiza cada botón.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5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Uso de la app</a:t>
                      </a:r>
                      <a:endParaRPr sz="1100" b="1" u="sng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Como se usaría en la vida diaria.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Google Shape;7466;p61">
            <a:extLst>
              <a:ext uri="{FF2B5EF4-FFF2-40B4-BE49-F238E27FC236}">
                <a16:creationId xmlns:a16="http://schemas.microsoft.com/office/drawing/2014/main" id="{8265388F-0344-8425-40D7-6A84521013AC}"/>
              </a:ext>
            </a:extLst>
          </p:cNvPr>
          <p:cNvGrpSpPr/>
          <p:nvPr/>
        </p:nvGrpSpPr>
        <p:grpSpPr>
          <a:xfrm>
            <a:off x="7021984" y="3944514"/>
            <a:ext cx="353645" cy="353645"/>
            <a:chOff x="-34003850" y="3227275"/>
            <a:chExt cx="291450" cy="291450"/>
          </a:xfrm>
        </p:grpSpPr>
        <p:sp>
          <p:nvSpPr>
            <p:cNvPr id="3" name="Google Shape;7467;p61">
              <a:extLst>
                <a:ext uri="{FF2B5EF4-FFF2-40B4-BE49-F238E27FC236}">
                  <a16:creationId xmlns:a16="http://schemas.microsoft.com/office/drawing/2014/main" id="{F60A3A14-B1D2-2435-D31B-5C83CC33A18F}"/>
                </a:ext>
              </a:extLst>
            </p:cNvPr>
            <p:cNvSpPr/>
            <p:nvPr/>
          </p:nvSpPr>
          <p:spPr>
            <a:xfrm>
              <a:off x="-33852625" y="3313925"/>
              <a:ext cx="128425" cy="49625"/>
            </a:xfrm>
            <a:custGeom>
              <a:avLst/>
              <a:gdLst/>
              <a:ahLst/>
              <a:cxnLst/>
              <a:rect l="l" t="t" r="r" b="b"/>
              <a:pathLst>
                <a:path w="5137" h="1985" extrusionOk="0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7468;p61">
              <a:extLst>
                <a:ext uri="{FF2B5EF4-FFF2-40B4-BE49-F238E27FC236}">
                  <a16:creationId xmlns:a16="http://schemas.microsoft.com/office/drawing/2014/main" id="{17C2A23A-1E8D-CD14-4DE8-720EAC9B803E}"/>
                </a:ext>
              </a:extLst>
            </p:cNvPr>
            <p:cNvSpPr/>
            <p:nvPr/>
          </p:nvSpPr>
          <p:spPr>
            <a:xfrm>
              <a:off x="-33866000" y="3328875"/>
              <a:ext cx="153600" cy="103200"/>
            </a:xfrm>
            <a:custGeom>
              <a:avLst/>
              <a:gdLst/>
              <a:ahLst/>
              <a:cxnLst/>
              <a:rect l="l" t="t" r="r" b="b"/>
              <a:pathLst>
                <a:path w="6144" h="4128" extrusionOk="0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7469;p61">
              <a:extLst>
                <a:ext uri="{FF2B5EF4-FFF2-40B4-BE49-F238E27FC236}">
                  <a16:creationId xmlns:a16="http://schemas.microsoft.com/office/drawing/2014/main" id="{42BFC6C7-9461-9623-A1EA-23A165A9CA1F}"/>
                </a:ext>
              </a:extLst>
            </p:cNvPr>
            <p:cNvSpPr/>
            <p:nvPr/>
          </p:nvSpPr>
          <p:spPr>
            <a:xfrm>
              <a:off x="-34003850" y="327925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470;p61">
              <a:extLst>
                <a:ext uri="{FF2B5EF4-FFF2-40B4-BE49-F238E27FC236}">
                  <a16:creationId xmlns:a16="http://schemas.microsoft.com/office/drawing/2014/main" id="{8C27F110-5AB0-EE74-B7D6-4B946549D49B}"/>
                </a:ext>
              </a:extLst>
            </p:cNvPr>
            <p:cNvSpPr/>
            <p:nvPr/>
          </p:nvSpPr>
          <p:spPr>
            <a:xfrm>
              <a:off x="-34003850" y="3227275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471;p61">
              <a:extLst>
                <a:ext uri="{FF2B5EF4-FFF2-40B4-BE49-F238E27FC236}">
                  <a16:creationId xmlns:a16="http://schemas.microsoft.com/office/drawing/2014/main" id="{85B28A53-5ACF-1979-0C3D-62E58493395B}"/>
                </a:ext>
              </a:extLst>
            </p:cNvPr>
            <p:cNvSpPr/>
            <p:nvPr/>
          </p:nvSpPr>
          <p:spPr>
            <a:xfrm>
              <a:off x="-34003850" y="3484050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7489;p61">
            <a:extLst>
              <a:ext uri="{FF2B5EF4-FFF2-40B4-BE49-F238E27FC236}">
                <a16:creationId xmlns:a16="http://schemas.microsoft.com/office/drawing/2014/main" id="{3E90E0B9-9A16-CF9F-4A3E-DAC466C44F08}"/>
              </a:ext>
            </a:extLst>
          </p:cNvPr>
          <p:cNvGrpSpPr/>
          <p:nvPr/>
        </p:nvGrpSpPr>
        <p:grpSpPr>
          <a:xfrm>
            <a:off x="4394707" y="3944514"/>
            <a:ext cx="354586" cy="353645"/>
            <a:chOff x="-30345325" y="3184750"/>
            <a:chExt cx="292225" cy="291450"/>
          </a:xfrm>
        </p:grpSpPr>
        <p:sp>
          <p:nvSpPr>
            <p:cNvPr id="9" name="Google Shape;7490;p61">
              <a:extLst>
                <a:ext uri="{FF2B5EF4-FFF2-40B4-BE49-F238E27FC236}">
                  <a16:creationId xmlns:a16="http://schemas.microsoft.com/office/drawing/2014/main" id="{9DB7446D-5684-76BE-2A7B-8888DA30B130}"/>
                </a:ext>
              </a:extLst>
            </p:cNvPr>
            <p:cNvSpPr/>
            <p:nvPr/>
          </p:nvSpPr>
          <p:spPr>
            <a:xfrm>
              <a:off x="-30328000" y="3184750"/>
              <a:ext cx="258375" cy="120950"/>
            </a:xfrm>
            <a:custGeom>
              <a:avLst/>
              <a:gdLst/>
              <a:ahLst/>
              <a:cxnLst/>
              <a:rect l="l" t="t" r="r" b="b"/>
              <a:pathLst>
                <a:path w="10335" h="483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2458"/>
                  </a:lnTo>
                  <a:cubicBezTo>
                    <a:pt x="1" y="2993"/>
                    <a:pt x="473" y="3466"/>
                    <a:pt x="1040" y="3466"/>
                  </a:cubicBezTo>
                  <a:lnTo>
                    <a:pt x="2048" y="3466"/>
                  </a:lnTo>
                  <a:lnTo>
                    <a:pt x="2048" y="4505"/>
                  </a:lnTo>
                  <a:cubicBezTo>
                    <a:pt x="2048" y="4663"/>
                    <a:pt x="2143" y="4757"/>
                    <a:pt x="2269" y="4820"/>
                  </a:cubicBezTo>
                  <a:cubicBezTo>
                    <a:pt x="2300" y="4831"/>
                    <a:pt x="2339" y="4838"/>
                    <a:pt x="2380" y="4838"/>
                  </a:cubicBezTo>
                  <a:cubicBezTo>
                    <a:pt x="2461" y="4838"/>
                    <a:pt x="2552" y="4810"/>
                    <a:pt x="2615" y="4726"/>
                  </a:cubicBezTo>
                  <a:lnTo>
                    <a:pt x="3876" y="3466"/>
                  </a:lnTo>
                  <a:lnTo>
                    <a:pt x="6365" y="3466"/>
                  </a:lnTo>
                  <a:lnTo>
                    <a:pt x="7625" y="4726"/>
                  </a:lnTo>
                  <a:cubicBezTo>
                    <a:pt x="7688" y="4810"/>
                    <a:pt x="7765" y="4838"/>
                    <a:pt x="7846" y="4838"/>
                  </a:cubicBezTo>
                  <a:cubicBezTo>
                    <a:pt x="7887" y="4838"/>
                    <a:pt x="7929" y="4831"/>
                    <a:pt x="7971" y="4820"/>
                  </a:cubicBezTo>
                  <a:cubicBezTo>
                    <a:pt x="8097" y="4789"/>
                    <a:pt x="8160" y="4631"/>
                    <a:pt x="8160" y="4505"/>
                  </a:cubicBezTo>
                  <a:lnTo>
                    <a:pt x="8160" y="3466"/>
                  </a:lnTo>
                  <a:lnTo>
                    <a:pt x="9231" y="3466"/>
                  </a:lnTo>
                  <a:cubicBezTo>
                    <a:pt x="9862" y="3466"/>
                    <a:pt x="10334" y="2993"/>
                    <a:pt x="10334" y="2458"/>
                  </a:cubicBezTo>
                  <a:lnTo>
                    <a:pt x="10334" y="1071"/>
                  </a:lnTo>
                  <a:cubicBezTo>
                    <a:pt x="10334" y="536"/>
                    <a:pt x="9862" y="0"/>
                    <a:pt x="9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491;p61">
              <a:extLst>
                <a:ext uri="{FF2B5EF4-FFF2-40B4-BE49-F238E27FC236}">
                  <a16:creationId xmlns:a16="http://schemas.microsoft.com/office/drawing/2014/main" id="{C7CB0D7F-91A9-CC39-0E6F-98652A1C31D8}"/>
                </a:ext>
              </a:extLst>
            </p:cNvPr>
            <p:cNvSpPr/>
            <p:nvPr/>
          </p:nvSpPr>
          <p:spPr>
            <a:xfrm>
              <a:off x="-30310675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599" y="1"/>
                    <a:pt x="1" y="631"/>
                    <a:pt x="1" y="1387"/>
                  </a:cubicBezTo>
                  <a:cubicBezTo>
                    <a:pt x="1" y="2143"/>
                    <a:pt x="599" y="2773"/>
                    <a:pt x="1387" y="2773"/>
                  </a:cubicBezTo>
                  <a:cubicBezTo>
                    <a:pt x="2143" y="2773"/>
                    <a:pt x="2742" y="2143"/>
                    <a:pt x="2742" y="1387"/>
                  </a:cubicBezTo>
                  <a:cubicBezTo>
                    <a:pt x="2742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492;p61">
              <a:extLst>
                <a:ext uri="{FF2B5EF4-FFF2-40B4-BE49-F238E27FC236}">
                  <a16:creationId xmlns:a16="http://schemas.microsoft.com/office/drawing/2014/main" id="{BA99E08A-F241-C233-99F2-607678F19036}"/>
                </a:ext>
              </a:extLst>
            </p:cNvPr>
            <p:cNvSpPr/>
            <p:nvPr/>
          </p:nvSpPr>
          <p:spPr>
            <a:xfrm>
              <a:off x="-30345325" y="3408425"/>
              <a:ext cx="137075" cy="67775"/>
            </a:xfrm>
            <a:custGeom>
              <a:avLst/>
              <a:gdLst/>
              <a:ahLst/>
              <a:cxnLst/>
              <a:rect l="l" t="t" r="r" b="b"/>
              <a:pathLst>
                <a:path w="5483" h="2711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32"/>
                  </a:cubicBezTo>
                  <a:cubicBezTo>
                    <a:pt x="0" y="2521"/>
                    <a:pt x="158" y="2710"/>
                    <a:pt x="378" y="2710"/>
                  </a:cubicBezTo>
                  <a:lnTo>
                    <a:pt x="5104" y="2710"/>
                  </a:lnTo>
                  <a:cubicBezTo>
                    <a:pt x="5325" y="2710"/>
                    <a:pt x="5482" y="2521"/>
                    <a:pt x="5482" y="2332"/>
                  </a:cubicBezTo>
                  <a:cubicBezTo>
                    <a:pt x="5262" y="977"/>
                    <a:pt x="4128" y="1"/>
                    <a:pt x="2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493;p61">
              <a:extLst>
                <a:ext uri="{FF2B5EF4-FFF2-40B4-BE49-F238E27FC236}">
                  <a16:creationId xmlns:a16="http://schemas.microsoft.com/office/drawing/2014/main" id="{573F3BD7-3C12-B9D5-CC39-1C83FCB94C83}"/>
                </a:ext>
              </a:extLst>
            </p:cNvPr>
            <p:cNvSpPr/>
            <p:nvPr/>
          </p:nvSpPr>
          <p:spPr>
            <a:xfrm>
              <a:off x="-30156300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87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494;p61">
              <a:extLst>
                <a:ext uri="{FF2B5EF4-FFF2-40B4-BE49-F238E27FC236}">
                  <a16:creationId xmlns:a16="http://schemas.microsoft.com/office/drawing/2014/main" id="{0BB7DB07-6EC9-1FA0-4B5A-6F480AA8C2EB}"/>
                </a:ext>
              </a:extLst>
            </p:cNvPr>
            <p:cNvSpPr/>
            <p:nvPr/>
          </p:nvSpPr>
          <p:spPr>
            <a:xfrm>
              <a:off x="-30190950" y="3408425"/>
              <a:ext cx="137850" cy="67775"/>
            </a:xfrm>
            <a:custGeom>
              <a:avLst/>
              <a:gdLst/>
              <a:ahLst/>
              <a:cxnLst/>
              <a:rect l="l" t="t" r="r" b="b"/>
              <a:pathLst>
                <a:path w="5514" h="2711" extrusionOk="0">
                  <a:moveTo>
                    <a:pt x="2773" y="1"/>
                  </a:moveTo>
                  <a:cubicBezTo>
                    <a:pt x="1387" y="1"/>
                    <a:pt x="252" y="1040"/>
                    <a:pt x="32" y="2332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67" y="2710"/>
                  </a:lnTo>
                  <a:cubicBezTo>
                    <a:pt x="5356" y="2710"/>
                    <a:pt x="5514" y="2521"/>
                    <a:pt x="5514" y="2332"/>
                  </a:cubicBezTo>
                  <a:cubicBezTo>
                    <a:pt x="5293" y="977"/>
                    <a:pt x="4128" y="1"/>
                    <a:pt x="2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7567;p61">
            <a:extLst>
              <a:ext uri="{FF2B5EF4-FFF2-40B4-BE49-F238E27FC236}">
                <a16:creationId xmlns:a16="http://schemas.microsoft.com/office/drawing/2014/main" id="{B09CCEC8-585E-D716-D9EB-462975842D23}"/>
              </a:ext>
            </a:extLst>
          </p:cNvPr>
          <p:cNvGrpSpPr/>
          <p:nvPr/>
        </p:nvGrpSpPr>
        <p:grpSpPr>
          <a:xfrm>
            <a:off x="1768371" y="3925903"/>
            <a:ext cx="354586" cy="353221"/>
            <a:chOff x="-35123050" y="3561225"/>
            <a:chExt cx="292225" cy="291100"/>
          </a:xfrm>
        </p:grpSpPr>
        <p:sp>
          <p:nvSpPr>
            <p:cNvPr id="15" name="Google Shape;7568;p61">
              <a:extLst>
                <a:ext uri="{FF2B5EF4-FFF2-40B4-BE49-F238E27FC236}">
                  <a16:creationId xmlns:a16="http://schemas.microsoft.com/office/drawing/2014/main" id="{AEBFC81C-F9FA-540F-8CD8-1F839709A0BF}"/>
                </a:ext>
              </a:extLst>
            </p:cNvPr>
            <p:cNvSpPr/>
            <p:nvPr/>
          </p:nvSpPr>
          <p:spPr>
            <a:xfrm>
              <a:off x="-35123050" y="3629750"/>
              <a:ext cx="205575" cy="222575"/>
            </a:xfrm>
            <a:custGeom>
              <a:avLst/>
              <a:gdLst/>
              <a:ahLst/>
              <a:cxnLst/>
              <a:rect l="l" t="t" r="r" b="b"/>
              <a:pathLst>
                <a:path w="8223" h="8903" extrusionOk="0">
                  <a:moveTo>
                    <a:pt x="2080" y="2710"/>
                  </a:moveTo>
                  <a:cubicBezTo>
                    <a:pt x="2458" y="2710"/>
                    <a:pt x="2741" y="3056"/>
                    <a:pt x="2741" y="3403"/>
                  </a:cubicBezTo>
                  <a:cubicBezTo>
                    <a:pt x="2741" y="3781"/>
                    <a:pt x="2426" y="4065"/>
                    <a:pt x="2080" y="4065"/>
                  </a:cubicBezTo>
                  <a:cubicBezTo>
                    <a:pt x="1733" y="4065"/>
                    <a:pt x="1418" y="3750"/>
                    <a:pt x="1418" y="3403"/>
                  </a:cubicBezTo>
                  <a:cubicBezTo>
                    <a:pt x="1418" y="3056"/>
                    <a:pt x="1670" y="2710"/>
                    <a:pt x="2080" y="2710"/>
                  </a:cubicBezTo>
                  <a:close/>
                  <a:moveTo>
                    <a:pt x="4127" y="2710"/>
                  </a:moveTo>
                  <a:cubicBezTo>
                    <a:pt x="4506" y="2710"/>
                    <a:pt x="4789" y="3056"/>
                    <a:pt x="4789" y="3403"/>
                  </a:cubicBezTo>
                  <a:cubicBezTo>
                    <a:pt x="4789" y="3781"/>
                    <a:pt x="4474" y="4065"/>
                    <a:pt x="4127" y="4065"/>
                  </a:cubicBezTo>
                  <a:cubicBezTo>
                    <a:pt x="3718" y="4065"/>
                    <a:pt x="3466" y="3750"/>
                    <a:pt x="3466" y="3403"/>
                  </a:cubicBezTo>
                  <a:cubicBezTo>
                    <a:pt x="3466" y="3056"/>
                    <a:pt x="3718" y="2710"/>
                    <a:pt x="4127" y="2710"/>
                  </a:cubicBezTo>
                  <a:close/>
                  <a:moveTo>
                    <a:pt x="6207" y="2710"/>
                  </a:moveTo>
                  <a:cubicBezTo>
                    <a:pt x="6616" y="2710"/>
                    <a:pt x="6868" y="3056"/>
                    <a:pt x="6868" y="3403"/>
                  </a:cubicBezTo>
                  <a:cubicBezTo>
                    <a:pt x="6868" y="3781"/>
                    <a:pt x="6553" y="4065"/>
                    <a:pt x="6207" y="4065"/>
                  </a:cubicBezTo>
                  <a:cubicBezTo>
                    <a:pt x="5829" y="4065"/>
                    <a:pt x="5545" y="3750"/>
                    <a:pt x="5545" y="3403"/>
                  </a:cubicBezTo>
                  <a:cubicBezTo>
                    <a:pt x="5514" y="3056"/>
                    <a:pt x="5829" y="2710"/>
                    <a:pt x="6207" y="2710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57"/>
                    <a:pt x="0" y="1702"/>
                  </a:cubicBezTo>
                  <a:lnTo>
                    <a:pt x="0" y="5136"/>
                  </a:lnTo>
                  <a:cubicBezTo>
                    <a:pt x="0" y="5955"/>
                    <a:pt x="630" y="6616"/>
                    <a:pt x="1418" y="6774"/>
                  </a:cubicBezTo>
                  <a:lnTo>
                    <a:pt x="1418" y="8570"/>
                  </a:lnTo>
                  <a:cubicBezTo>
                    <a:pt x="1418" y="8696"/>
                    <a:pt x="1481" y="8822"/>
                    <a:pt x="1607" y="8885"/>
                  </a:cubicBezTo>
                  <a:cubicBezTo>
                    <a:pt x="1649" y="8895"/>
                    <a:pt x="1695" y="8902"/>
                    <a:pt x="1739" y="8902"/>
                  </a:cubicBezTo>
                  <a:cubicBezTo>
                    <a:pt x="1828" y="8902"/>
                    <a:pt x="1912" y="8874"/>
                    <a:pt x="1954" y="8790"/>
                  </a:cubicBezTo>
                  <a:lnTo>
                    <a:pt x="3938" y="6837"/>
                  </a:lnTo>
                  <a:lnTo>
                    <a:pt x="6522" y="6837"/>
                  </a:lnTo>
                  <a:cubicBezTo>
                    <a:pt x="7467" y="6837"/>
                    <a:pt x="8223" y="6081"/>
                    <a:pt x="8223" y="5136"/>
                  </a:cubicBezTo>
                  <a:lnTo>
                    <a:pt x="8223" y="1702"/>
                  </a:lnTo>
                  <a:cubicBezTo>
                    <a:pt x="8223" y="757"/>
                    <a:pt x="7467" y="0"/>
                    <a:pt x="6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569;p61">
              <a:extLst>
                <a:ext uri="{FF2B5EF4-FFF2-40B4-BE49-F238E27FC236}">
                  <a16:creationId xmlns:a16="http://schemas.microsoft.com/office/drawing/2014/main" id="{945B98D9-47AD-255F-78D3-720524612243}"/>
                </a:ext>
              </a:extLst>
            </p:cNvPr>
            <p:cNvSpPr/>
            <p:nvPr/>
          </p:nvSpPr>
          <p:spPr>
            <a:xfrm>
              <a:off x="-35053750" y="3561225"/>
              <a:ext cx="222925" cy="221825"/>
            </a:xfrm>
            <a:custGeom>
              <a:avLst/>
              <a:gdLst/>
              <a:ahLst/>
              <a:cxnLst/>
              <a:rect l="l" t="t" r="r" b="b"/>
              <a:pathLst>
                <a:path w="8917" h="8873" extrusionOk="0">
                  <a:moveTo>
                    <a:pt x="1702" y="1"/>
                  </a:moveTo>
                  <a:cubicBezTo>
                    <a:pt x="757" y="1"/>
                    <a:pt x="1" y="725"/>
                    <a:pt x="1" y="1702"/>
                  </a:cubicBezTo>
                  <a:lnTo>
                    <a:pt x="1" y="2048"/>
                  </a:lnTo>
                  <a:lnTo>
                    <a:pt x="3781" y="2048"/>
                  </a:lnTo>
                  <a:cubicBezTo>
                    <a:pt x="5136" y="2048"/>
                    <a:pt x="6207" y="3088"/>
                    <a:pt x="6207" y="4443"/>
                  </a:cubicBezTo>
                  <a:lnTo>
                    <a:pt x="6207" y="7877"/>
                  </a:lnTo>
                  <a:lnTo>
                    <a:pt x="6207" y="8003"/>
                  </a:lnTo>
                  <a:lnTo>
                    <a:pt x="6995" y="8790"/>
                  </a:lnTo>
                  <a:cubicBezTo>
                    <a:pt x="7055" y="8850"/>
                    <a:pt x="7127" y="8872"/>
                    <a:pt x="7205" y="8872"/>
                  </a:cubicBezTo>
                  <a:cubicBezTo>
                    <a:pt x="7249" y="8872"/>
                    <a:pt x="7295" y="8865"/>
                    <a:pt x="7341" y="8853"/>
                  </a:cubicBezTo>
                  <a:cubicBezTo>
                    <a:pt x="7467" y="8822"/>
                    <a:pt x="7530" y="8664"/>
                    <a:pt x="7530" y="8538"/>
                  </a:cubicBezTo>
                  <a:lnTo>
                    <a:pt x="7530" y="6806"/>
                  </a:lnTo>
                  <a:cubicBezTo>
                    <a:pt x="8318" y="6648"/>
                    <a:pt x="8917" y="5955"/>
                    <a:pt x="8917" y="5104"/>
                  </a:cubicBezTo>
                  <a:lnTo>
                    <a:pt x="8917" y="1702"/>
                  </a:lnTo>
                  <a:cubicBezTo>
                    <a:pt x="8917" y="725"/>
                    <a:pt x="8129" y="1"/>
                    <a:pt x="7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/>
          <p:cNvSpPr txBox="1">
            <a:spLocks noGrp="1"/>
          </p:cNvSpPr>
          <p:nvPr>
            <p:ph type="title"/>
          </p:nvPr>
        </p:nvSpPr>
        <p:spPr>
          <a:xfrm>
            <a:off x="811975" y="752673"/>
            <a:ext cx="4294800" cy="9708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forum? y ¿Qué permite?</a:t>
            </a:r>
            <a:endParaRPr dirty="0"/>
          </a:p>
        </p:txBody>
      </p:sp>
      <p:sp>
        <p:nvSpPr>
          <p:cNvPr id="977" name="Google Shape;977;p29"/>
          <p:cNvSpPr txBox="1">
            <a:spLocks noGrp="1"/>
          </p:cNvSpPr>
          <p:nvPr>
            <p:ph type="subTitle" idx="1"/>
          </p:nvPr>
        </p:nvSpPr>
        <p:spPr>
          <a:xfrm>
            <a:off x="811975" y="1866025"/>
            <a:ext cx="4294800" cy="26478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En grandes rasgos Forum es una aplicación creada en Android Studio con lenguaje JAVA, que permite a los usuarios lo siguiente: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171450" indent="-171450"/>
            <a:r>
              <a:rPr lang="es-CL" dirty="0"/>
              <a:t>Crear un usuario nuevo</a:t>
            </a:r>
          </a:p>
          <a:p>
            <a:pPr marL="171450" indent="-171450"/>
            <a:r>
              <a:rPr lang="es-CL" dirty="0"/>
              <a:t>Crear una nueva publicación</a:t>
            </a:r>
          </a:p>
          <a:p>
            <a:pPr marL="171450" indent="-171450"/>
            <a:r>
              <a:rPr lang="es-CL" dirty="0"/>
              <a:t>Actualizar su publicación</a:t>
            </a:r>
          </a:p>
          <a:p>
            <a:pPr marL="171450" indent="-171450"/>
            <a:r>
              <a:rPr lang="es-CL" dirty="0"/>
              <a:t>Eliminar su publicación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Esto deja a los usuarios libertad de comentar lo que deseen mediante una aplicación, que de igual forma puede usarse como bloc de notas, anotación de fechas, entre otras cosas.</a:t>
            </a:r>
            <a:r>
              <a:rPr lang="es-ES" dirty="0"/>
              <a:t> Ya que, los datos son almacenados en el dispositivo.</a:t>
            </a:r>
          </a:p>
        </p:txBody>
      </p:sp>
      <p:grpSp>
        <p:nvGrpSpPr>
          <p:cNvPr id="978" name="Google Shape;978;p29"/>
          <p:cNvGrpSpPr/>
          <p:nvPr/>
        </p:nvGrpSpPr>
        <p:grpSpPr>
          <a:xfrm>
            <a:off x="4990776" y="173915"/>
            <a:ext cx="3565103" cy="4781911"/>
            <a:chOff x="4990776" y="173915"/>
            <a:chExt cx="3565103" cy="4781911"/>
          </a:xfrm>
        </p:grpSpPr>
        <p:grpSp>
          <p:nvGrpSpPr>
            <p:cNvPr id="979" name="Google Shape;979;p29"/>
            <p:cNvGrpSpPr/>
            <p:nvPr/>
          </p:nvGrpSpPr>
          <p:grpSpPr>
            <a:xfrm rot="-5400000">
              <a:off x="7792297" y="3706921"/>
              <a:ext cx="367390" cy="638263"/>
              <a:chOff x="5914097" y="1631784"/>
              <a:chExt cx="367390" cy="638263"/>
            </a:xfrm>
          </p:grpSpPr>
          <p:sp>
            <p:nvSpPr>
              <p:cNvPr id="980" name="Google Shape;980;p29"/>
              <p:cNvSpPr/>
              <p:nvPr/>
            </p:nvSpPr>
            <p:spPr>
              <a:xfrm>
                <a:off x="6227002" y="2215561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29"/>
              <p:cNvSpPr/>
              <p:nvPr/>
            </p:nvSpPr>
            <p:spPr>
              <a:xfrm>
                <a:off x="5914097" y="1631784"/>
                <a:ext cx="342483" cy="61802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397" extrusionOk="0">
                    <a:moveTo>
                      <a:pt x="220" y="397"/>
                    </a:moveTo>
                    <a:lnTo>
                      <a:pt x="51" y="397"/>
                    </a:lnTo>
                    <a:cubicBezTo>
                      <a:pt x="23" y="397"/>
                      <a:pt x="0" y="374"/>
                      <a:pt x="0" y="345"/>
                    </a:cubicBezTo>
                    <a:lnTo>
                      <a:pt x="0" y="51"/>
                    </a:lnTo>
                    <a:cubicBezTo>
                      <a:pt x="0" y="23"/>
                      <a:pt x="23" y="0"/>
                      <a:pt x="51" y="0"/>
                    </a:cubicBezTo>
                    <a:lnTo>
                      <a:pt x="136" y="0"/>
                    </a:lnTo>
                    <a:lnTo>
                      <a:pt x="136" y="6"/>
                    </a:lnTo>
                    <a:lnTo>
                      <a:pt x="51" y="6"/>
                    </a:lnTo>
                    <a:cubicBezTo>
                      <a:pt x="27" y="6"/>
                      <a:pt x="6" y="27"/>
                      <a:pt x="6" y="51"/>
                    </a:cubicBezTo>
                    <a:lnTo>
                      <a:pt x="6" y="345"/>
                    </a:lnTo>
                    <a:cubicBezTo>
                      <a:pt x="6" y="370"/>
                      <a:pt x="27" y="390"/>
                      <a:pt x="51" y="390"/>
                    </a:cubicBezTo>
                    <a:lnTo>
                      <a:pt x="220" y="390"/>
                    </a:lnTo>
                    <a:lnTo>
                      <a:pt x="220" y="39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" name="Google Shape;982;p29"/>
            <p:cNvSpPr/>
            <p:nvPr/>
          </p:nvSpPr>
          <p:spPr>
            <a:xfrm>
              <a:off x="7232649" y="173915"/>
              <a:ext cx="1095950" cy="1095950"/>
            </a:xfrm>
            <a:custGeom>
              <a:avLst/>
              <a:gdLst/>
              <a:ahLst/>
              <a:cxnLst/>
              <a:rect l="l" t="t" r="r" b="b"/>
              <a:pathLst>
                <a:path w="478" h="478" extrusionOk="0">
                  <a:moveTo>
                    <a:pt x="90" y="109"/>
                  </a:moveTo>
                  <a:cubicBezTo>
                    <a:pt x="102" y="95"/>
                    <a:pt x="115" y="84"/>
                    <a:pt x="130" y="74"/>
                  </a:cubicBezTo>
                  <a:lnTo>
                    <a:pt x="125" y="26"/>
                  </a:lnTo>
                  <a:lnTo>
                    <a:pt x="201" y="0"/>
                  </a:lnTo>
                  <a:lnTo>
                    <a:pt x="226" y="41"/>
                  </a:lnTo>
                  <a:cubicBezTo>
                    <a:pt x="243" y="40"/>
                    <a:pt x="261" y="41"/>
                    <a:pt x="278" y="45"/>
                  </a:cubicBezTo>
                  <a:lnTo>
                    <a:pt x="309" y="7"/>
                  </a:lnTo>
                  <a:lnTo>
                    <a:pt x="381" y="43"/>
                  </a:lnTo>
                  <a:lnTo>
                    <a:pt x="369" y="90"/>
                  </a:lnTo>
                  <a:cubicBezTo>
                    <a:pt x="383" y="101"/>
                    <a:pt x="394" y="115"/>
                    <a:pt x="404" y="129"/>
                  </a:cubicBezTo>
                  <a:lnTo>
                    <a:pt x="452" y="124"/>
                  </a:lnTo>
                  <a:lnTo>
                    <a:pt x="478" y="200"/>
                  </a:lnTo>
                  <a:lnTo>
                    <a:pt x="437" y="226"/>
                  </a:lnTo>
                  <a:cubicBezTo>
                    <a:pt x="438" y="243"/>
                    <a:pt x="437" y="260"/>
                    <a:pt x="433" y="278"/>
                  </a:cubicBezTo>
                  <a:lnTo>
                    <a:pt x="471" y="308"/>
                  </a:lnTo>
                  <a:lnTo>
                    <a:pt x="435" y="380"/>
                  </a:lnTo>
                  <a:lnTo>
                    <a:pt x="388" y="369"/>
                  </a:lnTo>
                  <a:cubicBezTo>
                    <a:pt x="377" y="382"/>
                    <a:pt x="363" y="394"/>
                    <a:pt x="349" y="404"/>
                  </a:cubicBezTo>
                  <a:lnTo>
                    <a:pt x="354" y="452"/>
                  </a:lnTo>
                  <a:lnTo>
                    <a:pt x="278" y="478"/>
                  </a:lnTo>
                  <a:lnTo>
                    <a:pt x="252" y="436"/>
                  </a:lnTo>
                  <a:cubicBezTo>
                    <a:pt x="235" y="438"/>
                    <a:pt x="218" y="436"/>
                    <a:pt x="200" y="433"/>
                  </a:cubicBezTo>
                  <a:lnTo>
                    <a:pt x="170" y="471"/>
                  </a:lnTo>
                  <a:lnTo>
                    <a:pt x="98" y="435"/>
                  </a:lnTo>
                  <a:lnTo>
                    <a:pt x="109" y="388"/>
                  </a:lnTo>
                  <a:cubicBezTo>
                    <a:pt x="96" y="376"/>
                    <a:pt x="84" y="363"/>
                    <a:pt x="74" y="349"/>
                  </a:cubicBezTo>
                  <a:lnTo>
                    <a:pt x="26" y="354"/>
                  </a:lnTo>
                  <a:lnTo>
                    <a:pt x="0" y="278"/>
                  </a:lnTo>
                  <a:lnTo>
                    <a:pt x="42" y="252"/>
                  </a:lnTo>
                  <a:cubicBezTo>
                    <a:pt x="41" y="235"/>
                    <a:pt x="42" y="217"/>
                    <a:pt x="45" y="200"/>
                  </a:cubicBezTo>
                  <a:lnTo>
                    <a:pt x="7" y="169"/>
                  </a:lnTo>
                  <a:lnTo>
                    <a:pt x="43" y="97"/>
                  </a:lnTo>
                  <a:lnTo>
                    <a:pt x="90" y="109"/>
                  </a:lnTo>
                  <a:moveTo>
                    <a:pt x="164" y="197"/>
                  </a:moveTo>
                  <a:cubicBezTo>
                    <a:pt x="143" y="240"/>
                    <a:pt x="160" y="292"/>
                    <a:pt x="203" y="313"/>
                  </a:cubicBezTo>
                  <a:cubicBezTo>
                    <a:pt x="246" y="334"/>
                    <a:pt x="297" y="317"/>
                    <a:pt x="318" y="274"/>
                  </a:cubicBezTo>
                  <a:cubicBezTo>
                    <a:pt x="339" y="232"/>
                    <a:pt x="322" y="179"/>
                    <a:pt x="279" y="158"/>
                  </a:cubicBezTo>
                  <a:cubicBezTo>
                    <a:pt x="236" y="137"/>
                    <a:pt x="185" y="155"/>
                    <a:pt x="164" y="1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</a:t>
              </a: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" name="Google Shape;983;p29"/>
            <p:cNvGrpSpPr/>
            <p:nvPr/>
          </p:nvGrpSpPr>
          <p:grpSpPr>
            <a:xfrm rot="10800000" flipH="1">
              <a:off x="5259180" y="972000"/>
              <a:ext cx="1629907" cy="509054"/>
              <a:chOff x="5401930" y="789587"/>
              <a:chExt cx="1629907" cy="509054"/>
            </a:xfrm>
          </p:grpSpPr>
          <p:sp>
            <p:nvSpPr>
              <p:cNvPr id="984" name="Google Shape;984;p29"/>
              <p:cNvSpPr/>
              <p:nvPr/>
            </p:nvSpPr>
            <p:spPr>
              <a:xfrm>
                <a:off x="5401930" y="1244155"/>
                <a:ext cx="54486" cy="54486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35" y="17"/>
                    </a:moveTo>
                    <a:cubicBezTo>
                      <a:pt x="35" y="27"/>
                      <a:pt x="27" y="35"/>
                      <a:pt x="17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29"/>
              <p:cNvSpPr/>
              <p:nvPr/>
            </p:nvSpPr>
            <p:spPr>
              <a:xfrm>
                <a:off x="5423724" y="789587"/>
                <a:ext cx="1608112" cy="4701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02" extrusionOk="0">
                    <a:moveTo>
                      <a:pt x="6" y="302"/>
                    </a:moveTo>
                    <a:lnTo>
                      <a:pt x="0" y="302"/>
                    </a:lnTo>
                    <a:lnTo>
                      <a:pt x="0" y="96"/>
                    </a:lnTo>
                    <a:cubicBezTo>
                      <a:pt x="0" y="43"/>
                      <a:pt x="43" y="0"/>
                      <a:pt x="95" y="0"/>
                    </a:cubicBezTo>
                    <a:lnTo>
                      <a:pt x="937" y="0"/>
                    </a:lnTo>
                    <a:cubicBezTo>
                      <a:pt x="990" y="0"/>
                      <a:pt x="1033" y="43"/>
                      <a:pt x="1033" y="96"/>
                    </a:cubicBezTo>
                    <a:lnTo>
                      <a:pt x="1033" y="129"/>
                    </a:lnTo>
                    <a:lnTo>
                      <a:pt x="1026" y="129"/>
                    </a:lnTo>
                    <a:lnTo>
                      <a:pt x="1026" y="96"/>
                    </a:lnTo>
                    <a:cubicBezTo>
                      <a:pt x="1026" y="47"/>
                      <a:pt x="986" y="7"/>
                      <a:pt x="937" y="7"/>
                    </a:cubicBezTo>
                    <a:lnTo>
                      <a:pt x="95" y="7"/>
                    </a:lnTo>
                    <a:cubicBezTo>
                      <a:pt x="46" y="7"/>
                      <a:pt x="6" y="47"/>
                      <a:pt x="6" y="96"/>
                    </a:cubicBezTo>
                    <a:lnTo>
                      <a:pt x="6" y="30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6" name="Google Shape;986;p29"/>
            <p:cNvSpPr/>
            <p:nvPr/>
          </p:nvSpPr>
          <p:spPr>
            <a:xfrm>
              <a:off x="5458047" y="1631785"/>
              <a:ext cx="516838" cy="516838"/>
            </a:xfrm>
            <a:custGeom>
              <a:avLst/>
              <a:gdLst/>
              <a:ahLst/>
              <a:cxnLst/>
              <a:rect l="l" t="t" r="r" b="b"/>
              <a:pathLst>
                <a:path w="332" h="332" extrusionOk="0">
                  <a:moveTo>
                    <a:pt x="62" y="75"/>
                  </a:moveTo>
                  <a:cubicBezTo>
                    <a:pt x="70" y="66"/>
                    <a:pt x="80" y="58"/>
                    <a:pt x="90" y="51"/>
                  </a:cubicBezTo>
                  <a:lnTo>
                    <a:pt x="86" y="18"/>
                  </a:lnTo>
                  <a:lnTo>
                    <a:pt x="139" y="0"/>
                  </a:lnTo>
                  <a:lnTo>
                    <a:pt x="157" y="28"/>
                  </a:lnTo>
                  <a:cubicBezTo>
                    <a:pt x="169" y="28"/>
                    <a:pt x="181" y="28"/>
                    <a:pt x="193" y="31"/>
                  </a:cubicBezTo>
                  <a:lnTo>
                    <a:pt x="214" y="5"/>
                  </a:lnTo>
                  <a:lnTo>
                    <a:pt x="265" y="29"/>
                  </a:lnTo>
                  <a:lnTo>
                    <a:pt x="257" y="62"/>
                  </a:lnTo>
                  <a:cubicBezTo>
                    <a:pt x="266" y="70"/>
                    <a:pt x="274" y="80"/>
                    <a:pt x="281" y="90"/>
                  </a:cubicBezTo>
                  <a:lnTo>
                    <a:pt x="314" y="86"/>
                  </a:lnTo>
                  <a:lnTo>
                    <a:pt x="332" y="139"/>
                  </a:lnTo>
                  <a:lnTo>
                    <a:pt x="304" y="157"/>
                  </a:lnTo>
                  <a:cubicBezTo>
                    <a:pt x="304" y="169"/>
                    <a:pt x="304" y="181"/>
                    <a:pt x="301" y="193"/>
                  </a:cubicBezTo>
                  <a:lnTo>
                    <a:pt x="327" y="214"/>
                  </a:lnTo>
                  <a:lnTo>
                    <a:pt x="303" y="264"/>
                  </a:lnTo>
                  <a:lnTo>
                    <a:pt x="270" y="257"/>
                  </a:lnTo>
                  <a:cubicBezTo>
                    <a:pt x="262" y="266"/>
                    <a:pt x="252" y="274"/>
                    <a:pt x="242" y="281"/>
                  </a:cubicBezTo>
                  <a:lnTo>
                    <a:pt x="246" y="314"/>
                  </a:lnTo>
                  <a:lnTo>
                    <a:pt x="193" y="332"/>
                  </a:lnTo>
                  <a:lnTo>
                    <a:pt x="175" y="303"/>
                  </a:lnTo>
                  <a:cubicBezTo>
                    <a:pt x="163" y="304"/>
                    <a:pt x="151" y="303"/>
                    <a:pt x="139" y="301"/>
                  </a:cubicBezTo>
                  <a:lnTo>
                    <a:pt x="118" y="327"/>
                  </a:lnTo>
                  <a:lnTo>
                    <a:pt x="68" y="303"/>
                  </a:lnTo>
                  <a:lnTo>
                    <a:pt x="75" y="270"/>
                  </a:lnTo>
                  <a:cubicBezTo>
                    <a:pt x="66" y="262"/>
                    <a:pt x="58" y="252"/>
                    <a:pt x="51" y="242"/>
                  </a:cubicBezTo>
                  <a:lnTo>
                    <a:pt x="18" y="246"/>
                  </a:lnTo>
                  <a:lnTo>
                    <a:pt x="0" y="193"/>
                  </a:lnTo>
                  <a:lnTo>
                    <a:pt x="29" y="175"/>
                  </a:lnTo>
                  <a:cubicBezTo>
                    <a:pt x="28" y="163"/>
                    <a:pt x="29" y="151"/>
                    <a:pt x="31" y="139"/>
                  </a:cubicBezTo>
                  <a:lnTo>
                    <a:pt x="5" y="117"/>
                  </a:lnTo>
                  <a:lnTo>
                    <a:pt x="29" y="67"/>
                  </a:lnTo>
                  <a:lnTo>
                    <a:pt x="62" y="75"/>
                  </a:lnTo>
                  <a:moveTo>
                    <a:pt x="113" y="137"/>
                  </a:moveTo>
                  <a:cubicBezTo>
                    <a:pt x="99" y="167"/>
                    <a:pt x="112" y="203"/>
                    <a:pt x="141" y="217"/>
                  </a:cubicBezTo>
                  <a:cubicBezTo>
                    <a:pt x="171" y="232"/>
                    <a:pt x="206" y="220"/>
                    <a:pt x="221" y="190"/>
                  </a:cubicBezTo>
                  <a:cubicBezTo>
                    <a:pt x="236" y="160"/>
                    <a:pt x="224" y="125"/>
                    <a:pt x="194" y="110"/>
                  </a:cubicBezTo>
                  <a:cubicBezTo>
                    <a:pt x="164" y="96"/>
                    <a:pt x="128" y="107"/>
                    <a:pt x="113" y="1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7" name="Google Shape;987;p29"/>
            <p:cNvGrpSpPr/>
            <p:nvPr/>
          </p:nvGrpSpPr>
          <p:grpSpPr>
            <a:xfrm>
              <a:off x="5743507" y="539743"/>
              <a:ext cx="2038446" cy="4064645"/>
              <a:chOff x="6019955" y="1071357"/>
              <a:chExt cx="1927244" cy="3627204"/>
            </a:xfrm>
          </p:grpSpPr>
          <p:sp>
            <p:nvSpPr>
              <p:cNvPr id="988" name="Google Shape;988;p29"/>
              <p:cNvSpPr/>
              <p:nvPr/>
            </p:nvSpPr>
            <p:spPr>
              <a:xfrm>
                <a:off x="6021512" y="1072914"/>
                <a:ext cx="1924131" cy="3622534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2327" extrusionOk="0">
                    <a:moveTo>
                      <a:pt x="1093" y="4"/>
                    </a:moveTo>
                    <a:lnTo>
                      <a:pt x="911" y="3"/>
                    </a:lnTo>
                    <a:cubicBezTo>
                      <a:pt x="886" y="3"/>
                      <a:pt x="866" y="21"/>
                      <a:pt x="866" y="44"/>
                    </a:cubicBezTo>
                    <a:lnTo>
                      <a:pt x="866" y="74"/>
                    </a:lnTo>
                    <a:cubicBezTo>
                      <a:pt x="866" y="97"/>
                      <a:pt x="846" y="115"/>
                      <a:pt x="822" y="115"/>
                    </a:cubicBezTo>
                    <a:lnTo>
                      <a:pt x="466" y="114"/>
                    </a:lnTo>
                    <a:cubicBezTo>
                      <a:pt x="442" y="114"/>
                      <a:pt x="422" y="95"/>
                      <a:pt x="422" y="72"/>
                    </a:cubicBezTo>
                    <a:lnTo>
                      <a:pt x="422" y="42"/>
                    </a:lnTo>
                    <a:cubicBezTo>
                      <a:pt x="422" y="19"/>
                      <a:pt x="403" y="1"/>
                      <a:pt x="378" y="1"/>
                    </a:cubicBezTo>
                    <a:lnTo>
                      <a:pt x="314" y="0"/>
                    </a:lnTo>
                    <a:lnTo>
                      <a:pt x="154" y="0"/>
                    </a:lnTo>
                    <a:cubicBezTo>
                      <a:pt x="75" y="-1"/>
                      <a:pt x="10" y="57"/>
                      <a:pt x="10" y="128"/>
                    </a:cubicBezTo>
                    <a:lnTo>
                      <a:pt x="0" y="2194"/>
                    </a:lnTo>
                    <a:cubicBezTo>
                      <a:pt x="0" y="2265"/>
                      <a:pt x="64" y="2323"/>
                      <a:pt x="143" y="2323"/>
                    </a:cubicBezTo>
                    <a:lnTo>
                      <a:pt x="1082" y="2327"/>
                    </a:lnTo>
                    <a:cubicBezTo>
                      <a:pt x="1162" y="2328"/>
                      <a:pt x="1226" y="2270"/>
                      <a:pt x="1226" y="2199"/>
                    </a:cubicBezTo>
                    <a:lnTo>
                      <a:pt x="1236" y="133"/>
                    </a:lnTo>
                    <a:cubicBezTo>
                      <a:pt x="1237" y="62"/>
                      <a:pt x="1173" y="4"/>
                      <a:pt x="1093" y="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29"/>
              <p:cNvSpPr/>
              <p:nvPr/>
            </p:nvSpPr>
            <p:spPr>
              <a:xfrm>
                <a:off x="6019955" y="1071357"/>
                <a:ext cx="1927244" cy="362720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2330" extrusionOk="0">
                    <a:moveTo>
                      <a:pt x="1094" y="5"/>
                    </a:moveTo>
                    <a:cubicBezTo>
                      <a:pt x="1094" y="5"/>
                      <a:pt x="1096" y="5"/>
                      <a:pt x="1099" y="5"/>
                    </a:cubicBezTo>
                    <a:cubicBezTo>
                      <a:pt x="1102" y="5"/>
                      <a:pt x="1107" y="5"/>
                      <a:pt x="1114" y="6"/>
                    </a:cubicBezTo>
                    <a:cubicBezTo>
                      <a:pt x="1126" y="7"/>
                      <a:pt x="1146" y="11"/>
                      <a:pt x="1167" y="23"/>
                    </a:cubicBezTo>
                    <a:cubicBezTo>
                      <a:pt x="1178" y="28"/>
                      <a:pt x="1189" y="36"/>
                      <a:pt x="1200" y="46"/>
                    </a:cubicBezTo>
                    <a:cubicBezTo>
                      <a:pt x="1210" y="57"/>
                      <a:pt x="1220" y="70"/>
                      <a:pt x="1227" y="85"/>
                    </a:cubicBezTo>
                    <a:cubicBezTo>
                      <a:pt x="1234" y="100"/>
                      <a:pt x="1238" y="118"/>
                      <a:pt x="1238" y="137"/>
                    </a:cubicBezTo>
                    <a:cubicBezTo>
                      <a:pt x="1238" y="156"/>
                      <a:pt x="1238" y="177"/>
                      <a:pt x="1238" y="198"/>
                    </a:cubicBezTo>
                    <a:cubicBezTo>
                      <a:pt x="1237" y="370"/>
                      <a:pt x="1236" y="618"/>
                      <a:pt x="1235" y="925"/>
                    </a:cubicBezTo>
                    <a:cubicBezTo>
                      <a:pt x="1233" y="1233"/>
                      <a:pt x="1232" y="1598"/>
                      <a:pt x="1230" y="2004"/>
                    </a:cubicBezTo>
                    <a:cubicBezTo>
                      <a:pt x="1230" y="2055"/>
                      <a:pt x="1229" y="2106"/>
                      <a:pt x="1229" y="2158"/>
                    </a:cubicBezTo>
                    <a:cubicBezTo>
                      <a:pt x="1229" y="2171"/>
                      <a:pt x="1229" y="2184"/>
                      <a:pt x="1229" y="2197"/>
                    </a:cubicBezTo>
                    <a:cubicBezTo>
                      <a:pt x="1229" y="2211"/>
                      <a:pt x="1227" y="2224"/>
                      <a:pt x="1223" y="2237"/>
                    </a:cubicBezTo>
                    <a:cubicBezTo>
                      <a:pt x="1219" y="2249"/>
                      <a:pt x="1212" y="2262"/>
                      <a:pt x="1204" y="2273"/>
                    </a:cubicBezTo>
                    <a:cubicBezTo>
                      <a:pt x="1195" y="2284"/>
                      <a:pt x="1185" y="2294"/>
                      <a:pt x="1173" y="2302"/>
                    </a:cubicBezTo>
                    <a:cubicBezTo>
                      <a:pt x="1162" y="2310"/>
                      <a:pt x="1148" y="2317"/>
                      <a:pt x="1134" y="2321"/>
                    </a:cubicBezTo>
                    <a:cubicBezTo>
                      <a:pt x="1127" y="2324"/>
                      <a:pt x="1120" y="2325"/>
                      <a:pt x="1113" y="2327"/>
                    </a:cubicBezTo>
                    <a:cubicBezTo>
                      <a:pt x="1105" y="2328"/>
                      <a:pt x="1098" y="2329"/>
                      <a:pt x="1090" y="2329"/>
                    </a:cubicBezTo>
                    <a:cubicBezTo>
                      <a:pt x="1060" y="2330"/>
                      <a:pt x="1030" y="2329"/>
                      <a:pt x="1000" y="2329"/>
                    </a:cubicBezTo>
                    <a:cubicBezTo>
                      <a:pt x="940" y="2329"/>
                      <a:pt x="879" y="2329"/>
                      <a:pt x="818" y="2329"/>
                    </a:cubicBezTo>
                    <a:cubicBezTo>
                      <a:pt x="695" y="2328"/>
                      <a:pt x="570" y="2328"/>
                      <a:pt x="443" y="2327"/>
                    </a:cubicBezTo>
                    <a:cubicBezTo>
                      <a:pt x="380" y="2327"/>
                      <a:pt x="316" y="2327"/>
                      <a:pt x="252" y="2326"/>
                    </a:cubicBezTo>
                    <a:cubicBezTo>
                      <a:pt x="220" y="2326"/>
                      <a:pt x="187" y="2326"/>
                      <a:pt x="155" y="2326"/>
                    </a:cubicBezTo>
                    <a:cubicBezTo>
                      <a:pt x="123" y="2327"/>
                      <a:pt x="89" y="2320"/>
                      <a:pt x="62" y="2303"/>
                    </a:cubicBezTo>
                    <a:cubicBezTo>
                      <a:pt x="35" y="2286"/>
                      <a:pt x="15" y="2260"/>
                      <a:pt x="5" y="2232"/>
                    </a:cubicBezTo>
                    <a:cubicBezTo>
                      <a:pt x="0" y="2218"/>
                      <a:pt x="0" y="2204"/>
                      <a:pt x="0" y="2189"/>
                    </a:cubicBezTo>
                    <a:cubicBezTo>
                      <a:pt x="1" y="2175"/>
                      <a:pt x="0" y="2160"/>
                      <a:pt x="0" y="2145"/>
                    </a:cubicBezTo>
                    <a:cubicBezTo>
                      <a:pt x="0" y="2087"/>
                      <a:pt x="0" y="2030"/>
                      <a:pt x="1" y="1973"/>
                    </a:cubicBezTo>
                    <a:cubicBezTo>
                      <a:pt x="1" y="1859"/>
                      <a:pt x="2" y="1746"/>
                      <a:pt x="2" y="1636"/>
                    </a:cubicBezTo>
                    <a:cubicBezTo>
                      <a:pt x="3" y="1415"/>
                      <a:pt x="4" y="1202"/>
                      <a:pt x="5" y="999"/>
                    </a:cubicBezTo>
                    <a:cubicBezTo>
                      <a:pt x="6" y="795"/>
                      <a:pt x="7" y="603"/>
                      <a:pt x="8" y="422"/>
                    </a:cubicBezTo>
                    <a:cubicBezTo>
                      <a:pt x="9" y="332"/>
                      <a:pt x="9" y="245"/>
                      <a:pt x="10" y="161"/>
                    </a:cubicBezTo>
                    <a:cubicBezTo>
                      <a:pt x="10" y="150"/>
                      <a:pt x="10" y="140"/>
                      <a:pt x="10" y="129"/>
                    </a:cubicBezTo>
                    <a:cubicBezTo>
                      <a:pt x="10" y="124"/>
                      <a:pt x="10" y="119"/>
                      <a:pt x="11" y="114"/>
                    </a:cubicBezTo>
                    <a:cubicBezTo>
                      <a:pt x="12" y="109"/>
                      <a:pt x="12" y="104"/>
                      <a:pt x="14" y="99"/>
                    </a:cubicBezTo>
                    <a:cubicBezTo>
                      <a:pt x="20" y="78"/>
                      <a:pt x="30" y="60"/>
                      <a:pt x="45" y="44"/>
                    </a:cubicBezTo>
                    <a:cubicBezTo>
                      <a:pt x="60" y="29"/>
                      <a:pt x="79" y="17"/>
                      <a:pt x="99" y="9"/>
                    </a:cubicBezTo>
                    <a:cubicBezTo>
                      <a:pt x="104" y="8"/>
                      <a:pt x="109" y="6"/>
                      <a:pt x="114" y="5"/>
                    </a:cubicBezTo>
                    <a:cubicBezTo>
                      <a:pt x="120" y="4"/>
                      <a:pt x="125" y="2"/>
                      <a:pt x="130" y="1"/>
                    </a:cubicBezTo>
                    <a:cubicBezTo>
                      <a:pt x="136" y="1"/>
                      <a:pt x="141" y="0"/>
                      <a:pt x="147" y="0"/>
                    </a:cubicBezTo>
                    <a:cubicBezTo>
                      <a:pt x="152" y="0"/>
                      <a:pt x="157" y="-1"/>
                      <a:pt x="163" y="0"/>
                    </a:cubicBezTo>
                    <a:cubicBezTo>
                      <a:pt x="205" y="0"/>
                      <a:pt x="247" y="0"/>
                      <a:pt x="287" y="0"/>
                    </a:cubicBezTo>
                    <a:cubicBezTo>
                      <a:pt x="308" y="0"/>
                      <a:pt x="328" y="0"/>
                      <a:pt x="348" y="0"/>
                    </a:cubicBezTo>
                    <a:cubicBezTo>
                      <a:pt x="357" y="0"/>
                      <a:pt x="367" y="0"/>
                      <a:pt x="377" y="0"/>
                    </a:cubicBezTo>
                    <a:cubicBezTo>
                      <a:pt x="387" y="0"/>
                      <a:pt x="397" y="3"/>
                      <a:pt x="405" y="8"/>
                    </a:cubicBezTo>
                    <a:cubicBezTo>
                      <a:pt x="413" y="13"/>
                      <a:pt x="419" y="21"/>
                      <a:pt x="422" y="29"/>
                    </a:cubicBezTo>
                    <a:cubicBezTo>
                      <a:pt x="425" y="38"/>
                      <a:pt x="424" y="46"/>
                      <a:pt x="424" y="55"/>
                    </a:cubicBezTo>
                    <a:cubicBezTo>
                      <a:pt x="424" y="59"/>
                      <a:pt x="424" y="63"/>
                      <a:pt x="424" y="67"/>
                    </a:cubicBezTo>
                    <a:cubicBezTo>
                      <a:pt x="424" y="72"/>
                      <a:pt x="424" y="76"/>
                      <a:pt x="425" y="80"/>
                    </a:cubicBezTo>
                    <a:cubicBezTo>
                      <a:pt x="426" y="88"/>
                      <a:pt x="430" y="95"/>
                      <a:pt x="436" y="101"/>
                    </a:cubicBezTo>
                    <a:cubicBezTo>
                      <a:pt x="442" y="107"/>
                      <a:pt x="450" y="111"/>
                      <a:pt x="458" y="113"/>
                    </a:cubicBezTo>
                    <a:cubicBezTo>
                      <a:pt x="462" y="114"/>
                      <a:pt x="467" y="114"/>
                      <a:pt x="471" y="114"/>
                    </a:cubicBezTo>
                    <a:cubicBezTo>
                      <a:pt x="476" y="114"/>
                      <a:pt x="480" y="114"/>
                      <a:pt x="484" y="114"/>
                    </a:cubicBezTo>
                    <a:cubicBezTo>
                      <a:pt x="502" y="114"/>
                      <a:pt x="519" y="114"/>
                      <a:pt x="536" y="114"/>
                    </a:cubicBezTo>
                    <a:cubicBezTo>
                      <a:pt x="604" y="114"/>
                      <a:pt x="667" y="115"/>
                      <a:pt x="725" y="115"/>
                    </a:cubicBezTo>
                    <a:cubicBezTo>
                      <a:pt x="754" y="115"/>
                      <a:pt x="782" y="115"/>
                      <a:pt x="808" y="115"/>
                    </a:cubicBezTo>
                    <a:cubicBezTo>
                      <a:pt x="815" y="115"/>
                      <a:pt x="821" y="116"/>
                      <a:pt x="828" y="115"/>
                    </a:cubicBezTo>
                    <a:cubicBezTo>
                      <a:pt x="834" y="115"/>
                      <a:pt x="840" y="113"/>
                      <a:pt x="845" y="110"/>
                    </a:cubicBezTo>
                    <a:cubicBezTo>
                      <a:pt x="856" y="104"/>
                      <a:pt x="863" y="94"/>
                      <a:pt x="865" y="84"/>
                    </a:cubicBezTo>
                    <a:cubicBezTo>
                      <a:pt x="867" y="78"/>
                      <a:pt x="866" y="73"/>
                      <a:pt x="866" y="68"/>
                    </a:cubicBezTo>
                    <a:cubicBezTo>
                      <a:pt x="866" y="63"/>
                      <a:pt x="867" y="58"/>
                      <a:pt x="867" y="52"/>
                    </a:cubicBezTo>
                    <a:cubicBezTo>
                      <a:pt x="867" y="47"/>
                      <a:pt x="866" y="42"/>
                      <a:pt x="867" y="37"/>
                    </a:cubicBezTo>
                    <a:cubicBezTo>
                      <a:pt x="869" y="33"/>
                      <a:pt x="870" y="28"/>
                      <a:pt x="873" y="24"/>
                    </a:cubicBezTo>
                    <a:cubicBezTo>
                      <a:pt x="878" y="15"/>
                      <a:pt x="887" y="9"/>
                      <a:pt x="896" y="6"/>
                    </a:cubicBezTo>
                    <a:cubicBezTo>
                      <a:pt x="906" y="2"/>
                      <a:pt x="916" y="4"/>
                      <a:pt x="925" y="3"/>
                    </a:cubicBezTo>
                    <a:cubicBezTo>
                      <a:pt x="961" y="4"/>
                      <a:pt x="992" y="4"/>
                      <a:pt x="1018" y="4"/>
                    </a:cubicBezTo>
                    <a:cubicBezTo>
                      <a:pt x="1043" y="4"/>
                      <a:pt x="1062" y="4"/>
                      <a:pt x="1075" y="4"/>
                    </a:cubicBezTo>
                    <a:cubicBezTo>
                      <a:pt x="1088" y="4"/>
                      <a:pt x="1094" y="5"/>
                      <a:pt x="1094" y="5"/>
                    </a:cubicBezTo>
                    <a:cubicBezTo>
                      <a:pt x="1094" y="5"/>
                      <a:pt x="1088" y="5"/>
                      <a:pt x="1075" y="5"/>
                    </a:cubicBezTo>
                    <a:cubicBezTo>
                      <a:pt x="1062" y="5"/>
                      <a:pt x="1043" y="5"/>
                      <a:pt x="1018" y="5"/>
                    </a:cubicBezTo>
                    <a:cubicBezTo>
                      <a:pt x="992" y="5"/>
                      <a:pt x="961" y="4"/>
                      <a:pt x="925" y="4"/>
                    </a:cubicBezTo>
                    <a:cubicBezTo>
                      <a:pt x="916" y="5"/>
                      <a:pt x="906" y="3"/>
                      <a:pt x="897" y="7"/>
                    </a:cubicBezTo>
                    <a:cubicBezTo>
                      <a:pt x="887" y="10"/>
                      <a:pt x="879" y="16"/>
                      <a:pt x="874" y="24"/>
                    </a:cubicBezTo>
                    <a:cubicBezTo>
                      <a:pt x="872" y="28"/>
                      <a:pt x="870" y="33"/>
                      <a:pt x="869" y="38"/>
                    </a:cubicBezTo>
                    <a:cubicBezTo>
                      <a:pt x="868" y="42"/>
                      <a:pt x="868" y="47"/>
                      <a:pt x="868" y="52"/>
                    </a:cubicBezTo>
                    <a:cubicBezTo>
                      <a:pt x="868" y="58"/>
                      <a:pt x="868" y="63"/>
                      <a:pt x="868" y="68"/>
                    </a:cubicBezTo>
                    <a:cubicBezTo>
                      <a:pt x="868" y="73"/>
                      <a:pt x="868" y="78"/>
                      <a:pt x="867" y="84"/>
                    </a:cubicBezTo>
                    <a:cubicBezTo>
                      <a:pt x="864" y="94"/>
                      <a:pt x="857" y="105"/>
                      <a:pt x="846" y="111"/>
                    </a:cubicBezTo>
                    <a:cubicBezTo>
                      <a:pt x="841" y="114"/>
                      <a:pt x="834" y="116"/>
                      <a:pt x="828" y="117"/>
                    </a:cubicBezTo>
                    <a:cubicBezTo>
                      <a:pt x="821" y="117"/>
                      <a:pt x="815" y="117"/>
                      <a:pt x="808" y="117"/>
                    </a:cubicBezTo>
                    <a:cubicBezTo>
                      <a:pt x="782" y="117"/>
                      <a:pt x="754" y="117"/>
                      <a:pt x="725" y="117"/>
                    </a:cubicBezTo>
                    <a:cubicBezTo>
                      <a:pt x="667" y="116"/>
                      <a:pt x="604" y="116"/>
                      <a:pt x="536" y="116"/>
                    </a:cubicBezTo>
                    <a:cubicBezTo>
                      <a:pt x="519" y="116"/>
                      <a:pt x="502" y="116"/>
                      <a:pt x="484" y="116"/>
                    </a:cubicBezTo>
                    <a:cubicBezTo>
                      <a:pt x="480" y="116"/>
                      <a:pt x="476" y="116"/>
                      <a:pt x="471" y="116"/>
                    </a:cubicBezTo>
                    <a:cubicBezTo>
                      <a:pt x="467" y="116"/>
                      <a:pt x="462" y="116"/>
                      <a:pt x="458" y="115"/>
                    </a:cubicBezTo>
                    <a:cubicBezTo>
                      <a:pt x="449" y="113"/>
                      <a:pt x="440" y="108"/>
                      <a:pt x="434" y="102"/>
                    </a:cubicBezTo>
                    <a:cubicBezTo>
                      <a:pt x="428" y="96"/>
                      <a:pt x="424" y="88"/>
                      <a:pt x="422" y="80"/>
                    </a:cubicBezTo>
                    <a:cubicBezTo>
                      <a:pt x="422" y="76"/>
                      <a:pt x="422" y="71"/>
                      <a:pt x="422" y="67"/>
                    </a:cubicBezTo>
                    <a:cubicBezTo>
                      <a:pt x="422" y="63"/>
                      <a:pt x="422" y="59"/>
                      <a:pt x="422" y="55"/>
                    </a:cubicBezTo>
                    <a:cubicBezTo>
                      <a:pt x="422" y="46"/>
                      <a:pt x="423" y="38"/>
                      <a:pt x="420" y="30"/>
                    </a:cubicBezTo>
                    <a:cubicBezTo>
                      <a:pt x="417" y="22"/>
                      <a:pt x="411" y="15"/>
                      <a:pt x="403" y="10"/>
                    </a:cubicBezTo>
                    <a:cubicBezTo>
                      <a:pt x="396" y="5"/>
                      <a:pt x="387" y="2"/>
                      <a:pt x="377" y="3"/>
                    </a:cubicBezTo>
                    <a:cubicBezTo>
                      <a:pt x="367" y="3"/>
                      <a:pt x="357" y="2"/>
                      <a:pt x="347" y="2"/>
                    </a:cubicBezTo>
                    <a:cubicBezTo>
                      <a:pt x="328" y="2"/>
                      <a:pt x="308" y="2"/>
                      <a:pt x="287" y="2"/>
                    </a:cubicBezTo>
                    <a:cubicBezTo>
                      <a:pt x="247" y="2"/>
                      <a:pt x="205" y="2"/>
                      <a:pt x="163" y="2"/>
                    </a:cubicBezTo>
                    <a:cubicBezTo>
                      <a:pt x="157" y="2"/>
                      <a:pt x="152" y="2"/>
                      <a:pt x="147" y="2"/>
                    </a:cubicBezTo>
                    <a:cubicBezTo>
                      <a:pt x="141" y="2"/>
                      <a:pt x="136" y="3"/>
                      <a:pt x="131" y="4"/>
                    </a:cubicBezTo>
                    <a:cubicBezTo>
                      <a:pt x="125" y="4"/>
                      <a:pt x="120" y="6"/>
                      <a:pt x="115" y="7"/>
                    </a:cubicBezTo>
                    <a:cubicBezTo>
                      <a:pt x="110" y="8"/>
                      <a:pt x="105" y="10"/>
                      <a:pt x="100" y="12"/>
                    </a:cubicBezTo>
                    <a:cubicBezTo>
                      <a:pt x="80" y="19"/>
                      <a:pt x="62" y="31"/>
                      <a:pt x="47" y="46"/>
                    </a:cubicBezTo>
                    <a:cubicBezTo>
                      <a:pt x="32" y="61"/>
                      <a:pt x="22" y="79"/>
                      <a:pt x="17" y="99"/>
                    </a:cubicBezTo>
                    <a:cubicBezTo>
                      <a:pt x="11" y="119"/>
                      <a:pt x="13" y="140"/>
                      <a:pt x="12" y="161"/>
                    </a:cubicBezTo>
                    <a:cubicBezTo>
                      <a:pt x="12" y="244"/>
                      <a:pt x="11" y="332"/>
                      <a:pt x="11" y="422"/>
                    </a:cubicBezTo>
                    <a:cubicBezTo>
                      <a:pt x="10" y="602"/>
                      <a:pt x="9" y="795"/>
                      <a:pt x="9" y="999"/>
                    </a:cubicBezTo>
                    <a:cubicBezTo>
                      <a:pt x="8" y="1202"/>
                      <a:pt x="7" y="1415"/>
                      <a:pt x="6" y="1636"/>
                    </a:cubicBezTo>
                    <a:cubicBezTo>
                      <a:pt x="5" y="1746"/>
                      <a:pt x="5" y="1859"/>
                      <a:pt x="4" y="1973"/>
                    </a:cubicBezTo>
                    <a:cubicBezTo>
                      <a:pt x="4" y="2030"/>
                      <a:pt x="4" y="2087"/>
                      <a:pt x="3" y="2145"/>
                    </a:cubicBezTo>
                    <a:cubicBezTo>
                      <a:pt x="3" y="2160"/>
                      <a:pt x="3" y="2174"/>
                      <a:pt x="3" y="2189"/>
                    </a:cubicBezTo>
                    <a:cubicBezTo>
                      <a:pt x="3" y="2203"/>
                      <a:pt x="4" y="2217"/>
                      <a:pt x="9" y="2231"/>
                    </a:cubicBezTo>
                    <a:cubicBezTo>
                      <a:pt x="18" y="2259"/>
                      <a:pt x="38" y="2284"/>
                      <a:pt x="64" y="2300"/>
                    </a:cubicBezTo>
                    <a:cubicBezTo>
                      <a:pt x="91" y="2317"/>
                      <a:pt x="123" y="2324"/>
                      <a:pt x="155" y="2323"/>
                    </a:cubicBezTo>
                    <a:cubicBezTo>
                      <a:pt x="187" y="2323"/>
                      <a:pt x="220" y="2323"/>
                      <a:pt x="252" y="2323"/>
                    </a:cubicBezTo>
                    <a:cubicBezTo>
                      <a:pt x="316" y="2324"/>
                      <a:pt x="380" y="2324"/>
                      <a:pt x="443" y="2324"/>
                    </a:cubicBezTo>
                    <a:cubicBezTo>
                      <a:pt x="570" y="2325"/>
                      <a:pt x="695" y="2325"/>
                      <a:pt x="818" y="2326"/>
                    </a:cubicBezTo>
                    <a:cubicBezTo>
                      <a:pt x="879" y="2326"/>
                      <a:pt x="940" y="2326"/>
                      <a:pt x="1000" y="2326"/>
                    </a:cubicBezTo>
                    <a:cubicBezTo>
                      <a:pt x="1030" y="2326"/>
                      <a:pt x="1060" y="2327"/>
                      <a:pt x="1090" y="2326"/>
                    </a:cubicBezTo>
                    <a:cubicBezTo>
                      <a:pt x="1097" y="2326"/>
                      <a:pt x="1105" y="2325"/>
                      <a:pt x="1112" y="2324"/>
                    </a:cubicBezTo>
                    <a:cubicBezTo>
                      <a:pt x="1119" y="2323"/>
                      <a:pt x="1126" y="2321"/>
                      <a:pt x="1133" y="2319"/>
                    </a:cubicBezTo>
                    <a:cubicBezTo>
                      <a:pt x="1147" y="2314"/>
                      <a:pt x="1160" y="2308"/>
                      <a:pt x="1171" y="2299"/>
                    </a:cubicBezTo>
                    <a:cubicBezTo>
                      <a:pt x="1183" y="2291"/>
                      <a:pt x="1193" y="2282"/>
                      <a:pt x="1201" y="2271"/>
                    </a:cubicBezTo>
                    <a:cubicBezTo>
                      <a:pt x="1209" y="2260"/>
                      <a:pt x="1215" y="2248"/>
                      <a:pt x="1220" y="2236"/>
                    </a:cubicBezTo>
                    <a:cubicBezTo>
                      <a:pt x="1228" y="2211"/>
                      <a:pt x="1225" y="2184"/>
                      <a:pt x="1226" y="2158"/>
                    </a:cubicBezTo>
                    <a:cubicBezTo>
                      <a:pt x="1226" y="2106"/>
                      <a:pt x="1226" y="2055"/>
                      <a:pt x="1227" y="2004"/>
                    </a:cubicBezTo>
                    <a:cubicBezTo>
                      <a:pt x="1229" y="1598"/>
                      <a:pt x="1231" y="1233"/>
                      <a:pt x="1232" y="925"/>
                    </a:cubicBezTo>
                    <a:cubicBezTo>
                      <a:pt x="1234" y="618"/>
                      <a:pt x="1235" y="370"/>
                      <a:pt x="1236" y="198"/>
                    </a:cubicBezTo>
                    <a:cubicBezTo>
                      <a:pt x="1236" y="177"/>
                      <a:pt x="1236" y="156"/>
                      <a:pt x="1236" y="137"/>
                    </a:cubicBezTo>
                    <a:cubicBezTo>
                      <a:pt x="1237" y="118"/>
                      <a:pt x="1233" y="101"/>
                      <a:pt x="1226" y="85"/>
                    </a:cubicBezTo>
                    <a:cubicBezTo>
                      <a:pt x="1219" y="70"/>
                      <a:pt x="1210" y="57"/>
                      <a:pt x="1199" y="47"/>
                    </a:cubicBezTo>
                    <a:cubicBezTo>
                      <a:pt x="1189" y="37"/>
                      <a:pt x="1178" y="29"/>
                      <a:pt x="1167" y="23"/>
                    </a:cubicBezTo>
                    <a:cubicBezTo>
                      <a:pt x="1146" y="11"/>
                      <a:pt x="1126" y="7"/>
                      <a:pt x="1114" y="6"/>
                    </a:cubicBezTo>
                    <a:cubicBezTo>
                      <a:pt x="1107" y="5"/>
                      <a:pt x="1102" y="5"/>
                      <a:pt x="1099" y="5"/>
                    </a:cubicBezTo>
                    <a:cubicBezTo>
                      <a:pt x="1096" y="5"/>
                      <a:pt x="1094" y="4"/>
                      <a:pt x="1094" y="4"/>
                    </a:cubicBezTo>
                    <a:lnTo>
                      <a:pt x="1094" y="5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0" name="Google Shape;990;p29"/>
            <p:cNvGrpSpPr/>
            <p:nvPr/>
          </p:nvGrpSpPr>
          <p:grpSpPr>
            <a:xfrm>
              <a:off x="5106775" y="4252177"/>
              <a:ext cx="726166" cy="703650"/>
              <a:chOff x="5259175" y="4018652"/>
              <a:chExt cx="726166" cy="703650"/>
            </a:xfrm>
          </p:grpSpPr>
          <p:sp>
            <p:nvSpPr>
              <p:cNvPr id="991" name="Google Shape;991;p29"/>
              <p:cNvSpPr/>
              <p:nvPr/>
            </p:nvSpPr>
            <p:spPr>
              <a:xfrm>
                <a:off x="5259175" y="4018652"/>
                <a:ext cx="726166" cy="7036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06" extrusionOk="0">
                    <a:moveTo>
                      <a:pt x="0" y="0"/>
                    </a:moveTo>
                    <a:lnTo>
                      <a:pt x="419" y="0"/>
                    </a:lnTo>
                    <a:lnTo>
                      <a:pt x="419" y="406"/>
                    </a:lnTo>
                    <a:lnTo>
                      <a:pt x="0" y="4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29"/>
              <p:cNvSpPr/>
              <p:nvPr/>
            </p:nvSpPr>
            <p:spPr>
              <a:xfrm>
                <a:off x="5333698" y="4280354"/>
                <a:ext cx="615248" cy="362224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09" extrusionOk="0">
                    <a:moveTo>
                      <a:pt x="0" y="209"/>
                    </a:moveTo>
                    <a:lnTo>
                      <a:pt x="116" y="0"/>
                    </a:lnTo>
                    <a:lnTo>
                      <a:pt x="211" y="133"/>
                    </a:lnTo>
                    <a:lnTo>
                      <a:pt x="269" y="63"/>
                    </a:lnTo>
                    <a:lnTo>
                      <a:pt x="355" y="209"/>
                    </a:lnTo>
                    <a:lnTo>
                      <a:pt x="0" y="2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30225" rIns="90000" bIns="302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29"/>
              <p:cNvSpPr/>
              <p:nvPr/>
            </p:nvSpPr>
            <p:spPr>
              <a:xfrm>
                <a:off x="5664718" y="4157302"/>
                <a:ext cx="105719" cy="1039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60" extrusionOk="0">
                    <a:moveTo>
                      <a:pt x="61" y="30"/>
                    </a:moveTo>
                    <a:cubicBezTo>
                      <a:pt x="61" y="47"/>
                      <a:pt x="48" y="60"/>
                      <a:pt x="31" y="60"/>
                    </a:cubicBezTo>
                    <a:cubicBezTo>
                      <a:pt x="15" y="60"/>
                      <a:pt x="0" y="47"/>
                      <a:pt x="0" y="30"/>
                    </a:cubicBezTo>
                    <a:cubicBezTo>
                      <a:pt x="0" y="14"/>
                      <a:pt x="15" y="0"/>
                      <a:pt x="31" y="0"/>
                    </a:cubicBezTo>
                    <a:cubicBezTo>
                      <a:pt x="48" y="0"/>
                      <a:pt x="61" y="14"/>
                      <a:pt x="61" y="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29"/>
              <p:cNvSpPr/>
              <p:nvPr/>
            </p:nvSpPr>
            <p:spPr>
              <a:xfrm>
                <a:off x="5312901" y="4072379"/>
                <a:ext cx="620447" cy="594463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43" extrusionOk="0">
                    <a:moveTo>
                      <a:pt x="356" y="341"/>
                    </a:moveTo>
                    <a:lnTo>
                      <a:pt x="356" y="339"/>
                    </a:lnTo>
                    <a:cubicBezTo>
                      <a:pt x="356" y="338"/>
                      <a:pt x="356" y="337"/>
                      <a:pt x="356" y="335"/>
                    </a:cubicBezTo>
                    <a:cubicBezTo>
                      <a:pt x="356" y="330"/>
                      <a:pt x="356" y="324"/>
                      <a:pt x="356" y="316"/>
                    </a:cubicBezTo>
                    <a:cubicBezTo>
                      <a:pt x="355" y="300"/>
                      <a:pt x="355" y="277"/>
                      <a:pt x="355" y="247"/>
                    </a:cubicBezTo>
                    <a:cubicBezTo>
                      <a:pt x="355" y="188"/>
                      <a:pt x="355" y="104"/>
                      <a:pt x="354" y="2"/>
                    </a:cubicBezTo>
                    <a:lnTo>
                      <a:pt x="356" y="4"/>
                    </a:lnTo>
                    <a:cubicBezTo>
                      <a:pt x="253" y="4"/>
                      <a:pt x="131" y="4"/>
                      <a:pt x="1" y="4"/>
                    </a:cubicBezTo>
                    <a:cubicBezTo>
                      <a:pt x="1" y="5"/>
                      <a:pt x="5" y="0"/>
                      <a:pt x="3" y="2"/>
                    </a:cubicBezTo>
                    <a:lnTo>
                      <a:pt x="3" y="2"/>
                    </a:lnTo>
                    <a:lnTo>
                      <a:pt x="3" y="48"/>
                    </a:lnTo>
                    <a:cubicBezTo>
                      <a:pt x="3" y="63"/>
                      <a:pt x="3" y="79"/>
                      <a:pt x="3" y="93"/>
                    </a:cubicBezTo>
                    <a:cubicBezTo>
                      <a:pt x="3" y="123"/>
                      <a:pt x="3" y="152"/>
                      <a:pt x="3" y="181"/>
                    </a:cubicBezTo>
                    <a:cubicBezTo>
                      <a:pt x="3" y="238"/>
                      <a:pt x="3" y="292"/>
                      <a:pt x="3" y="341"/>
                    </a:cubicBezTo>
                    <a:lnTo>
                      <a:pt x="1" y="339"/>
                    </a:lnTo>
                    <a:cubicBezTo>
                      <a:pt x="107" y="340"/>
                      <a:pt x="196" y="340"/>
                      <a:pt x="258" y="340"/>
                    </a:cubicBezTo>
                    <a:cubicBezTo>
                      <a:pt x="289" y="340"/>
                      <a:pt x="313" y="340"/>
                      <a:pt x="330" y="341"/>
                    </a:cubicBezTo>
                    <a:cubicBezTo>
                      <a:pt x="338" y="341"/>
                      <a:pt x="345" y="341"/>
                      <a:pt x="349" y="341"/>
                    </a:cubicBezTo>
                    <a:cubicBezTo>
                      <a:pt x="351" y="341"/>
                      <a:pt x="353" y="341"/>
                      <a:pt x="354" y="341"/>
                    </a:cubicBezTo>
                    <a:cubicBezTo>
                      <a:pt x="355" y="341"/>
                      <a:pt x="356" y="341"/>
                      <a:pt x="356" y="341"/>
                    </a:cubicBezTo>
                    <a:lnTo>
                      <a:pt x="354" y="341"/>
                    </a:lnTo>
                    <a:cubicBezTo>
                      <a:pt x="353" y="341"/>
                      <a:pt x="352" y="341"/>
                      <a:pt x="350" y="341"/>
                    </a:cubicBezTo>
                    <a:cubicBezTo>
                      <a:pt x="345" y="341"/>
                      <a:pt x="339" y="341"/>
                      <a:pt x="331" y="341"/>
                    </a:cubicBezTo>
                    <a:cubicBezTo>
                      <a:pt x="314" y="342"/>
                      <a:pt x="290" y="342"/>
                      <a:pt x="259" y="342"/>
                    </a:cubicBezTo>
                    <a:cubicBezTo>
                      <a:pt x="197" y="342"/>
                      <a:pt x="108" y="342"/>
                      <a:pt x="1" y="343"/>
                    </a:cubicBezTo>
                    <a:lnTo>
                      <a:pt x="0" y="343"/>
                    </a:lnTo>
                    <a:lnTo>
                      <a:pt x="0" y="341"/>
                    </a:lnTo>
                    <a:cubicBezTo>
                      <a:pt x="0" y="292"/>
                      <a:pt x="0" y="238"/>
                      <a:pt x="0" y="181"/>
                    </a:cubicBezTo>
                    <a:cubicBezTo>
                      <a:pt x="0" y="152"/>
                      <a:pt x="0" y="123"/>
                      <a:pt x="0" y="93"/>
                    </a:cubicBezTo>
                    <a:cubicBezTo>
                      <a:pt x="0" y="78"/>
                      <a:pt x="0" y="63"/>
                      <a:pt x="0" y="48"/>
                    </a:cubicBezTo>
                    <a:lnTo>
                      <a:pt x="0" y="2"/>
                    </a:lnTo>
                    <a:lnTo>
                      <a:pt x="0" y="2"/>
                    </a:lnTo>
                    <a:cubicBezTo>
                      <a:pt x="-2" y="4"/>
                      <a:pt x="2" y="0"/>
                      <a:pt x="2" y="0"/>
                    </a:cubicBezTo>
                    <a:cubicBezTo>
                      <a:pt x="132" y="0"/>
                      <a:pt x="253" y="0"/>
                      <a:pt x="356" y="0"/>
                    </a:cubicBezTo>
                    <a:lnTo>
                      <a:pt x="358" y="0"/>
                    </a:lnTo>
                    <a:lnTo>
                      <a:pt x="358" y="2"/>
                    </a:lnTo>
                    <a:cubicBezTo>
                      <a:pt x="358" y="104"/>
                      <a:pt x="357" y="189"/>
                      <a:pt x="357" y="249"/>
                    </a:cubicBezTo>
                    <a:cubicBezTo>
                      <a:pt x="357" y="278"/>
                      <a:pt x="357" y="301"/>
                      <a:pt x="357" y="317"/>
                    </a:cubicBezTo>
                    <a:cubicBezTo>
                      <a:pt x="356" y="325"/>
                      <a:pt x="356" y="331"/>
                      <a:pt x="356" y="335"/>
                    </a:cubicBezTo>
                    <a:cubicBezTo>
                      <a:pt x="356" y="337"/>
                      <a:pt x="356" y="338"/>
                      <a:pt x="356" y="340"/>
                    </a:cubicBezTo>
                    <a:cubicBezTo>
                      <a:pt x="356" y="341"/>
                      <a:pt x="356" y="341"/>
                      <a:pt x="356" y="3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5" name="Google Shape;995;p29"/>
            <p:cNvSpPr/>
            <p:nvPr/>
          </p:nvSpPr>
          <p:spPr>
            <a:xfrm>
              <a:off x="8155796" y="3367253"/>
              <a:ext cx="400082" cy="400082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28" y="96"/>
                  </a:moveTo>
                  <a:cubicBezTo>
                    <a:pt x="31" y="87"/>
                    <a:pt x="35" y="78"/>
                    <a:pt x="40" y="70"/>
                  </a:cubicBezTo>
                  <a:lnTo>
                    <a:pt x="28" y="48"/>
                  </a:lnTo>
                  <a:lnTo>
                    <a:pt x="60" y="19"/>
                  </a:lnTo>
                  <a:lnTo>
                    <a:pt x="81" y="34"/>
                  </a:lnTo>
                  <a:cubicBezTo>
                    <a:pt x="89" y="30"/>
                    <a:pt x="98" y="27"/>
                    <a:pt x="107" y="25"/>
                  </a:cubicBezTo>
                  <a:lnTo>
                    <a:pt x="114" y="0"/>
                  </a:lnTo>
                  <a:lnTo>
                    <a:pt x="157" y="2"/>
                  </a:lnTo>
                  <a:lnTo>
                    <a:pt x="162" y="28"/>
                  </a:lnTo>
                  <a:cubicBezTo>
                    <a:pt x="170" y="31"/>
                    <a:pt x="179" y="35"/>
                    <a:pt x="187" y="40"/>
                  </a:cubicBezTo>
                  <a:lnTo>
                    <a:pt x="209" y="28"/>
                  </a:lnTo>
                  <a:lnTo>
                    <a:pt x="238" y="60"/>
                  </a:lnTo>
                  <a:lnTo>
                    <a:pt x="223" y="81"/>
                  </a:lnTo>
                  <a:cubicBezTo>
                    <a:pt x="227" y="89"/>
                    <a:pt x="230" y="98"/>
                    <a:pt x="232" y="107"/>
                  </a:cubicBezTo>
                  <a:lnTo>
                    <a:pt x="257" y="114"/>
                  </a:lnTo>
                  <a:lnTo>
                    <a:pt x="255" y="157"/>
                  </a:lnTo>
                  <a:lnTo>
                    <a:pt x="229" y="161"/>
                  </a:lnTo>
                  <a:cubicBezTo>
                    <a:pt x="226" y="170"/>
                    <a:pt x="222" y="179"/>
                    <a:pt x="217" y="186"/>
                  </a:cubicBezTo>
                  <a:lnTo>
                    <a:pt x="229" y="209"/>
                  </a:lnTo>
                  <a:lnTo>
                    <a:pt x="198" y="238"/>
                  </a:lnTo>
                  <a:lnTo>
                    <a:pt x="176" y="223"/>
                  </a:lnTo>
                  <a:cubicBezTo>
                    <a:pt x="168" y="227"/>
                    <a:pt x="159" y="230"/>
                    <a:pt x="150" y="232"/>
                  </a:cubicBezTo>
                  <a:lnTo>
                    <a:pt x="143" y="257"/>
                  </a:lnTo>
                  <a:lnTo>
                    <a:pt x="100" y="254"/>
                  </a:lnTo>
                  <a:lnTo>
                    <a:pt x="96" y="229"/>
                  </a:lnTo>
                  <a:cubicBezTo>
                    <a:pt x="87" y="226"/>
                    <a:pt x="78" y="222"/>
                    <a:pt x="71" y="217"/>
                  </a:cubicBezTo>
                  <a:lnTo>
                    <a:pt x="48" y="229"/>
                  </a:lnTo>
                  <a:lnTo>
                    <a:pt x="20" y="197"/>
                  </a:lnTo>
                  <a:lnTo>
                    <a:pt x="35" y="176"/>
                  </a:lnTo>
                  <a:cubicBezTo>
                    <a:pt x="30" y="168"/>
                    <a:pt x="27" y="159"/>
                    <a:pt x="25" y="150"/>
                  </a:cubicBezTo>
                  <a:lnTo>
                    <a:pt x="0" y="143"/>
                  </a:lnTo>
                  <a:lnTo>
                    <a:pt x="3" y="100"/>
                  </a:lnTo>
                  <a:lnTo>
                    <a:pt x="28" y="96"/>
                  </a:lnTo>
                  <a:moveTo>
                    <a:pt x="83" y="124"/>
                  </a:moveTo>
                  <a:cubicBezTo>
                    <a:pt x="81" y="149"/>
                    <a:pt x="101" y="171"/>
                    <a:pt x="126" y="172"/>
                  </a:cubicBezTo>
                  <a:cubicBezTo>
                    <a:pt x="152" y="174"/>
                    <a:pt x="174" y="154"/>
                    <a:pt x="175" y="129"/>
                  </a:cubicBezTo>
                  <a:cubicBezTo>
                    <a:pt x="177" y="104"/>
                    <a:pt x="157" y="82"/>
                    <a:pt x="131" y="81"/>
                  </a:cubicBezTo>
                  <a:cubicBezTo>
                    <a:pt x="106" y="79"/>
                    <a:pt x="84" y="99"/>
                    <a:pt x="83" y="1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9"/>
            <p:cNvSpPr/>
            <p:nvPr/>
          </p:nvSpPr>
          <p:spPr>
            <a:xfrm>
              <a:off x="8328599" y="1725188"/>
              <a:ext cx="54486" cy="54486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35" y="17"/>
                  </a:moveTo>
                  <a:cubicBezTo>
                    <a:pt x="35" y="27"/>
                    <a:pt x="27" y="35"/>
                    <a:pt x="17" y="35"/>
                  </a:cubicBezTo>
                  <a:cubicBezTo>
                    <a:pt x="8" y="35"/>
                    <a:pt x="0" y="2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9"/>
            <p:cNvSpPr/>
            <p:nvPr/>
          </p:nvSpPr>
          <p:spPr>
            <a:xfrm>
              <a:off x="7936301" y="1508801"/>
              <a:ext cx="418763" cy="249078"/>
            </a:xfrm>
            <a:custGeom>
              <a:avLst/>
              <a:gdLst/>
              <a:ahLst/>
              <a:cxnLst/>
              <a:rect l="l" t="t" r="r" b="b"/>
              <a:pathLst>
                <a:path w="269" h="160" extrusionOk="0">
                  <a:moveTo>
                    <a:pt x="269" y="160"/>
                  </a:moveTo>
                  <a:lnTo>
                    <a:pt x="211" y="160"/>
                  </a:lnTo>
                  <a:cubicBezTo>
                    <a:pt x="158" y="160"/>
                    <a:pt x="115" y="117"/>
                    <a:pt x="115" y="64"/>
                  </a:cubicBezTo>
                  <a:cubicBezTo>
                    <a:pt x="115" y="29"/>
                    <a:pt x="113" y="7"/>
                    <a:pt x="82" y="7"/>
                  </a:cubicBezTo>
                  <a:lnTo>
                    <a:pt x="0" y="7"/>
                  </a:lnTo>
                  <a:lnTo>
                    <a:pt x="0" y="0"/>
                  </a:lnTo>
                  <a:lnTo>
                    <a:pt x="82" y="0"/>
                  </a:lnTo>
                  <a:cubicBezTo>
                    <a:pt x="122" y="0"/>
                    <a:pt x="122" y="34"/>
                    <a:pt x="122" y="63"/>
                  </a:cubicBezTo>
                  <a:cubicBezTo>
                    <a:pt x="122" y="113"/>
                    <a:pt x="162" y="153"/>
                    <a:pt x="211" y="153"/>
                  </a:cubicBezTo>
                  <a:lnTo>
                    <a:pt x="269" y="153"/>
                  </a:lnTo>
                  <a:lnTo>
                    <a:pt x="269" y="1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8" name="Google Shape;998;p29"/>
            <p:cNvGrpSpPr/>
            <p:nvPr/>
          </p:nvGrpSpPr>
          <p:grpSpPr>
            <a:xfrm>
              <a:off x="4990776" y="257734"/>
              <a:ext cx="563540" cy="563540"/>
              <a:chOff x="4838376" y="257734"/>
              <a:chExt cx="563540" cy="563540"/>
            </a:xfrm>
          </p:grpSpPr>
          <p:sp>
            <p:nvSpPr>
              <p:cNvPr id="999" name="Google Shape;999;p29"/>
              <p:cNvSpPr/>
              <p:nvPr/>
            </p:nvSpPr>
            <p:spPr>
              <a:xfrm>
                <a:off x="4838376" y="257734"/>
                <a:ext cx="563540" cy="563540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2" extrusionOk="0">
                    <a:moveTo>
                      <a:pt x="181" y="362"/>
                    </a:moveTo>
                    <a:lnTo>
                      <a:pt x="285" y="362"/>
                    </a:lnTo>
                    <a:cubicBezTo>
                      <a:pt x="328" y="362"/>
                      <a:pt x="362" y="328"/>
                      <a:pt x="362" y="286"/>
                    </a:cubicBezTo>
                    <a:lnTo>
                      <a:pt x="362" y="77"/>
                    </a:lnTo>
                    <a:cubicBezTo>
                      <a:pt x="362" y="35"/>
                      <a:pt x="328" y="0"/>
                      <a:pt x="285" y="0"/>
                    </a:cubicBezTo>
                    <a:lnTo>
                      <a:pt x="77" y="0"/>
                    </a:lnTo>
                    <a:cubicBezTo>
                      <a:pt x="34" y="0"/>
                      <a:pt x="0" y="35"/>
                      <a:pt x="0" y="77"/>
                    </a:cubicBezTo>
                    <a:lnTo>
                      <a:pt x="0" y="286"/>
                    </a:lnTo>
                    <a:cubicBezTo>
                      <a:pt x="0" y="328"/>
                      <a:pt x="34" y="362"/>
                      <a:pt x="77" y="362"/>
                    </a:cubicBezTo>
                    <a:lnTo>
                      <a:pt x="181" y="3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29"/>
              <p:cNvSpPr/>
              <p:nvPr/>
            </p:nvSpPr>
            <p:spPr>
              <a:xfrm>
                <a:off x="5029855" y="441429"/>
                <a:ext cx="199263" cy="216387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39" extrusionOk="0">
                    <a:moveTo>
                      <a:pt x="4" y="138"/>
                    </a:moveTo>
                    <a:lnTo>
                      <a:pt x="42" y="138"/>
                    </a:lnTo>
                    <a:cubicBezTo>
                      <a:pt x="44" y="138"/>
                      <a:pt x="46" y="136"/>
                      <a:pt x="46" y="134"/>
                    </a:cubicBezTo>
                    <a:lnTo>
                      <a:pt x="46" y="94"/>
                    </a:lnTo>
                    <a:cubicBezTo>
                      <a:pt x="46" y="92"/>
                      <a:pt x="48" y="90"/>
                      <a:pt x="50" y="90"/>
                    </a:cubicBezTo>
                    <a:lnTo>
                      <a:pt x="77" y="90"/>
                    </a:lnTo>
                    <a:cubicBezTo>
                      <a:pt x="80" y="90"/>
                      <a:pt x="81" y="92"/>
                      <a:pt x="81" y="94"/>
                    </a:cubicBezTo>
                    <a:lnTo>
                      <a:pt x="81" y="135"/>
                    </a:lnTo>
                    <a:cubicBezTo>
                      <a:pt x="81" y="137"/>
                      <a:pt x="83" y="139"/>
                      <a:pt x="86" y="139"/>
                    </a:cubicBezTo>
                    <a:lnTo>
                      <a:pt x="123" y="139"/>
                    </a:lnTo>
                    <a:cubicBezTo>
                      <a:pt x="126" y="139"/>
                      <a:pt x="128" y="137"/>
                      <a:pt x="128" y="135"/>
                    </a:cubicBezTo>
                    <a:lnTo>
                      <a:pt x="128" y="61"/>
                    </a:lnTo>
                    <a:cubicBezTo>
                      <a:pt x="128" y="60"/>
                      <a:pt x="127" y="59"/>
                      <a:pt x="126" y="59"/>
                    </a:cubicBezTo>
                    <a:lnTo>
                      <a:pt x="66" y="1"/>
                    </a:lnTo>
                    <a:cubicBezTo>
                      <a:pt x="65" y="-1"/>
                      <a:pt x="62" y="-1"/>
                      <a:pt x="61" y="1"/>
                    </a:cubicBezTo>
                    <a:lnTo>
                      <a:pt x="1" y="57"/>
                    </a:lnTo>
                    <a:cubicBezTo>
                      <a:pt x="0" y="58"/>
                      <a:pt x="0" y="59"/>
                      <a:pt x="0" y="60"/>
                    </a:cubicBezTo>
                    <a:lnTo>
                      <a:pt x="0" y="134"/>
                    </a:lnTo>
                    <a:cubicBezTo>
                      <a:pt x="0" y="136"/>
                      <a:pt x="2" y="138"/>
                      <a:pt x="4" y="1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01" name="Google Shape;1001;p29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7657" b="7657"/>
          <a:stretch/>
        </p:blipFill>
        <p:spPr>
          <a:xfrm>
            <a:off x="5882956" y="910538"/>
            <a:ext cx="1759550" cy="332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31"/>
          <p:cNvSpPr/>
          <p:nvPr/>
        </p:nvSpPr>
        <p:spPr>
          <a:xfrm>
            <a:off x="5854488" y="1496062"/>
            <a:ext cx="865200" cy="821100"/>
          </a:xfrm>
          <a:prstGeom prst="roundRect">
            <a:avLst>
              <a:gd name="adj" fmla="val 106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31"/>
          <p:cNvSpPr txBox="1">
            <a:spLocks noGrp="1"/>
          </p:cNvSpPr>
          <p:nvPr>
            <p:ph type="subTitle" idx="4"/>
          </p:nvPr>
        </p:nvSpPr>
        <p:spPr>
          <a:xfrm>
            <a:off x="4983888" y="2527525"/>
            <a:ext cx="26064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Layouts</a:t>
            </a:r>
            <a:endParaRPr dirty="0"/>
          </a:p>
        </p:txBody>
      </p:sp>
      <p:sp>
        <p:nvSpPr>
          <p:cNvPr id="1116" name="Google Shape;1116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¿Cómo se compone?</a:t>
            </a:r>
            <a:endParaRPr dirty="0"/>
          </a:p>
        </p:txBody>
      </p:sp>
      <p:sp>
        <p:nvSpPr>
          <p:cNvPr id="1117" name="Google Shape;1117;p31"/>
          <p:cNvSpPr txBox="1">
            <a:spLocks noGrp="1"/>
          </p:cNvSpPr>
          <p:nvPr>
            <p:ph type="subTitle" idx="1"/>
          </p:nvPr>
        </p:nvSpPr>
        <p:spPr>
          <a:xfrm>
            <a:off x="4983888" y="2878947"/>
            <a:ext cx="2606400" cy="14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Consta de 5 layouts los cuales son: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CL" dirty="0"/>
              <a:t>Login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CL" dirty="0"/>
              <a:t>AddUser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CL" dirty="0"/>
              <a:t>Main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CL" dirty="0"/>
              <a:t>AddPublication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CL" dirty="0"/>
              <a:t>UpdateAndDeletePublication</a:t>
            </a:r>
            <a:endParaRPr dirty="0"/>
          </a:p>
        </p:txBody>
      </p:sp>
      <p:grpSp>
        <p:nvGrpSpPr>
          <p:cNvPr id="42" name="Google Shape;9028;p64">
            <a:extLst>
              <a:ext uri="{FF2B5EF4-FFF2-40B4-BE49-F238E27FC236}">
                <a16:creationId xmlns:a16="http://schemas.microsoft.com/office/drawing/2014/main" id="{A77B6B38-03E9-CF34-4140-61AB3B8C7EE8}"/>
              </a:ext>
            </a:extLst>
          </p:cNvPr>
          <p:cNvGrpSpPr/>
          <p:nvPr/>
        </p:nvGrpSpPr>
        <p:grpSpPr>
          <a:xfrm>
            <a:off x="6076124" y="1721171"/>
            <a:ext cx="421927" cy="370882"/>
            <a:chOff x="-3030525" y="3973150"/>
            <a:chExt cx="293025" cy="257575"/>
          </a:xfrm>
        </p:grpSpPr>
        <p:sp>
          <p:nvSpPr>
            <p:cNvPr id="43" name="Google Shape;9029;p64">
              <a:extLst>
                <a:ext uri="{FF2B5EF4-FFF2-40B4-BE49-F238E27FC236}">
                  <a16:creationId xmlns:a16="http://schemas.microsoft.com/office/drawing/2014/main" id="{20258FF1-BFC2-5155-729E-8F02429E9EBC}"/>
                </a:ext>
              </a:extLst>
            </p:cNvPr>
            <p:cNvSpPr/>
            <p:nvPr/>
          </p:nvSpPr>
          <p:spPr>
            <a:xfrm>
              <a:off x="-3029750" y="397315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030;p64">
              <a:extLst>
                <a:ext uri="{FF2B5EF4-FFF2-40B4-BE49-F238E27FC236}">
                  <a16:creationId xmlns:a16="http://schemas.microsoft.com/office/drawing/2014/main" id="{8F469628-21AB-9093-7307-2B0CCD8EE1DF}"/>
                </a:ext>
              </a:extLst>
            </p:cNvPr>
            <p:cNvSpPr/>
            <p:nvPr/>
          </p:nvSpPr>
          <p:spPr>
            <a:xfrm>
              <a:off x="-3030525" y="4059000"/>
              <a:ext cx="292225" cy="171725"/>
            </a:xfrm>
            <a:custGeom>
              <a:avLst/>
              <a:gdLst/>
              <a:ahLst/>
              <a:cxnLst/>
              <a:rect l="l" t="t" r="r" b="b"/>
              <a:pathLst>
                <a:path w="11689" h="6869" extrusionOk="0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25409A9-3C9A-2771-7B95-5B1B640F6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639" y="1038698"/>
            <a:ext cx="888835" cy="198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414C396-465A-7B60-3F6F-44CD85B14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263" y="1038699"/>
            <a:ext cx="899081" cy="19821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A3AC7C12-FF51-C8E3-F558-87E5B2D64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981" y="1017725"/>
            <a:ext cx="901234" cy="20031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Imagen 8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FEECB69C-3B59-C508-77EA-51893324E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391" y="3041869"/>
            <a:ext cx="938523" cy="20847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n 10" descr="Interfaz de usuario gráfica, Texto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C4566658-B05A-D83F-AC89-D0E5C0CF76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2569" y="3041870"/>
            <a:ext cx="938524" cy="2071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34"/>
          <p:cNvSpPr txBox="1">
            <a:spLocks noGrp="1"/>
          </p:cNvSpPr>
          <p:nvPr>
            <p:ph type="title"/>
          </p:nvPr>
        </p:nvSpPr>
        <p:spPr>
          <a:xfrm>
            <a:off x="720000" y="300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¿Cómo se comporta?</a:t>
            </a:r>
            <a:endParaRPr dirty="0"/>
          </a:p>
        </p:txBody>
      </p:sp>
      <p:sp>
        <p:nvSpPr>
          <p:cNvPr id="1221" name="Google Shape;1221;p34"/>
          <p:cNvSpPr/>
          <p:nvPr/>
        </p:nvSpPr>
        <p:spPr>
          <a:xfrm>
            <a:off x="8767878" y="463387"/>
            <a:ext cx="131041" cy="144443"/>
          </a:xfrm>
          <a:custGeom>
            <a:avLst/>
            <a:gdLst/>
            <a:ahLst/>
            <a:cxnLst/>
            <a:rect l="l" t="t" r="r" b="b"/>
            <a:pathLst>
              <a:path w="88" h="97" extrusionOk="0">
                <a:moveTo>
                  <a:pt x="2" y="96"/>
                </a:moveTo>
                <a:lnTo>
                  <a:pt x="29" y="96"/>
                </a:lnTo>
                <a:cubicBezTo>
                  <a:pt x="30" y="96"/>
                  <a:pt x="32" y="95"/>
                  <a:pt x="32" y="93"/>
                </a:cubicBezTo>
                <a:lnTo>
                  <a:pt x="32" y="65"/>
                </a:lnTo>
                <a:cubicBezTo>
                  <a:pt x="32" y="64"/>
                  <a:pt x="33" y="62"/>
                  <a:pt x="34" y="62"/>
                </a:cubicBezTo>
                <a:lnTo>
                  <a:pt x="53" y="62"/>
                </a:lnTo>
                <a:cubicBezTo>
                  <a:pt x="55" y="62"/>
                  <a:pt x="56" y="64"/>
                  <a:pt x="56" y="65"/>
                </a:cubicBezTo>
                <a:lnTo>
                  <a:pt x="56" y="94"/>
                </a:lnTo>
                <a:cubicBezTo>
                  <a:pt x="56" y="95"/>
                  <a:pt x="57" y="97"/>
                  <a:pt x="59" y="97"/>
                </a:cubicBezTo>
                <a:lnTo>
                  <a:pt x="85" y="97"/>
                </a:lnTo>
                <a:cubicBezTo>
                  <a:pt x="87" y="97"/>
                  <a:pt x="88" y="95"/>
                  <a:pt x="88" y="94"/>
                </a:cubicBezTo>
                <a:lnTo>
                  <a:pt x="88" y="43"/>
                </a:lnTo>
                <a:cubicBezTo>
                  <a:pt x="88" y="42"/>
                  <a:pt x="88" y="41"/>
                  <a:pt x="87" y="41"/>
                </a:cubicBezTo>
                <a:lnTo>
                  <a:pt x="46" y="1"/>
                </a:lnTo>
                <a:cubicBezTo>
                  <a:pt x="45" y="0"/>
                  <a:pt x="43" y="0"/>
                  <a:pt x="42" y="1"/>
                </a:cubicBezTo>
                <a:lnTo>
                  <a:pt x="0" y="40"/>
                </a:lnTo>
                <a:cubicBezTo>
                  <a:pt x="0" y="40"/>
                  <a:pt x="0" y="41"/>
                  <a:pt x="0" y="42"/>
                </a:cubicBezTo>
                <a:lnTo>
                  <a:pt x="0" y="93"/>
                </a:lnTo>
                <a:cubicBezTo>
                  <a:pt x="0" y="95"/>
                  <a:pt x="1" y="96"/>
                  <a:pt x="2" y="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0000" tIns="0" rIns="9000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234065E-162B-D84A-8AFC-D64F6F4F3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685" y="839125"/>
            <a:ext cx="6138629" cy="4172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0" name="Google Shape;1920;p46"/>
          <p:cNvGrpSpPr/>
          <p:nvPr/>
        </p:nvGrpSpPr>
        <p:grpSpPr>
          <a:xfrm>
            <a:off x="1171660" y="2097925"/>
            <a:ext cx="2802086" cy="2678126"/>
            <a:chOff x="1005478" y="2018195"/>
            <a:chExt cx="2916409" cy="2787102"/>
          </a:xfrm>
        </p:grpSpPr>
        <p:sp>
          <p:nvSpPr>
            <p:cNvPr id="1921" name="Google Shape;1921;p46"/>
            <p:cNvSpPr/>
            <p:nvPr/>
          </p:nvSpPr>
          <p:spPr>
            <a:xfrm>
              <a:off x="1872955" y="2018195"/>
              <a:ext cx="1367113" cy="2785108"/>
            </a:xfrm>
            <a:custGeom>
              <a:avLst/>
              <a:gdLst/>
              <a:ahLst/>
              <a:cxnLst/>
              <a:rect l="l" t="t" r="r" b="b"/>
              <a:pathLst>
                <a:path w="5508" h="11221" extrusionOk="0">
                  <a:moveTo>
                    <a:pt x="4634" y="11221"/>
                  </a:moveTo>
                  <a:lnTo>
                    <a:pt x="844" y="11221"/>
                  </a:lnTo>
                  <a:cubicBezTo>
                    <a:pt x="386" y="11219"/>
                    <a:pt x="-2" y="10828"/>
                    <a:pt x="0" y="10371"/>
                  </a:cubicBezTo>
                  <a:lnTo>
                    <a:pt x="41" y="825"/>
                  </a:lnTo>
                  <a:cubicBezTo>
                    <a:pt x="43" y="367"/>
                    <a:pt x="416" y="-3"/>
                    <a:pt x="874" y="0"/>
                  </a:cubicBezTo>
                  <a:lnTo>
                    <a:pt x="4682" y="17"/>
                  </a:lnTo>
                  <a:cubicBezTo>
                    <a:pt x="5140" y="19"/>
                    <a:pt x="5510" y="392"/>
                    <a:pt x="5508" y="850"/>
                  </a:cubicBezTo>
                  <a:lnTo>
                    <a:pt x="5468" y="10395"/>
                  </a:lnTo>
                  <a:cubicBezTo>
                    <a:pt x="5466" y="10853"/>
                    <a:pt x="5092" y="11223"/>
                    <a:pt x="4634" y="1122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46"/>
            <p:cNvSpPr/>
            <p:nvPr/>
          </p:nvSpPr>
          <p:spPr>
            <a:xfrm>
              <a:off x="1935750" y="2117477"/>
              <a:ext cx="1241521" cy="2605160"/>
            </a:xfrm>
            <a:custGeom>
              <a:avLst/>
              <a:gdLst/>
              <a:ahLst/>
              <a:cxnLst/>
              <a:rect l="l" t="t" r="r" b="b"/>
              <a:pathLst>
                <a:path w="5002" h="10496" extrusionOk="0">
                  <a:moveTo>
                    <a:pt x="4424" y="18"/>
                  </a:moveTo>
                  <a:lnTo>
                    <a:pt x="3685" y="15"/>
                  </a:lnTo>
                  <a:cubicBezTo>
                    <a:pt x="3586" y="14"/>
                    <a:pt x="3506" y="98"/>
                    <a:pt x="3505" y="201"/>
                  </a:cubicBezTo>
                  <a:lnTo>
                    <a:pt x="3505" y="335"/>
                  </a:lnTo>
                  <a:cubicBezTo>
                    <a:pt x="3504" y="438"/>
                    <a:pt x="3424" y="522"/>
                    <a:pt x="3324" y="521"/>
                  </a:cubicBezTo>
                  <a:lnTo>
                    <a:pt x="1885" y="515"/>
                  </a:lnTo>
                  <a:cubicBezTo>
                    <a:pt x="1786" y="514"/>
                    <a:pt x="1706" y="430"/>
                    <a:pt x="1707" y="327"/>
                  </a:cubicBezTo>
                  <a:lnTo>
                    <a:pt x="1707" y="193"/>
                  </a:lnTo>
                  <a:cubicBezTo>
                    <a:pt x="1708" y="89"/>
                    <a:pt x="1628" y="5"/>
                    <a:pt x="1528" y="4"/>
                  </a:cubicBezTo>
                  <a:lnTo>
                    <a:pt x="1269" y="3"/>
                  </a:lnTo>
                  <a:lnTo>
                    <a:pt x="623" y="0"/>
                  </a:lnTo>
                  <a:cubicBezTo>
                    <a:pt x="302" y="-2"/>
                    <a:pt x="40" y="257"/>
                    <a:pt x="39" y="579"/>
                  </a:cubicBezTo>
                  <a:lnTo>
                    <a:pt x="0" y="9895"/>
                  </a:lnTo>
                  <a:cubicBezTo>
                    <a:pt x="-2" y="10216"/>
                    <a:pt x="257" y="10477"/>
                    <a:pt x="578" y="10479"/>
                  </a:cubicBezTo>
                  <a:lnTo>
                    <a:pt x="4379" y="10496"/>
                  </a:lnTo>
                  <a:cubicBezTo>
                    <a:pt x="4700" y="10498"/>
                    <a:pt x="4961" y="10239"/>
                    <a:pt x="4962" y="9918"/>
                  </a:cubicBezTo>
                  <a:lnTo>
                    <a:pt x="5002" y="601"/>
                  </a:lnTo>
                  <a:cubicBezTo>
                    <a:pt x="5003" y="280"/>
                    <a:pt x="4744" y="19"/>
                    <a:pt x="4423" y="18"/>
                  </a:cubicBezTo>
                  <a:lnTo>
                    <a:pt x="4424" y="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46"/>
            <p:cNvSpPr/>
            <p:nvPr/>
          </p:nvSpPr>
          <p:spPr>
            <a:xfrm>
              <a:off x="1944189" y="2117477"/>
              <a:ext cx="1233082" cy="441060"/>
            </a:xfrm>
            <a:custGeom>
              <a:avLst/>
              <a:gdLst/>
              <a:ahLst/>
              <a:cxnLst/>
              <a:rect l="l" t="t" r="r" b="b"/>
              <a:pathLst>
                <a:path w="4968" h="1777" extrusionOk="0">
                  <a:moveTo>
                    <a:pt x="4390" y="18"/>
                  </a:moveTo>
                  <a:lnTo>
                    <a:pt x="3651" y="15"/>
                  </a:lnTo>
                  <a:cubicBezTo>
                    <a:pt x="3552" y="14"/>
                    <a:pt x="3472" y="98"/>
                    <a:pt x="3471" y="201"/>
                  </a:cubicBezTo>
                  <a:lnTo>
                    <a:pt x="3471" y="335"/>
                  </a:lnTo>
                  <a:cubicBezTo>
                    <a:pt x="3470" y="438"/>
                    <a:pt x="3390" y="522"/>
                    <a:pt x="3290" y="521"/>
                  </a:cubicBezTo>
                  <a:lnTo>
                    <a:pt x="1851" y="515"/>
                  </a:lnTo>
                  <a:cubicBezTo>
                    <a:pt x="1752" y="514"/>
                    <a:pt x="1672" y="430"/>
                    <a:pt x="1673" y="327"/>
                  </a:cubicBezTo>
                  <a:lnTo>
                    <a:pt x="1673" y="193"/>
                  </a:lnTo>
                  <a:cubicBezTo>
                    <a:pt x="1674" y="89"/>
                    <a:pt x="1594" y="5"/>
                    <a:pt x="1494" y="4"/>
                  </a:cubicBezTo>
                  <a:lnTo>
                    <a:pt x="1235" y="3"/>
                  </a:lnTo>
                  <a:lnTo>
                    <a:pt x="589" y="0"/>
                  </a:lnTo>
                  <a:cubicBezTo>
                    <a:pt x="268" y="-2"/>
                    <a:pt x="6" y="257"/>
                    <a:pt x="5" y="579"/>
                  </a:cubicBezTo>
                  <a:lnTo>
                    <a:pt x="0" y="1777"/>
                  </a:lnTo>
                  <a:lnTo>
                    <a:pt x="4963" y="1777"/>
                  </a:lnTo>
                  <a:lnTo>
                    <a:pt x="4968" y="601"/>
                  </a:lnTo>
                  <a:cubicBezTo>
                    <a:pt x="4969" y="280"/>
                    <a:pt x="4710" y="19"/>
                    <a:pt x="4389" y="18"/>
                  </a:cubicBezTo>
                  <a:lnTo>
                    <a:pt x="4390" y="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46"/>
            <p:cNvSpPr/>
            <p:nvPr/>
          </p:nvSpPr>
          <p:spPr>
            <a:xfrm>
              <a:off x="2010460" y="2422522"/>
              <a:ext cx="63540" cy="6702"/>
            </a:xfrm>
            <a:custGeom>
              <a:avLst/>
              <a:gdLst/>
              <a:ahLst/>
              <a:cxnLst/>
              <a:rect l="l" t="t" r="r" b="b"/>
              <a:pathLst>
                <a:path w="256" h="27" extrusionOk="0">
                  <a:moveTo>
                    <a:pt x="242" y="27"/>
                  </a:moveTo>
                  <a:lnTo>
                    <a:pt x="13" y="27"/>
                  </a:lnTo>
                  <a:cubicBezTo>
                    <a:pt x="5" y="27"/>
                    <a:pt x="0" y="20"/>
                    <a:pt x="0" y="13"/>
                  </a:cubicBezTo>
                  <a:cubicBezTo>
                    <a:pt x="0" y="5"/>
                    <a:pt x="5" y="0"/>
                    <a:pt x="13" y="0"/>
                  </a:cubicBezTo>
                  <a:lnTo>
                    <a:pt x="242" y="0"/>
                  </a:lnTo>
                  <a:cubicBezTo>
                    <a:pt x="250" y="0"/>
                    <a:pt x="256" y="5"/>
                    <a:pt x="256" y="13"/>
                  </a:cubicBezTo>
                  <a:cubicBezTo>
                    <a:pt x="256" y="20"/>
                    <a:pt x="250" y="27"/>
                    <a:pt x="242" y="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46"/>
            <p:cNvSpPr/>
            <p:nvPr/>
          </p:nvSpPr>
          <p:spPr>
            <a:xfrm>
              <a:off x="2260651" y="2425749"/>
              <a:ext cx="406560" cy="3475"/>
            </a:xfrm>
            <a:custGeom>
              <a:avLst/>
              <a:gdLst/>
              <a:ahLst/>
              <a:cxnLst/>
              <a:rect l="l" t="t" r="r" b="b"/>
              <a:pathLst>
                <a:path w="1638" h="14" extrusionOk="0">
                  <a:moveTo>
                    <a:pt x="1638" y="7"/>
                  </a:moveTo>
                  <a:cubicBezTo>
                    <a:pt x="1638" y="10"/>
                    <a:pt x="1271" y="14"/>
                    <a:pt x="819" y="14"/>
                  </a:cubicBezTo>
                  <a:cubicBezTo>
                    <a:pt x="367" y="14"/>
                    <a:pt x="0" y="10"/>
                    <a:pt x="0" y="7"/>
                  </a:cubicBezTo>
                  <a:cubicBezTo>
                    <a:pt x="0" y="3"/>
                    <a:pt x="367" y="0"/>
                    <a:pt x="819" y="0"/>
                  </a:cubicBezTo>
                  <a:cubicBezTo>
                    <a:pt x="1271" y="0"/>
                    <a:pt x="1638" y="3"/>
                    <a:pt x="1638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46"/>
            <p:cNvSpPr/>
            <p:nvPr/>
          </p:nvSpPr>
          <p:spPr>
            <a:xfrm>
              <a:off x="2260651" y="2469185"/>
              <a:ext cx="296109" cy="3475"/>
            </a:xfrm>
            <a:custGeom>
              <a:avLst/>
              <a:gdLst/>
              <a:ahLst/>
              <a:cxnLst/>
              <a:rect l="l" t="t" r="r" b="b"/>
              <a:pathLst>
                <a:path w="1193" h="14" extrusionOk="0">
                  <a:moveTo>
                    <a:pt x="1193" y="7"/>
                  </a:moveTo>
                  <a:cubicBezTo>
                    <a:pt x="1193" y="11"/>
                    <a:pt x="926" y="14"/>
                    <a:pt x="597" y="14"/>
                  </a:cubicBezTo>
                  <a:cubicBezTo>
                    <a:pt x="267" y="14"/>
                    <a:pt x="0" y="11"/>
                    <a:pt x="0" y="7"/>
                  </a:cubicBezTo>
                  <a:cubicBezTo>
                    <a:pt x="0" y="3"/>
                    <a:pt x="267" y="0"/>
                    <a:pt x="597" y="0"/>
                  </a:cubicBezTo>
                  <a:cubicBezTo>
                    <a:pt x="926" y="0"/>
                    <a:pt x="1193" y="3"/>
                    <a:pt x="1193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46"/>
            <p:cNvSpPr/>
            <p:nvPr/>
          </p:nvSpPr>
          <p:spPr>
            <a:xfrm>
              <a:off x="3031079" y="2391496"/>
              <a:ext cx="16382" cy="16630"/>
            </a:xfrm>
            <a:custGeom>
              <a:avLst/>
              <a:gdLst/>
              <a:ahLst/>
              <a:cxnLst/>
              <a:rect l="l" t="t" r="r" b="b"/>
              <a:pathLst>
                <a:path w="66" h="67" extrusionOk="0">
                  <a:moveTo>
                    <a:pt x="66" y="34"/>
                  </a:moveTo>
                  <a:cubicBezTo>
                    <a:pt x="66" y="52"/>
                    <a:pt x="52" y="67"/>
                    <a:pt x="33" y="67"/>
                  </a:cubicBezTo>
                  <a:cubicBezTo>
                    <a:pt x="14" y="67"/>
                    <a:pt x="0" y="52"/>
                    <a:pt x="0" y="34"/>
                  </a:cubicBezTo>
                  <a:cubicBezTo>
                    <a:pt x="0" y="15"/>
                    <a:pt x="14" y="0"/>
                    <a:pt x="33" y="0"/>
                  </a:cubicBezTo>
                  <a:cubicBezTo>
                    <a:pt x="52" y="0"/>
                    <a:pt x="66" y="15"/>
                    <a:pt x="66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46"/>
            <p:cNvSpPr/>
            <p:nvPr/>
          </p:nvSpPr>
          <p:spPr>
            <a:xfrm>
              <a:off x="3031079" y="2419047"/>
              <a:ext cx="16382" cy="16630"/>
            </a:xfrm>
            <a:custGeom>
              <a:avLst/>
              <a:gdLst/>
              <a:ahLst/>
              <a:cxnLst/>
              <a:rect l="l" t="t" r="r" b="b"/>
              <a:pathLst>
                <a:path w="66" h="67" extrusionOk="0">
                  <a:moveTo>
                    <a:pt x="66" y="34"/>
                  </a:moveTo>
                  <a:cubicBezTo>
                    <a:pt x="66" y="52"/>
                    <a:pt x="52" y="67"/>
                    <a:pt x="33" y="67"/>
                  </a:cubicBezTo>
                  <a:cubicBezTo>
                    <a:pt x="14" y="67"/>
                    <a:pt x="0" y="52"/>
                    <a:pt x="0" y="34"/>
                  </a:cubicBezTo>
                  <a:cubicBezTo>
                    <a:pt x="0" y="15"/>
                    <a:pt x="14" y="0"/>
                    <a:pt x="33" y="0"/>
                  </a:cubicBezTo>
                  <a:cubicBezTo>
                    <a:pt x="52" y="0"/>
                    <a:pt x="66" y="15"/>
                    <a:pt x="66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46"/>
            <p:cNvSpPr/>
            <p:nvPr/>
          </p:nvSpPr>
          <p:spPr>
            <a:xfrm>
              <a:off x="3031079" y="2446846"/>
              <a:ext cx="16382" cy="16382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66" y="33"/>
                  </a:moveTo>
                  <a:cubicBezTo>
                    <a:pt x="66" y="39"/>
                    <a:pt x="65" y="44"/>
                    <a:pt x="62" y="50"/>
                  </a:cubicBezTo>
                  <a:cubicBezTo>
                    <a:pt x="59" y="55"/>
                    <a:pt x="55" y="59"/>
                    <a:pt x="50" y="62"/>
                  </a:cubicBezTo>
                  <a:cubicBezTo>
                    <a:pt x="45" y="65"/>
                    <a:pt x="39" y="66"/>
                    <a:pt x="33" y="66"/>
                  </a:cubicBezTo>
                  <a:cubicBezTo>
                    <a:pt x="27" y="66"/>
                    <a:pt x="21" y="65"/>
                    <a:pt x="16" y="62"/>
                  </a:cubicBezTo>
                  <a:cubicBezTo>
                    <a:pt x="11" y="59"/>
                    <a:pt x="7" y="55"/>
                    <a:pt x="4" y="50"/>
                  </a:cubicBezTo>
                  <a:cubicBezTo>
                    <a:pt x="1" y="44"/>
                    <a:pt x="0" y="39"/>
                    <a:pt x="0" y="33"/>
                  </a:cubicBezTo>
                  <a:cubicBezTo>
                    <a:pt x="0" y="27"/>
                    <a:pt x="1" y="21"/>
                    <a:pt x="4" y="16"/>
                  </a:cubicBezTo>
                  <a:cubicBezTo>
                    <a:pt x="7" y="11"/>
                    <a:pt x="11" y="7"/>
                    <a:pt x="16" y="4"/>
                  </a:cubicBezTo>
                  <a:cubicBezTo>
                    <a:pt x="21" y="1"/>
                    <a:pt x="27" y="0"/>
                    <a:pt x="33" y="0"/>
                  </a:cubicBezTo>
                  <a:cubicBezTo>
                    <a:pt x="39" y="0"/>
                    <a:pt x="45" y="1"/>
                    <a:pt x="50" y="4"/>
                  </a:cubicBezTo>
                  <a:cubicBezTo>
                    <a:pt x="55" y="7"/>
                    <a:pt x="59" y="11"/>
                    <a:pt x="62" y="16"/>
                  </a:cubicBezTo>
                  <a:cubicBezTo>
                    <a:pt x="65" y="21"/>
                    <a:pt x="66" y="27"/>
                    <a:pt x="66" y="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46"/>
            <p:cNvSpPr/>
            <p:nvPr/>
          </p:nvSpPr>
          <p:spPr>
            <a:xfrm>
              <a:off x="1941707" y="2558539"/>
              <a:ext cx="1228863" cy="1211489"/>
            </a:xfrm>
            <a:custGeom>
              <a:avLst/>
              <a:gdLst/>
              <a:ahLst/>
              <a:cxnLst/>
              <a:rect l="l" t="t" r="r" b="b"/>
              <a:pathLst>
                <a:path w="4951" h="4881" extrusionOk="0">
                  <a:moveTo>
                    <a:pt x="0" y="0"/>
                  </a:moveTo>
                  <a:lnTo>
                    <a:pt x="4951" y="0"/>
                  </a:lnTo>
                  <a:lnTo>
                    <a:pt x="4951" y="4881"/>
                  </a:lnTo>
                  <a:lnTo>
                    <a:pt x="0" y="4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46"/>
            <p:cNvSpPr/>
            <p:nvPr/>
          </p:nvSpPr>
          <p:spPr>
            <a:xfrm>
              <a:off x="2328411" y="3960901"/>
              <a:ext cx="488964" cy="489460"/>
            </a:xfrm>
            <a:custGeom>
              <a:avLst/>
              <a:gdLst/>
              <a:ahLst/>
              <a:cxnLst/>
              <a:rect l="l" t="t" r="r" b="b"/>
              <a:pathLst>
                <a:path w="1970" h="1972" extrusionOk="0">
                  <a:moveTo>
                    <a:pt x="1970" y="986"/>
                  </a:moveTo>
                  <a:cubicBezTo>
                    <a:pt x="1970" y="986"/>
                    <a:pt x="1970" y="981"/>
                    <a:pt x="1969" y="971"/>
                  </a:cubicBezTo>
                  <a:cubicBezTo>
                    <a:pt x="1969" y="960"/>
                    <a:pt x="1969" y="944"/>
                    <a:pt x="1967" y="924"/>
                  </a:cubicBezTo>
                  <a:cubicBezTo>
                    <a:pt x="1965" y="883"/>
                    <a:pt x="1958" y="822"/>
                    <a:pt x="1939" y="746"/>
                  </a:cubicBezTo>
                  <a:cubicBezTo>
                    <a:pt x="1929" y="709"/>
                    <a:pt x="1917" y="667"/>
                    <a:pt x="1899" y="623"/>
                  </a:cubicBezTo>
                  <a:cubicBezTo>
                    <a:pt x="1881" y="579"/>
                    <a:pt x="1859" y="532"/>
                    <a:pt x="1830" y="485"/>
                  </a:cubicBezTo>
                  <a:cubicBezTo>
                    <a:pt x="1773" y="390"/>
                    <a:pt x="1692" y="291"/>
                    <a:pt x="1581" y="206"/>
                  </a:cubicBezTo>
                  <a:cubicBezTo>
                    <a:pt x="1525" y="164"/>
                    <a:pt x="1462" y="126"/>
                    <a:pt x="1393" y="94"/>
                  </a:cubicBezTo>
                  <a:cubicBezTo>
                    <a:pt x="1324" y="63"/>
                    <a:pt x="1248" y="37"/>
                    <a:pt x="1168" y="23"/>
                  </a:cubicBezTo>
                  <a:cubicBezTo>
                    <a:pt x="1087" y="8"/>
                    <a:pt x="1002" y="2"/>
                    <a:pt x="915" y="9"/>
                  </a:cubicBezTo>
                  <a:cubicBezTo>
                    <a:pt x="871" y="12"/>
                    <a:pt x="828" y="19"/>
                    <a:pt x="784" y="28"/>
                  </a:cubicBezTo>
                  <a:cubicBezTo>
                    <a:pt x="740" y="37"/>
                    <a:pt x="696" y="50"/>
                    <a:pt x="653" y="65"/>
                  </a:cubicBezTo>
                  <a:cubicBezTo>
                    <a:pt x="480" y="128"/>
                    <a:pt x="315" y="245"/>
                    <a:pt x="197" y="407"/>
                  </a:cubicBezTo>
                  <a:cubicBezTo>
                    <a:pt x="167" y="447"/>
                    <a:pt x="141" y="490"/>
                    <a:pt x="117" y="535"/>
                  </a:cubicBezTo>
                  <a:cubicBezTo>
                    <a:pt x="105" y="558"/>
                    <a:pt x="95" y="581"/>
                    <a:pt x="84" y="605"/>
                  </a:cubicBezTo>
                  <a:cubicBezTo>
                    <a:pt x="75" y="628"/>
                    <a:pt x="65" y="652"/>
                    <a:pt x="57" y="677"/>
                  </a:cubicBezTo>
                  <a:cubicBezTo>
                    <a:pt x="24" y="775"/>
                    <a:pt x="8" y="880"/>
                    <a:pt x="7" y="986"/>
                  </a:cubicBezTo>
                  <a:cubicBezTo>
                    <a:pt x="7" y="1040"/>
                    <a:pt x="12" y="1092"/>
                    <a:pt x="20" y="1144"/>
                  </a:cubicBezTo>
                  <a:cubicBezTo>
                    <a:pt x="28" y="1196"/>
                    <a:pt x="41" y="1246"/>
                    <a:pt x="57" y="1296"/>
                  </a:cubicBezTo>
                  <a:cubicBezTo>
                    <a:pt x="65" y="1320"/>
                    <a:pt x="75" y="1344"/>
                    <a:pt x="84" y="1368"/>
                  </a:cubicBezTo>
                  <a:cubicBezTo>
                    <a:pt x="95" y="1392"/>
                    <a:pt x="105" y="1415"/>
                    <a:pt x="117" y="1437"/>
                  </a:cubicBezTo>
                  <a:cubicBezTo>
                    <a:pt x="141" y="1482"/>
                    <a:pt x="167" y="1526"/>
                    <a:pt x="197" y="1566"/>
                  </a:cubicBezTo>
                  <a:cubicBezTo>
                    <a:pt x="315" y="1728"/>
                    <a:pt x="480" y="1845"/>
                    <a:pt x="652" y="1908"/>
                  </a:cubicBezTo>
                  <a:cubicBezTo>
                    <a:pt x="696" y="1923"/>
                    <a:pt x="739" y="1936"/>
                    <a:pt x="783" y="1945"/>
                  </a:cubicBezTo>
                  <a:cubicBezTo>
                    <a:pt x="827" y="1954"/>
                    <a:pt x="871" y="1961"/>
                    <a:pt x="915" y="1963"/>
                  </a:cubicBezTo>
                  <a:cubicBezTo>
                    <a:pt x="1002" y="1970"/>
                    <a:pt x="1087" y="1964"/>
                    <a:pt x="1168" y="1949"/>
                  </a:cubicBezTo>
                  <a:cubicBezTo>
                    <a:pt x="1248" y="1935"/>
                    <a:pt x="1324" y="1910"/>
                    <a:pt x="1393" y="1878"/>
                  </a:cubicBezTo>
                  <a:cubicBezTo>
                    <a:pt x="1463" y="1847"/>
                    <a:pt x="1525" y="1809"/>
                    <a:pt x="1581" y="1766"/>
                  </a:cubicBezTo>
                  <a:cubicBezTo>
                    <a:pt x="1692" y="1682"/>
                    <a:pt x="1773" y="1582"/>
                    <a:pt x="1830" y="1487"/>
                  </a:cubicBezTo>
                  <a:cubicBezTo>
                    <a:pt x="1859" y="1440"/>
                    <a:pt x="1881" y="1393"/>
                    <a:pt x="1899" y="1349"/>
                  </a:cubicBezTo>
                  <a:cubicBezTo>
                    <a:pt x="1917" y="1305"/>
                    <a:pt x="1929" y="1263"/>
                    <a:pt x="1939" y="1226"/>
                  </a:cubicBezTo>
                  <a:cubicBezTo>
                    <a:pt x="1958" y="1150"/>
                    <a:pt x="1965" y="1090"/>
                    <a:pt x="1967" y="1049"/>
                  </a:cubicBezTo>
                  <a:cubicBezTo>
                    <a:pt x="1969" y="1028"/>
                    <a:pt x="1969" y="1012"/>
                    <a:pt x="1969" y="1002"/>
                  </a:cubicBezTo>
                  <a:cubicBezTo>
                    <a:pt x="1969" y="991"/>
                    <a:pt x="1970" y="986"/>
                    <a:pt x="1970" y="986"/>
                  </a:cubicBezTo>
                  <a:cubicBezTo>
                    <a:pt x="1970" y="986"/>
                    <a:pt x="1970" y="991"/>
                    <a:pt x="1970" y="1002"/>
                  </a:cubicBezTo>
                  <a:cubicBezTo>
                    <a:pt x="1969" y="1012"/>
                    <a:pt x="1970" y="1028"/>
                    <a:pt x="1968" y="1049"/>
                  </a:cubicBezTo>
                  <a:cubicBezTo>
                    <a:pt x="1966" y="1090"/>
                    <a:pt x="1960" y="1150"/>
                    <a:pt x="1941" y="1226"/>
                  </a:cubicBezTo>
                  <a:cubicBezTo>
                    <a:pt x="1932" y="1264"/>
                    <a:pt x="1919" y="1306"/>
                    <a:pt x="1901" y="1350"/>
                  </a:cubicBezTo>
                  <a:cubicBezTo>
                    <a:pt x="1884" y="1394"/>
                    <a:pt x="1862" y="1441"/>
                    <a:pt x="1833" y="1489"/>
                  </a:cubicBezTo>
                  <a:cubicBezTo>
                    <a:pt x="1777" y="1585"/>
                    <a:pt x="1695" y="1684"/>
                    <a:pt x="1583" y="1770"/>
                  </a:cubicBezTo>
                  <a:cubicBezTo>
                    <a:pt x="1528" y="1813"/>
                    <a:pt x="1464" y="1852"/>
                    <a:pt x="1395" y="1883"/>
                  </a:cubicBezTo>
                  <a:cubicBezTo>
                    <a:pt x="1325" y="1915"/>
                    <a:pt x="1250" y="1940"/>
                    <a:pt x="1169" y="1955"/>
                  </a:cubicBezTo>
                  <a:cubicBezTo>
                    <a:pt x="1088" y="1970"/>
                    <a:pt x="1002" y="1976"/>
                    <a:pt x="914" y="1969"/>
                  </a:cubicBezTo>
                  <a:cubicBezTo>
                    <a:pt x="870" y="1966"/>
                    <a:pt x="826" y="1959"/>
                    <a:pt x="782" y="1951"/>
                  </a:cubicBezTo>
                  <a:cubicBezTo>
                    <a:pt x="738" y="1941"/>
                    <a:pt x="694" y="1929"/>
                    <a:pt x="650" y="1913"/>
                  </a:cubicBezTo>
                  <a:cubicBezTo>
                    <a:pt x="476" y="1850"/>
                    <a:pt x="310" y="1733"/>
                    <a:pt x="191" y="1569"/>
                  </a:cubicBezTo>
                  <a:cubicBezTo>
                    <a:pt x="161" y="1529"/>
                    <a:pt x="135" y="1485"/>
                    <a:pt x="111" y="1440"/>
                  </a:cubicBezTo>
                  <a:cubicBezTo>
                    <a:pt x="99" y="1418"/>
                    <a:pt x="88" y="1394"/>
                    <a:pt x="78" y="1370"/>
                  </a:cubicBezTo>
                  <a:cubicBezTo>
                    <a:pt x="68" y="1346"/>
                    <a:pt x="58" y="1322"/>
                    <a:pt x="50" y="1297"/>
                  </a:cubicBezTo>
                  <a:cubicBezTo>
                    <a:pt x="34" y="1248"/>
                    <a:pt x="21" y="1197"/>
                    <a:pt x="13" y="1145"/>
                  </a:cubicBezTo>
                  <a:cubicBezTo>
                    <a:pt x="5" y="1092"/>
                    <a:pt x="0" y="1039"/>
                    <a:pt x="0" y="986"/>
                  </a:cubicBezTo>
                  <a:cubicBezTo>
                    <a:pt x="0" y="879"/>
                    <a:pt x="17" y="773"/>
                    <a:pt x="50" y="674"/>
                  </a:cubicBezTo>
                  <a:cubicBezTo>
                    <a:pt x="58" y="650"/>
                    <a:pt x="68" y="626"/>
                    <a:pt x="78" y="601"/>
                  </a:cubicBezTo>
                  <a:cubicBezTo>
                    <a:pt x="88" y="578"/>
                    <a:pt x="99" y="554"/>
                    <a:pt x="111" y="532"/>
                  </a:cubicBezTo>
                  <a:cubicBezTo>
                    <a:pt x="135" y="486"/>
                    <a:pt x="161" y="443"/>
                    <a:pt x="191" y="402"/>
                  </a:cubicBezTo>
                  <a:cubicBezTo>
                    <a:pt x="311" y="239"/>
                    <a:pt x="476" y="122"/>
                    <a:pt x="650" y="59"/>
                  </a:cubicBezTo>
                  <a:cubicBezTo>
                    <a:pt x="694" y="43"/>
                    <a:pt x="738" y="31"/>
                    <a:pt x="782" y="21"/>
                  </a:cubicBezTo>
                  <a:cubicBezTo>
                    <a:pt x="826" y="12"/>
                    <a:pt x="870" y="5"/>
                    <a:pt x="914" y="3"/>
                  </a:cubicBezTo>
                  <a:cubicBezTo>
                    <a:pt x="1002" y="-4"/>
                    <a:pt x="1088" y="2"/>
                    <a:pt x="1169" y="17"/>
                  </a:cubicBezTo>
                  <a:cubicBezTo>
                    <a:pt x="1250" y="32"/>
                    <a:pt x="1326" y="57"/>
                    <a:pt x="1395" y="89"/>
                  </a:cubicBezTo>
                  <a:cubicBezTo>
                    <a:pt x="1465" y="121"/>
                    <a:pt x="1528" y="159"/>
                    <a:pt x="1583" y="202"/>
                  </a:cubicBezTo>
                  <a:cubicBezTo>
                    <a:pt x="1695" y="287"/>
                    <a:pt x="1777" y="387"/>
                    <a:pt x="1833" y="483"/>
                  </a:cubicBezTo>
                  <a:cubicBezTo>
                    <a:pt x="1862" y="530"/>
                    <a:pt x="1884" y="577"/>
                    <a:pt x="1901" y="622"/>
                  </a:cubicBezTo>
                  <a:cubicBezTo>
                    <a:pt x="1919" y="666"/>
                    <a:pt x="1932" y="708"/>
                    <a:pt x="1941" y="745"/>
                  </a:cubicBezTo>
                  <a:cubicBezTo>
                    <a:pt x="1960" y="822"/>
                    <a:pt x="1966" y="882"/>
                    <a:pt x="1968" y="923"/>
                  </a:cubicBezTo>
                  <a:cubicBezTo>
                    <a:pt x="1970" y="944"/>
                    <a:pt x="1969" y="959"/>
                    <a:pt x="1970" y="970"/>
                  </a:cubicBezTo>
                  <a:cubicBezTo>
                    <a:pt x="1970" y="981"/>
                    <a:pt x="1970" y="986"/>
                    <a:pt x="1970" y="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46"/>
            <p:cNvSpPr/>
            <p:nvPr/>
          </p:nvSpPr>
          <p:spPr>
            <a:xfrm>
              <a:off x="2364401" y="3989445"/>
              <a:ext cx="422197" cy="422197"/>
            </a:xfrm>
            <a:custGeom>
              <a:avLst/>
              <a:gdLst/>
              <a:ahLst/>
              <a:cxnLst/>
              <a:rect l="l" t="t" r="r" b="b"/>
              <a:pathLst>
                <a:path w="1701" h="1701" extrusionOk="0">
                  <a:moveTo>
                    <a:pt x="1701" y="850"/>
                  </a:moveTo>
                  <a:cubicBezTo>
                    <a:pt x="1701" y="850"/>
                    <a:pt x="1700" y="845"/>
                    <a:pt x="1700" y="836"/>
                  </a:cubicBezTo>
                  <a:cubicBezTo>
                    <a:pt x="1699" y="827"/>
                    <a:pt x="1700" y="814"/>
                    <a:pt x="1698" y="796"/>
                  </a:cubicBezTo>
                  <a:cubicBezTo>
                    <a:pt x="1696" y="761"/>
                    <a:pt x="1690" y="709"/>
                    <a:pt x="1674" y="643"/>
                  </a:cubicBezTo>
                  <a:cubicBezTo>
                    <a:pt x="1657" y="578"/>
                    <a:pt x="1629" y="500"/>
                    <a:pt x="1580" y="418"/>
                  </a:cubicBezTo>
                  <a:cubicBezTo>
                    <a:pt x="1531" y="336"/>
                    <a:pt x="1460" y="250"/>
                    <a:pt x="1365" y="177"/>
                  </a:cubicBezTo>
                  <a:cubicBezTo>
                    <a:pt x="1317" y="141"/>
                    <a:pt x="1263" y="108"/>
                    <a:pt x="1203" y="81"/>
                  </a:cubicBezTo>
                  <a:cubicBezTo>
                    <a:pt x="1143" y="54"/>
                    <a:pt x="1078" y="32"/>
                    <a:pt x="1008" y="19"/>
                  </a:cubicBezTo>
                  <a:cubicBezTo>
                    <a:pt x="939" y="7"/>
                    <a:pt x="866" y="2"/>
                    <a:pt x="790" y="7"/>
                  </a:cubicBezTo>
                  <a:cubicBezTo>
                    <a:pt x="753" y="9"/>
                    <a:pt x="715" y="16"/>
                    <a:pt x="677" y="23"/>
                  </a:cubicBezTo>
                  <a:cubicBezTo>
                    <a:pt x="639" y="31"/>
                    <a:pt x="602" y="42"/>
                    <a:pt x="564" y="56"/>
                  </a:cubicBezTo>
                  <a:cubicBezTo>
                    <a:pt x="415" y="109"/>
                    <a:pt x="273" y="210"/>
                    <a:pt x="171" y="350"/>
                  </a:cubicBezTo>
                  <a:cubicBezTo>
                    <a:pt x="145" y="385"/>
                    <a:pt x="123" y="422"/>
                    <a:pt x="103" y="461"/>
                  </a:cubicBezTo>
                  <a:cubicBezTo>
                    <a:pt x="82" y="500"/>
                    <a:pt x="65" y="541"/>
                    <a:pt x="51" y="583"/>
                  </a:cubicBezTo>
                  <a:cubicBezTo>
                    <a:pt x="22" y="668"/>
                    <a:pt x="8" y="758"/>
                    <a:pt x="8" y="850"/>
                  </a:cubicBezTo>
                  <a:cubicBezTo>
                    <a:pt x="8" y="941"/>
                    <a:pt x="22" y="1032"/>
                    <a:pt x="51" y="1117"/>
                  </a:cubicBezTo>
                  <a:cubicBezTo>
                    <a:pt x="65" y="1159"/>
                    <a:pt x="82" y="1200"/>
                    <a:pt x="103" y="1239"/>
                  </a:cubicBezTo>
                  <a:cubicBezTo>
                    <a:pt x="123" y="1278"/>
                    <a:pt x="146" y="1315"/>
                    <a:pt x="171" y="1350"/>
                  </a:cubicBezTo>
                  <a:cubicBezTo>
                    <a:pt x="273" y="1490"/>
                    <a:pt x="415" y="1590"/>
                    <a:pt x="564" y="1644"/>
                  </a:cubicBezTo>
                  <a:cubicBezTo>
                    <a:pt x="602" y="1658"/>
                    <a:pt x="639" y="1668"/>
                    <a:pt x="677" y="1677"/>
                  </a:cubicBezTo>
                  <a:cubicBezTo>
                    <a:pt x="715" y="1684"/>
                    <a:pt x="753" y="1690"/>
                    <a:pt x="790" y="1693"/>
                  </a:cubicBezTo>
                  <a:cubicBezTo>
                    <a:pt x="866" y="1698"/>
                    <a:pt x="939" y="1693"/>
                    <a:pt x="1008" y="1681"/>
                  </a:cubicBezTo>
                  <a:cubicBezTo>
                    <a:pt x="1078" y="1668"/>
                    <a:pt x="1143" y="1646"/>
                    <a:pt x="1203" y="1619"/>
                  </a:cubicBezTo>
                  <a:cubicBezTo>
                    <a:pt x="1263" y="1592"/>
                    <a:pt x="1317" y="1559"/>
                    <a:pt x="1365" y="1523"/>
                  </a:cubicBezTo>
                  <a:cubicBezTo>
                    <a:pt x="1460" y="1450"/>
                    <a:pt x="1531" y="1364"/>
                    <a:pt x="1580" y="1282"/>
                  </a:cubicBezTo>
                  <a:cubicBezTo>
                    <a:pt x="1629" y="1200"/>
                    <a:pt x="1657" y="1122"/>
                    <a:pt x="1674" y="1057"/>
                  </a:cubicBezTo>
                  <a:cubicBezTo>
                    <a:pt x="1690" y="991"/>
                    <a:pt x="1696" y="939"/>
                    <a:pt x="1698" y="904"/>
                  </a:cubicBezTo>
                  <a:cubicBezTo>
                    <a:pt x="1700" y="886"/>
                    <a:pt x="1699" y="872"/>
                    <a:pt x="1700" y="863"/>
                  </a:cubicBezTo>
                  <a:cubicBezTo>
                    <a:pt x="1700" y="854"/>
                    <a:pt x="1701" y="850"/>
                    <a:pt x="1701" y="850"/>
                  </a:cubicBezTo>
                  <a:cubicBezTo>
                    <a:pt x="1701" y="850"/>
                    <a:pt x="1701" y="868"/>
                    <a:pt x="1699" y="904"/>
                  </a:cubicBezTo>
                  <a:cubicBezTo>
                    <a:pt x="1697" y="939"/>
                    <a:pt x="1692" y="992"/>
                    <a:pt x="1676" y="1057"/>
                  </a:cubicBezTo>
                  <a:cubicBezTo>
                    <a:pt x="1660" y="1123"/>
                    <a:pt x="1632" y="1202"/>
                    <a:pt x="1583" y="1284"/>
                  </a:cubicBezTo>
                  <a:cubicBezTo>
                    <a:pt x="1534" y="1367"/>
                    <a:pt x="1464" y="1453"/>
                    <a:pt x="1368" y="1527"/>
                  </a:cubicBezTo>
                  <a:cubicBezTo>
                    <a:pt x="1320" y="1564"/>
                    <a:pt x="1265" y="1597"/>
                    <a:pt x="1205" y="1624"/>
                  </a:cubicBezTo>
                  <a:cubicBezTo>
                    <a:pt x="1145" y="1651"/>
                    <a:pt x="1079" y="1673"/>
                    <a:pt x="1009" y="1686"/>
                  </a:cubicBezTo>
                  <a:cubicBezTo>
                    <a:pt x="939" y="1699"/>
                    <a:pt x="865" y="1704"/>
                    <a:pt x="790" y="1699"/>
                  </a:cubicBezTo>
                  <a:cubicBezTo>
                    <a:pt x="752" y="1697"/>
                    <a:pt x="714" y="1690"/>
                    <a:pt x="676" y="1683"/>
                  </a:cubicBezTo>
                  <a:cubicBezTo>
                    <a:pt x="638" y="1675"/>
                    <a:pt x="599" y="1664"/>
                    <a:pt x="562" y="1650"/>
                  </a:cubicBezTo>
                  <a:cubicBezTo>
                    <a:pt x="412" y="1596"/>
                    <a:pt x="269" y="1495"/>
                    <a:pt x="166" y="1354"/>
                  </a:cubicBezTo>
                  <a:cubicBezTo>
                    <a:pt x="140" y="1319"/>
                    <a:pt x="117" y="1281"/>
                    <a:pt x="96" y="1242"/>
                  </a:cubicBezTo>
                  <a:cubicBezTo>
                    <a:pt x="76" y="1203"/>
                    <a:pt x="58" y="1161"/>
                    <a:pt x="44" y="1118"/>
                  </a:cubicBezTo>
                  <a:cubicBezTo>
                    <a:pt x="15" y="1033"/>
                    <a:pt x="1" y="942"/>
                    <a:pt x="0" y="850"/>
                  </a:cubicBezTo>
                  <a:cubicBezTo>
                    <a:pt x="1" y="757"/>
                    <a:pt x="15" y="666"/>
                    <a:pt x="44" y="581"/>
                  </a:cubicBezTo>
                  <a:cubicBezTo>
                    <a:pt x="58" y="538"/>
                    <a:pt x="76" y="497"/>
                    <a:pt x="96" y="458"/>
                  </a:cubicBezTo>
                  <a:cubicBezTo>
                    <a:pt x="117" y="419"/>
                    <a:pt x="140" y="381"/>
                    <a:pt x="166" y="346"/>
                  </a:cubicBezTo>
                  <a:cubicBezTo>
                    <a:pt x="269" y="205"/>
                    <a:pt x="412" y="104"/>
                    <a:pt x="562" y="50"/>
                  </a:cubicBezTo>
                  <a:cubicBezTo>
                    <a:pt x="600" y="36"/>
                    <a:pt x="638" y="25"/>
                    <a:pt x="676" y="17"/>
                  </a:cubicBezTo>
                  <a:cubicBezTo>
                    <a:pt x="714" y="10"/>
                    <a:pt x="752" y="4"/>
                    <a:pt x="790" y="2"/>
                  </a:cubicBezTo>
                  <a:cubicBezTo>
                    <a:pt x="865" y="-4"/>
                    <a:pt x="939" y="1"/>
                    <a:pt x="1009" y="14"/>
                  </a:cubicBezTo>
                  <a:cubicBezTo>
                    <a:pt x="1079" y="27"/>
                    <a:pt x="1145" y="49"/>
                    <a:pt x="1205" y="76"/>
                  </a:cubicBezTo>
                  <a:cubicBezTo>
                    <a:pt x="1265" y="104"/>
                    <a:pt x="1319" y="137"/>
                    <a:pt x="1367" y="173"/>
                  </a:cubicBezTo>
                  <a:cubicBezTo>
                    <a:pt x="1463" y="247"/>
                    <a:pt x="1534" y="333"/>
                    <a:pt x="1583" y="416"/>
                  </a:cubicBezTo>
                  <a:cubicBezTo>
                    <a:pt x="1632" y="498"/>
                    <a:pt x="1660" y="577"/>
                    <a:pt x="1676" y="643"/>
                  </a:cubicBezTo>
                  <a:cubicBezTo>
                    <a:pt x="1692" y="708"/>
                    <a:pt x="1697" y="761"/>
                    <a:pt x="1699" y="796"/>
                  </a:cubicBezTo>
                  <a:cubicBezTo>
                    <a:pt x="1701" y="832"/>
                    <a:pt x="1700" y="850"/>
                    <a:pt x="1700" y="850"/>
                  </a:cubicBezTo>
                  <a:lnTo>
                    <a:pt x="1701" y="8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46"/>
            <p:cNvSpPr/>
            <p:nvPr/>
          </p:nvSpPr>
          <p:spPr>
            <a:xfrm>
              <a:off x="2400142" y="4032384"/>
              <a:ext cx="346246" cy="346742"/>
            </a:xfrm>
            <a:custGeom>
              <a:avLst/>
              <a:gdLst/>
              <a:ahLst/>
              <a:cxnLst/>
              <a:rect l="l" t="t" r="r" b="b"/>
              <a:pathLst>
                <a:path w="1395" h="1397" extrusionOk="0">
                  <a:moveTo>
                    <a:pt x="1192" y="205"/>
                  </a:moveTo>
                  <a:cubicBezTo>
                    <a:pt x="1278" y="291"/>
                    <a:pt x="1340" y="400"/>
                    <a:pt x="1372" y="518"/>
                  </a:cubicBezTo>
                  <a:cubicBezTo>
                    <a:pt x="1403" y="637"/>
                    <a:pt x="1403" y="761"/>
                    <a:pt x="1372" y="879"/>
                  </a:cubicBezTo>
                  <a:cubicBezTo>
                    <a:pt x="1340" y="997"/>
                    <a:pt x="1278" y="1105"/>
                    <a:pt x="1192" y="1192"/>
                  </a:cubicBezTo>
                  <a:cubicBezTo>
                    <a:pt x="1105" y="1279"/>
                    <a:pt x="997" y="1342"/>
                    <a:pt x="879" y="1373"/>
                  </a:cubicBezTo>
                  <a:cubicBezTo>
                    <a:pt x="760" y="1405"/>
                    <a:pt x="635" y="1405"/>
                    <a:pt x="517" y="1373"/>
                  </a:cubicBezTo>
                  <a:cubicBezTo>
                    <a:pt x="398" y="1342"/>
                    <a:pt x="290" y="1279"/>
                    <a:pt x="204" y="1192"/>
                  </a:cubicBezTo>
                  <a:cubicBezTo>
                    <a:pt x="117" y="1105"/>
                    <a:pt x="55" y="997"/>
                    <a:pt x="23" y="879"/>
                  </a:cubicBezTo>
                  <a:cubicBezTo>
                    <a:pt x="-8" y="761"/>
                    <a:pt x="-8" y="636"/>
                    <a:pt x="23" y="518"/>
                  </a:cubicBezTo>
                  <a:cubicBezTo>
                    <a:pt x="55" y="399"/>
                    <a:pt x="117" y="292"/>
                    <a:pt x="204" y="205"/>
                  </a:cubicBezTo>
                  <a:cubicBezTo>
                    <a:pt x="290" y="119"/>
                    <a:pt x="399" y="56"/>
                    <a:pt x="517" y="24"/>
                  </a:cubicBezTo>
                  <a:cubicBezTo>
                    <a:pt x="636" y="-8"/>
                    <a:pt x="760" y="-8"/>
                    <a:pt x="879" y="24"/>
                  </a:cubicBezTo>
                  <a:cubicBezTo>
                    <a:pt x="997" y="56"/>
                    <a:pt x="1105" y="118"/>
                    <a:pt x="1192" y="2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46"/>
            <p:cNvSpPr/>
            <p:nvPr/>
          </p:nvSpPr>
          <p:spPr>
            <a:xfrm>
              <a:off x="2550306" y="4153012"/>
              <a:ext cx="45670" cy="72972"/>
            </a:xfrm>
            <a:custGeom>
              <a:avLst/>
              <a:gdLst/>
              <a:ahLst/>
              <a:cxnLst/>
              <a:rect l="l" t="t" r="r" b="b"/>
              <a:pathLst>
                <a:path w="184" h="294" extrusionOk="0">
                  <a:moveTo>
                    <a:pt x="92" y="294"/>
                  </a:moveTo>
                  <a:lnTo>
                    <a:pt x="95" y="294"/>
                  </a:lnTo>
                  <a:cubicBezTo>
                    <a:pt x="144" y="294"/>
                    <a:pt x="184" y="253"/>
                    <a:pt x="184" y="204"/>
                  </a:cubicBezTo>
                  <a:lnTo>
                    <a:pt x="184" y="90"/>
                  </a:lnTo>
                  <a:cubicBezTo>
                    <a:pt x="184" y="41"/>
                    <a:pt x="144" y="0"/>
                    <a:pt x="95" y="0"/>
                  </a:cubicBezTo>
                  <a:lnTo>
                    <a:pt x="89" y="0"/>
                  </a:lnTo>
                  <a:cubicBezTo>
                    <a:pt x="40" y="0"/>
                    <a:pt x="0" y="41"/>
                    <a:pt x="0" y="90"/>
                  </a:cubicBezTo>
                  <a:lnTo>
                    <a:pt x="0" y="204"/>
                  </a:lnTo>
                  <a:cubicBezTo>
                    <a:pt x="0" y="253"/>
                    <a:pt x="40" y="294"/>
                    <a:pt x="89" y="294"/>
                  </a:cubicBezTo>
                  <a:lnTo>
                    <a:pt x="92" y="2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46"/>
            <p:cNvSpPr/>
            <p:nvPr/>
          </p:nvSpPr>
          <p:spPr>
            <a:xfrm>
              <a:off x="2539385" y="4204391"/>
              <a:ext cx="67512" cy="35245"/>
            </a:xfrm>
            <a:custGeom>
              <a:avLst/>
              <a:gdLst/>
              <a:ahLst/>
              <a:cxnLst/>
              <a:rect l="l" t="t" r="r" b="b"/>
              <a:pathLst>
                <a:path w="272" h="142" extrusionOk="0">
                  <a:moveTo>
                    <a:pt x="136" y="142"/>
                  </a:moveTo>
                  <a:cubicBezTo>
                    <a:pt x="61" y="142"/>
                    <a:pt x="0" y="81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3" y="3"/>
                    <a:pt x="13" y="6"/>
                  </a:cubicBezTo>
                  <a:cubicBezTo>
                    <a:pt x="13" y="74"/>
                    <a:pt x="68" y="130"/>
                    <a:pt x="136" y="130"/>
                  </a:cubicBezTo>
                  <a:cubicBezTo>
                    <a:pt x="209" y="130"/>
                    <a:pt x="259" y="79"/>
                    <a:pt x="259" y="6"/>
                  </a:cubicBezTo>
                  <a:cubicBezTo>
                    <a:pt x="259" y="3"/>
                    <a:pt x="262" y="0"/>
                    <a:pt x="266" y="0"/>
                  </a:cubicBezTo>
                  <a:cubicBezTo>
                    <a:pt x="269" y="0"/>
                    <a:pt x="272" y="3"/>
                    <a:pt x="272" y="6"/>
                  </a:cubicBezTo>
                  <a:cubicBezTo>
                    <a:pt x="272" y="87"/>
                    <a:pt x="216" y="142"/>
                    <a:pt x="136" y="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6100" rIns="90000" bIns="6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46"/>
            <p:cNvSpPr/>
            <p:nvPr/>
          </p:nvSpPr>
          <p:spPr>
            <a:xfrm>
              <a:off x="2571404" y="4238147"/>
              <a:ext cx="3227" cy="16382"/>
            </a:xfrm>
            <a:custGeom>
              <a:avLst/>
              <a:gdLst/>
              <a:ahLst/>
              <a:cxnLst/>
              <a:rect l="l" t="t" r="r" b="b"/>
              <a:pathLst>
                <a:path w="13" h="66" extrusionOk="0">
                  <a:moveTo>
                    <a:pt x="0" y="0"/>
                  </a:moveTo>
                  <a:lnTo>
                    <a:pt x="13" y="0"/>
                  </a:lnTo>
                  <a:lnTo>
                    <a:pt x="13" y="66"/>
                  </a:lnTo>
                  <a:lnTo>
                    <a:pt x="0" y="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46"/>
            <p:cNvSpPr/>
            <p:nvPr/>
          </p:nvSpPr>
          <p:spPr>
            <a:xfrm>
              <a:off x="2551547" y="4252295"/>
              <a:ext cx="43188" cy="3227"/>
            </a:xfrm>
            <a:custGeom>
              <a:avLst/>
              <a:gdLst/>
              <a:ahLst/>
              <a:cxnLst/>
              <a:rect l="l" t="t" r="r" b="b"/>
              <a:pathLst>
                <a:path w="174" h="13" extrusionOk="0">
                  <a:moveTo>
                    <a:pt x="167" y="13"/>
                  </a:moveTo>
                  <a:lnTo>
                    <a:pt x="6" y="13"/>
                  </a:lnTo>
                  <a:cubicBezTo>
                    <a:pt x="3" y="13"/>
                    <a:pt x="0" y="11"/>
                    <a:pt x="0" y="7"/>
                  </a:cubicBezTo>
                  <a:cubicBezTo>
                    <a:pt x="0" y="4"/>
                    <a:pt x="3" y="0"/>
                    <a:pt x="6" y="0"/>
                  </a:cubicBezTo>
                  <a:lnTo>
                    <a:pt x="167" y="0"/>
                  </a:lnTo>
                  <a:cubicBezTo>
                    <a:pt x="171" y="0"/>
                    <a:pt x="174" y="4"/>
                    <a:pt x="174" y="7"/>
                  </a:cubicBezTo>
                  <a:cubicBezTo>
                    <a:pt x="174" y="11"/>
                    <a:pt x="171" y="13"/>
                    <a:pt x="167" y="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46"/>
            <p:cNvSpPr/>
            <p:nvPr/>
          </p:nvSpPr>
          <p:spPr>
            <a:xfrm>
              <a:off x="2528960" y="4161699"/>
              <a:ext cx="10673" cy="4716"/>
            </a:xfrm>
            <a:custGeom>
              <a:avLst/>
              <a:gdLst/>
              <a:ahLst/>
              <a:cxnLst/>
              <a:rect l="l" t="t" r="r" b="b"/>
              <a:pathLst>
                <a:path w="43" h="19" extrusionOk="0">
                  <a:moveTo>
                    <a:pt x="43" y="19"/>
                  </a:moveTo>
                  <a:cubicBezTo>
                    <a:pt x="42" y="20"/>
                    <a:pt x="32" y="17"/>
                    <a:pt x="21" y="12"/>
                  </a:cubicBezTo>
                  <a:cubicBezTo>
                    <a:pt x="9" y="7"/>
                    <a:pt x="0" y="3"/>
                    <a:pt x="0" y="1"/>
                  </a:cubicBezTo>
                  <a:cubicBezTo>
                    <a:pt x="1" y="-1"/>
                    <a:pt x="11" y="1"/>
                    <a:pt x="23" y="6"/>
                  </a:cubicBezTo>
                  <a:cubicBezTo>
                    <a:pt x="35" y="11"/>
                    <a:pt x="43" y="17"/>
                    <a:pt x="43" y="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46"/>
            <p:cNvSpPr/>
            <p:nvPr/>
          </p:nvSpPr>
          <p:spPr>
            <a:xfrm>
              <a:off x="2544349" y="4138368"/>
              <a:ext cx="8191" cy="10921"/>
            </a:xfrm>
            <a:custGeom>
              <a:avLst/>
              <a:gdLst/>
              <a:ahLst/>
              <a:cxnLst/>
              <a:rect l="l" t="t" r="r" b="b"/>
              <a:pathLst>
                <a:path w="33" h="44" extrusionOk="0">
                  <a:moveTo>
                    <a:pt x="33" y="44"/>
                  </a:moveTo>
                  <a:cubicBezTo>
                    <a:pt x="31" y="45"/>
                    <a:pt x="23" y="36"/>
                    <a:pt x="14" y="24"/>
                  </a:cubicBezTo>
                  <a:cubicBezTo>
                    <a:pt x="5" y="12"/>
                    <a:pt x="-1" y="1"/>
                    <a:pt x="1" y="0"/>
                  </a:cubicBezTo>
                  <a:cubicBezTo>
                    <a:pt x="2" y="-1"/>
                    <a:pt x="10" y="8"/>
                    <a:pt x="19" y="20"/>
                  </a:cubicBezTo>
                  <a:cubicBezTo>
                    <a:pt x="28" y="32"/>
                    <a:pt x="34" y="43"/>
                    <a:pt x="33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46"/>
            <p:cNvSpPr/>
            <p:nvPr/>
          </p:nvSpPr>
          <p:spPr>
            <a:xfrm>
              <a:off x="2572396" y="4130426"/>
              <a:ext cx="1737" cy="12658"/>
            </a:xfrm>
            <a:custGeom>
              <a:avLst/>
              <a:gdLst/>
              <a:ahLst/>
              <a:cxnLst/>
              <a:rect l="l" t="t" r="r" b="b"/>
              <a:pathLst>
                <a:path w="7" h="51" extrusionOk="0">
                  <a:moveTo>
                    <a:pt x="3" y="51"/>
                  </a:moveTo>
                  <a:cubicBezTo>
                    <a:pt x="1" y="51"/>
                    <a:pt x="0" y="40"/>
                    <a:pt x="0" y="26"/>
                  </a:cubicBezTo>
                  <a:cubicBezTo>
                    <a:pt x="0" y="12"/>
                    <a:pt x="2" y="0"/>
                    <a:pt x="4" y="0"/>
                  </a:cubicBezTo>
                  <a:cubicBezTo>
                    <a:pt x="6" y="1"/>
                    <a:pt x="7" y="12"/>
                    <a:pt x="7" y="26"/>
                  </a:cubicBezTo>
                  <a:cubicBezTo>
                    <a:pt x="7" y="40"/>
                    <a:pt x="5" y="51"/>
                    <a:pt x="3" y="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46"/>
            <p:cNvSpPr/>
            <p:nvPr/>
          </p:nvSpPr>
          <p:spPr>
            <a:xfrm>
              <a:off x="2592997" y="4138616"/>
              <a:ext cx="6702" cy="8935"/>
            </a:xfrm>
            <a:custGeom>
              <a:avLst/>
              <a:gdLst/>
              <a:ahLst/>
              <a:cxnLst/>
              <a:rect l="l" t="t" r="r" b="b"/>
              <a:pathLst>
                <a:path w="27" h="36" extrusionOk="0">
                  <a:moveTo>
                    <a:pt x="27" y="0"/>
                  </a:moveTo>
                  <a:cubicBezTo>
                    <a:pt x="29" y="1"/>
                    <a:pt x="24" y="11"/>
                    <a:pt x="17" y="21"/>
                  </a:cubicBezTo>
                  <a:cubicBezTo>
                    <a:pt x="9" y="31"/>
                    <a:pt x="2" y="37"/>
                    <a:pt x="0" y="36"/>
                  </a:cubicBezTo>
                  <a:cubicBezTo>
                    <a:pt x="-1" y="35"/>
                    <a:pt x="5" y="27"/>
                    <a:pt x="12" y="17"/>
                  </a:cubicBezTo>
                  <a:cubicBezTo>
                    <a:pt x="19" y="8"/>
                    <a:pt x="26" y="-1"/>
                    <a:pt x="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46"/>
            <p:cNvSpPr/>
            <p:nvPr/>
          </p:nvSpPr>
          <p:spPr>
            <a:xfrm>
              <a:off x="2607393" y="4160210"/>
              <a:ext cx="10425" cy="5957"/>
            </a:xfrm>
            <a:custGeom>
              <a:avLst/>
              <a:gdLst/>
              <a:ahLst/>
              <a:cxnLst/>
              <a:rect l="l" t="t" r="r" b="b"/>
              <a:pathLst>
                <a:path w="42" h="24" extrusionOk="0">
                  <a:moveTo>
                    <a:pt x="42" y="0"/>
                  </a:moveTo>
                  <a:cubicBezTo>
                    <a:pt x="42" y="2"/>
                    <a:pt x="34" y="9"/>
                    <a:pt x="23" y="15"/>
                  </a:cubicBezTo>
                  <a:cubicBezTo>
                    <a:pt x="11" y="22"/>
                    <a:pt x="1" y="25"/>
                    <a:pt x="0" y="24"/>
                  </a:cubicBezTo>
                  <a:cubicBezTo>
                    <a:pt x="-1" y="22"/>
                    <a:pt x="7" y="16"/>
                    <a:pt x="19" y="9"/>
                  </a:cubicBezTo>
                  <a:cubicBezTo>
                    <a:pt x="30" y="2"/>
                    <a:pt x="41" y="-2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46"/>
            <p:cNvSpPr/>
            <p:nvPr/>
          </p:nvSpPr>
          <p:spPr>
            <a:xfrm>
              <a:off x="2902261" y="4167905"/>
              <a:ext cx="92829" cy="63789"/>
            </a:xfrm>
            <a:custGeom>
              <a:avLst/>
              <a:gdLst/>
              <a:ahLst/>
              <a:cxnLst/>
              <a:rect l="l" t="t" r="r" b="b"/>
              <a:pathLst>
                <a:path w="374" h="257" extrusionOk="0">
                  <a:moveTo>
                    <a:pt x="7" y="108"/>
                  </a:moveTo>
                  <a:lnTo>
                    <a:pt x="83" y="13"/>
                  </a:lnTo>
                  <a:cubicBezTo>
                    <a:pt x="90" y="4"/>
                    <a:pt x="100" y="0"/>
                    <a:pt x="110" y="0"/>
                  </a:cubicBezTo>
                  <a:lnTo>
                    <a:pt x="340" y="0"/>
                  </a:lnTo>
                  <a:cubicBezTo>
                    <a:pt x="359" y="0"/>
                    <a:pt x="374" y="15"/>
                    <a:pt x="374" y="34"/>
                  </a:cubicBezTo>
                  <a:lnTo>
                    <a:pt x="374" y="223"/>
                  </a:lnTo>
                  <a:cubicBezTo>
                    <a:pt x="374" y="242"/>
                    <a:pt x="359" y="257"/>
                    <a:pt x="340" y="257"/>
                  </a:cubicBezTo>
                  <a:lnTo>
                    <a:pt x="114" y="257"/>
                  </a:lnTo>
                  <a:cubicBezTo>
                    <a:pt x="104" y="257"/>
                    <a:pt x="95" y="253"/>
                    <a:pt x="88" y="246"/>
                  </a:cubicBezTo>
                  <a:lnTo>
                    <a:pt x="8" y="152"/>
                  </a:lnTo>
                  <a:cubicBezTo>
                    <a:pt x="-2" y="140"/>
                    <a:pt x="-3" y="122"/>
                    <a:pt x="7" y="109"/>
                  </a:cubicBezTo>
                  <a:lnTo>
                    <a:pt x="7" y="1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46"/>
            <p:cNvSpPr/>
            <p:nvPr/>
          </p:nvSpPr>
          <p:spPr>
            <a:xfrm>
              <a:off x="2130591" y="4158473"/>
              <a:ext cx="83893" cy="83893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97" y="50"/>
                  </a:moveTo>
                  <a:cubicBezTo>
                    <a:pt x="108" y="44"/>
                    <a:pt x="119" y="39"/>
                    <a:pt x="131" y="35"/>
                  </a:cubicBezTo>
                  <a:lnTo>
                    <a:pt x="138" y="1"/>
                  </a:lnTo>
                  <a:lnTo>
                    <a:pt x="194" y="0"/>
                  </a:lnTo>
                  <a:lnTo>
                    <a:pt x="203" y="34"/>
                  </a:lnTo>
                  <a:cubicBezTo>
                    <a:pt x="215" y="37"/>
                    <a:pt x="226" y="41"/>
                    <a:pt x="237" y="47"/>
                  </a:cubicBezTo>
                  <a:lnTo>
                    <a:pt x="266" y="28"/>
                  </a:lnTo>
                  <a:lnTo>
                    <a:pt x="306" y="68"/>
                  </a:lnTo>
                  <a:lnTo>
                    <a:pt x="289" y="97"/>
                  </a:lnTo>
                  <a:cubicBezTo>
                    <a:pt x="295" y="108"/>
                    <a:pt x="300" y="119"/>
                    <a:pt x="303" y="131"/>
                  </a:cubicBezTo>
                  <a:lnTo>
                    <a:pt x="337" y="138"/>
                  </a:lnTo>
                  <a:lnTo>
                    <a:pt x="338" y="194"/>
                  </a:lnTo>
                  <a:lnTo>
                    <a:pt x="305" y="203"/>
                  </a:lnTo>
                  <a:cubicBezTo>
                    <a:pt x="302" y="214"/>
                    <a:pt x="297" y="226"/>
                    <a:pt x="291" y="237"/>
                  </a:cubicBezTo>
                  <a:lnTo>
                    <a:pt x="310" y="266"/>
                  </a:lnTo>
                  <a:lnTo>
                    <a:pt x="271" y="306"/>
                  </a:lnTo>
                  <a:lnTo>
                    <a:pt x="241" y="289"/>
                  </a:lnTo>
                  <a:cubicBezTo>
                    <a:pt x="231" y="295"/>
                    <a:pt x="219" y="300"/>
                    <a:pt x="207" y="303"/>
                  </a:cubicBezTo>
                  <a:lnTo>
                    <a:pt x="201" y="337"/>
                  </a:lnTo>
                  <a:lnTo>
                    <a:pt x="144" y="338"/>
                  </a:lnTo>
                  <a:lnTo>
                    <a:pt x="136" y="305"/>
                  </a:lnTo>
                  <a:cubicBezTo>
                    <a:pt x="124" y="302"/>
                    <a:pt x="112" y="297"/>
                    <a:pt x="101" y="291"/>
                  </a:cubicBezTo>
                  <a:lnTo>
                    <a:pt x="73" y="310"/>
                  </a:lnTo>
                  <a:lnTo>
                    <a:pt x="32" y="271"/>
                  </a:lnTo>
                  <a:lnTo>
                    <a:pt x="50" y="241"/>
                  </a:lnTo>
                  <a:cubicBezTo>
                    <a:pt x="43" y="231"/>
                    <a:pt x="38" y="219"/>
                    <a:pt x="35" y="207"/>
                  </a:cubicBezTo>
                  <a:lnTo>
                    <a:pt x="1" y="200"/>
                  </a:lnTo>
                  <a:lnTo>
                    <a:pt x="0" y="144"/>
                  </a:lnTo>
                  <a:lnTo>
                    <a:pt x="34" y="136"/>
                  </a:lnTo>
                  <a:cubicBezTo>
                    <a:pt x="37" y="124"/>
                    <a:pt x="41" y="112"/>
                    <a:pt x="47" y="101"/>
                  </a:cubicBezTo>
                  <a:lnTo>
                    <a:pt x="28" y="73"/>
                  </a:lnTo>
                  <a:lnTo>
                    <a:pt x="68" y="32"/>
                  </a:lnTo>
                  <a:lnTo>
                    <a:pt x="97" y="50"/>
                  </a:lnTo>
                  <a:moveTo>
                    <a:pt x="127" y="125"/>
                  </a:moveTo>
                  <a:cubicBezTo>
                    <a:pt x="104" y="149"/>
                    <a:pt x="105" y="188"/>
                    <a:pt x="129" y="211"/>
                  </a:cubicBezTo>
                  <a:cubicBezTo>
                    <a:pt x="153" y="235"/>
                    <a:pt x="191" y="234"/>
                    <a:pt x="215" y="210"/>
                  </a:cubicBezTo>
                  <a:cubicBezTo>
                    <a:pt x="238" y="186"/>
                    <a:pt x="237" y="147"/>
                    <a:pt x="213" y="124"/>
                  </a:cubicBezTo>
                  <a:cubicBezTo>
                    <a:pt x="189" y="101"/>
                    <a:pt x="151" y="101"/>
                    <a:pt x="127" y="126"/>
                  </a:cubicBezTo>
                  <a:lnTo>
                    <a:pt x="127" y="1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46"/>
            <p:cNvSpPr/>
            <p:nvPr/>
          </p:nvSpPr>
          <p:spPr>
            <a:xfrm>
              <a:off x="2935520" y="4182301"/>
              <a:ext cx="34749" cy="34749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0" y="121"/>
                  </a:moveTo>
                  <a:lnTo>
                    <a:pt x="121" y="0"/>
                  </a:lnTo>
                  <a:lnTo>
                    <a:pt x="140" y="18"/>
                  </a:lnTo>
                  <a:lnTo>
                    <a:pt x="19" y="140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0000" tIns="5400" rIns="90000" bIns="5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46"/>
            <p:cNvSpPr/>
            <p:nvPr/>
          </p:nvSpPr>
          <p:spPr>
            <a:xfrm>
              <a:off x="2937754" y="4182301"/>
              <a:ext cx="34749" cy="34749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0" y="18"/>
                  </a:moveTo>
                  <a:lnTo>
                    <a:pt x="19" y="0"/>
                  </a:lnTo>
                  <a:lnTo>
                    <a:pt x="140" y="121"/>
                  </a:lnTo>
                  <a:lnTo>
                    <a:pt x="122" y="14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5400" rIns="90000" bIns="5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46"/>
            <p:cNvSpPr/>
            <p:nvPr/>
          </p:nvSpPr>
          <p:spPr>
            <a:xfrm>
              <a:off x="2003014" y="3384815"/>
              <a:ext cx="934740" cy="160837"/>
            </a:xfrm>
            <a:custGeom>
              <a:avLst/>
              <a:gdLst/>
              <a:ahLst/>
              <a:cxnLst/>
              <a:rect l="l" t="t" r="r" b="b"/>
              <a:pathLst>
                <a:path w="3766" h="648" extrusionOk="0">
                  <a:moveTo>
                    <a:pt x="1883" y="648"/>
                  </a:moveTo>
                  <a:lnTo>
                    <a:pt x="3451" y="648"/>
                  </a:lnTo>
                  <a:cubicBezTo>
                    <a:pt x="3625" y="648"/>
                    <a:pt x="3766" y="507"/>
                    <a:pt x="3766" y="333"/>
                  </a:cubicBezTo>
                  <a:lnTo>
                    <a:pt x="3766" y="315"/>
                  </a:lnTo>
                  <a:cubicBezTo>
                    <a:pt x="3766" y="141"/>
                    <a:pt x="3625" y="0"/>
                    <a:pt x="3451" y="0"/>
                  </a:cubicBezTo>
                  <a:lnTo>
                    <a:pt x="315" y="0"/>
                  </a:lnTo>
                  <a:cubicBezTo>
                    <a:pt x="141" y="0"/>
                    <a:pt x="0" y="141"/>
                    <a:pt x="0" y="315"/>
                  </a:cubicBezTo>
                  <a:lnTo>
                    <a:pt x="0" y="333"/>
                  </a:lnTo>
                  <a:cubicBezTo>
                    <a:pt x="0" y="507"/>
                    <a:pt x="141" y="648"/>
                    <a:pt x="315" y="648"/>
                  </a:cubicBezTo>
                  <a:lnTo>
                    <a:pt x="1883" y="6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46"/>
            <p:cNvSpPr/>
            <p:nvPr/>
          </p:nvSpPr>
          <p:spPr>
            <a:xfrm>
              <a:off x="1939225" y="3606463"/>
              <a:ext cx="1234572" cy="189629"/>
            </a:xfrm>
            <a:custGeom>
              <a:avLst/>
              <a:gdLst/>
              <a:ahLst/>
              <a:cxnLst/>
              <a:rect l="l" t="t" r="r" b="b"/>
              <a:pathLst>
                <a:path w="4974" h="764" extrusionOk="0">
                  <a:moveTo>
                    <a:pt x="0" y="0"/>
                  </a:moveTo>
                  <a:lnTo>
                    <a:pt x="4974" y="0"/>
                  </a:lnTo>
                  <a:lnTo>
                    <a:pt x="4974" y="764"/>
                  </a:lnTo>
                  <a:lnTo>
                    <a:pt x="0" y="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46"/>
            <p:cNvSpPr/>
            <p:nvPr/>
          </p:nvSpPr>
          <p:spPr>
            <a:xfrm>
              <a:off x="2424963" y="3692342"/>
              <a:ext cx="29288" cy="42691"/>
            </a:xfrm>
            <a:custGeom>
              <a:avLst/>
              <a:gdLst/>
              <a:ahLst/>
              <a:cxnLst/>
              <a:rect l="l" t="t" r="r" b="b"/>
              <a:pathLst>
                <a:path w="118" h="172" extrusionOk="0">
                  <a:moveTo>
                    <a:pt x="0" y="0"/>
                  </a:moveTo>
                  <a:lnTo>
                    <a:pt x="25" y="0"/>
                  </a:lnTo>
                  <a:lnTo>
                    <a:pt x="25" y="151"/>
                  </a:lnTo>
                  <a:lnTo>
                    <a:pt x="118" y="151"/>
                  </a:lnTo>
                  <a:lnTo>
                    <a:pt x="118" y="172"/>
                  </a:lnTo>
                  <a:lnTo>
                    <a:pt x="1" y="17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900" rIns="90000" bIns="16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46"/>
            <p:cNvSpPr/>
            <p:nvPr/>
          </p:nvSpPr>
          <p:spPr>
            <a:xfrm>
              <a:off x="2459215" y="3689116"/>
              <a:ext cx="7943" cy="45918"/>
            </a:xfrm>
            <a:custGeom>
              <a:avLst/>
              <a:gdLst/>
              <a:ahLst/>
              <a:cxnLst/>
              <a:rect l="l" t="t" r="r" b="b"/>
              <a:pathLst>
                <a:path w="32" h="185" extrusionOk="0">
                  <a:moveTo>
                    <a:pt x="0" y="15"/>
                  </a:moveTo>
                  <a:cubicBezTo>
                    <a:pt x="0" y="6"/>
                    <a:pt x="7" y="0"/>
                    <a:pt x="16" y="0"/>
                  </a:cubicBezTo>
                  <a:cubicBezTo>
                    <a:pt x="25" y="0"/>
                    <a:pt x="32" y="6"/>
                    <a:pt x="32" y="15"/>
                  </a:cubicBezTo>
                  <a:cubicBezTo>
                    <a:pt x="32" y="23"/>
                    <a:pt x="25" y="30"/>
                    <a:pt x="16" y="30"/>
                  </a:cubicBezTo>
                  <a:cubicBezTo>
                    <a:pt x="7" y="30"/>
                    <a:pt x="0" y="24"/>
                    <a:pt x="0" y="15"/>
                  </a:cubicBezTo>
                  <a:moveTo>
                    <a:pt x="4" y="55"/>
                  </a:moveTo>
                  <a:lnTo>
                    <a:pt x="28" y="55"/>
                  </a:lnTo>
                  <a:lnTo>
                    <a:pt x="28" y="185"/>
                  </a:lnTo>
                  <a:lnTo>
                    <a:pt x="4" y="185"/>
                  </a:lnTo>
                  <a:lnTo>
                    <a:pt x="4" y="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1600" rIns="90000" bIns="21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46"/>
            <p:cNvSpPr/>
            <p:nvPr/>
          </p:nvSpPr>
          <p:spPr>
            <a:xfrm>
              <a:off x="2473363" y="3702519"/>
              <a:ext cx="27303" cy="33011"/>
            </a:xfrm>
            <a:custGeom>
              <a:avLst/>
              <a:gdLst/>
              <a:ahLst/>
              <a:cxnLst/>
              <a:rect l="l" t="t" r="r" b="b"/>
              <a:pathLst>
                <a:path w="110" h="133" extrusionOk="0">
                  <a:moveTo>
                    <a:pt x="0" y="118"/>
                  </a:moveTo>
                  <a:lnTo>
                    <a:pt x="9" y="99"/>
                  </a:lnTo>
                  <a:cubicBezTo>
                    <a:pt x="20" y="107"/>
                    <a:pt x="38" y="112"/>
                    <a:pt x="55" y="112"/>
                  </a:cubicBezTo>
                  <a:cubicBezTo>
                    <a:pt x="77" y="112"/>
                    <a:pt x="86" y="106"/>
                    <a:pt x="86" y="95"/>
                  </a:cubicBezTo>
                  <a:cubicBezTo>
                    <a:pt x="86" y="65"/>
                    <a:pt x="4" y="91"/>
                    <a:pt x="4" y="39"/>
                  </a:cubicBezTo>
                  <a:cubicBezTo>
                    <a:pt x="4" y="15"/>
                    <a:pt x="25" y="0"/>
                    <a:pt x="58" y="0"/>
                  </a:cubicBezTo>
                  <a:cubicBezTo>
                    <a:pt x="75" y="0"/>
                    <a:pt x="94" y="4"/>
                    <a:pt x="105" y="12"/>
                  </a:cubicBezTo>
                  <a:lnTo>
                    <a:pt x="95" y="31"/>
                  </a:lnTo>
                  <a:cubicBezTo>
                    <a:pt x="83" y="23"/>
                    <a:pt x="70" y="20"/>
                    <a:pt x="58" y="20"/>
                  </a:cubicBezTo>
                  <a:cubicBezTo>
                    <a:pt x="37" y="20"/>
                    <a:pt x="27" y="28"/>
                    <a:pt x="27" y="38"/>
                  </a:cubicBezTo>
                  <a:cubicBezTo>
                    <a:pt x="27" y="69"/>
                    <a:pt x="110" y="44"/>
                    <a:pt x="110" y="94"/>
                  </a:cubicBezTo>
                  <a:cubicBezTo>
                    <a:pt x="110" y="118"/>
                    <a:pt x="88" y="133"/>
                    <a:pt x="54" y="133"/>
                  </a:cubicBezTo>
                  <a:cubicBezTo>
                    <a:pt x="32" y="133"/>
                    <a:pt x="11" y="126"/>
                    <a:pt x="0" y="1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875" rIns="90000" bIns="2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46"/>
            <p:cNvSpPr/>
            <p:nvPr/>
          </p:nvSpPr>
          <p:spPr>
            <a:xfrm>
              <a:off x="2503147" y="3695817"/>
              <a:ext cx="22835" cy="39713"/>
            </a:xfrm>
            <a:custGeom>
              <a:avLst/>
              <a:gdLst/>
              <a:ahLst/>
              <a:cxnLst/>
              <a:rect l="l" t="t" r="r" b="b"/>
              <a:pathLst>
                <a:path w="92" h="160" extrusionOk="0">
                  <a:moveTo>
                    <a:pt x="92" y="151"/>
                  </a:moveTo>
                  <a:cubicBezTo>
                    <a:pt x="85" y="157"/>
                    <a:pt x="74" y="160"/>
                    <a:pt x="63" y="160"/>
                  </a:cubicBezTo>
                  <a:cubicBezTo>
                    <a:pt x="37" y="160"/>
                    <a:pt x="22" y="145"/>
                    <a:pt x="22" y="119"/>
                  </a:cubicBezTo>
                  <a:lnTo>
                    <a:pt x="22" y="47"/>
                  </a:lnTo>
                  <a:lnTo>
                    <a:pt x="0" y="47"/>
                  </a:lnTo>
                  <a:lnTo>
                    <a:pt x="0" y="28"/>
                  </a:lnTo>
                  <a:lnTo>
                    <a:pt x="22" y="28"/>
                  </a:lnTo>
                  <a:lnTo>
                    <a:pt x="22" y="0"/>
                  </a:lnTo>
                  <a:lnTo>
                    <a:pt x="46" y="0"/>
                  </a:lnTo>
                  <a:lnTo>
                    <a:pt x="46" y="28"/>
                  </a:lnTo>
                  <a:lnTo>
                    <a:pt x="83" y="28"/>
                  </a:lnTo>
                  <a:lnTo>
                    <a:pt x="83" y="47"/>
                  </a:lnTo>
                  <a:lnTo>
                    <a:pt x="46" y="47"/>
                  </a:lnTo>
                  <a:lnTo>
                    <a:pt x="46" y="118"/>
                  </a:lnTo>
                  <a:cubicBezTo>
                    <a:pt x="46" y="132"/>
                    <a:pt x="53" y="140"/>
                    <a:pt x="66" y="140"/>
                  </a:cubicBezTo>
                  <a:cubicBezTo>
                    <a:pt x="73" y="140"/>
                    <a:pt x="80" y="138"/>
                    <a:pt x="85" y="134"/>
                  </a:cubicBezTo>
                  <a:lnTo>
                    <a:pt x="92" y="15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46"/>
            <p:cNvSpPr/>
            <p:nvPr/>
          </p:nvSpPr>
          <p:spPr>
            <a:xfrm>
              <a:off x="2528960" y="3702519"/>
              <a:ext cx="32267" cy="33011"/>
            </a:xfrm>
            <a:custGeom>
              <a:avLst/>
              <a:gdLst/>
              <a:ahLst/>
              <a:cxnLst/>
              <a:rect l="l" t="t" r="r" b="b"/>
              <a:pathLst>
                <a:path w="130" h="133" extrusionOk="0">
                  <a:moveTo>
                    <a:pt x="129" y="74"/>
                  </a:moveTo>
                  <a:lnTo>
                    <a:pt x="23" y="74"/>
                  </a:lnTo>
                  <a:cubicBezTo>
                    <a:pt x="26" y="97"/>
                    <a:pt x="45" y="112"/>
                    <a:pt x="71" y="112"/>
                  </a:cubicBezTo>
                  <a:cubicBezTo>
                    <a:pt x="86" y="112"/>
                    <a:pt x="99" y="107"/>
                    <a:pt x="108" y="96"/>
                  </a:cubicBezTo>
                  <a:lnTo>
                    <a:pt x="121" y="112"/>
                  </a:lnTo>
                  <a:cubicBezTo>
                    <a:pt x="109" y="126"/>
                    <a:pt x="91" y="133"/>
                    <a:pt x="70" y="133"/>
                  </a:cubicBezTo>
                  <a:cubicBezTo>
                    <a:pt x="28" y="133"/>
                    <a:pt x="0" y="106"/>
                    <a:pt x="0" y="67"/>
                  </a:cubicBezTo>
                  <a:cubicBezTo>
                    <a:pt x="0" y="29"/>
                    <a:pt x="27" y="0"/>
                    <a:pt x="65" y="0"/>
                  </a:cubicBezTo>
                  <a:cubicBezTo>
                    <a:pt x="102" y="0"/>
                    <a:pt x="130" y="27"/>
                    <a:pt x="130" y="67"/>
                  </a:cubicBezTo>
                  <a:cubicBezTo>
                    <a:pt x="130" y="69"/>
                    <a:pt x="130" y="72"/>
                    <a:pt x="129" y="74"/>
                  </a:cubicBezTo>
                  <a:moveTo>
                    <a:pt x="23" y="57"/>
                  </a:moveTo>
                  <a:lnTo>
                    <a:pt x="107" y="57"/>
                  </a:lnTo>
                  <a:cubicBezTo>
                    <a:pt x="104" y="35"/>
                    <a:pt x="88" y="20"/>
                    <a:pt x="65" y="20"/>
                  </a:cubicBezTo>
                  <a:cubicBezTo>
                    <a:pt x="42" y="20"/>
                    <a:pt x="26" y="35"/>
                    <a:pt x="23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875" rIns="90000" bIns="2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46"/>
            <p:cNvSpPr/>
            <p:nvPr/>
          </p:nvSpPr>
          <p:spPr>
            <a:xfrm>
              <a:off x="2569170" y="3702519"/>
              <a:ext cx="30529" cy="32515"/>
            </a:xfrm>
            <a:custGeom>
              <a:avLst/>
              <a:gdLst/>
              <a:ahLst/>
              <a:cxnLst/>
              <a:rect l="l" t="t" r="r" b="b"/>
              <a:pathLst>
                <a:path w="123" h="131" extrusionOk="0">
                  <a:moveTo>
                    <a:pt x="123" y="56"/>
                  </a:moveTo>
                  <a:lnTo>
                    <a:pt x="123" y="131"/>
                  </a:lnTo>
                  <a:lnTo>
                    <a:pt x="100" y="131"/>
                  </a:lnTo>
                  <a:lnTo>
                    <a:pt x="100" y="59"/>
                  </a:lnTo>
                  <a:cubicBezTo>
                    <a:pt x="100" y="34"/>
                    <a:pt x="87" y="21"/>
                    <a:pt x="65" y="21"/>
                  </a:cubicBezTo>
                  <a:cubicBezTo>
                    <a:pt x="40" y="21"/>
                    <a:pt x="23" y="36"/>
                    <a:pt x="23" y="64"/>
                  </a:cubicBezTo>
                  <a:lnTo>
                    <a:pt x="23" y="131"/>
                  </a:lnTo>
                  <a:lnTo>
                    <a:pt x="0" y="131"/>
                  </a:lnTo>
                  <a:lnTo>
                    <a:pt x="0" y="1"/>
                  </a:lnTo>
                  <a:lnTo>
                    <a:pt x="22" y="1"/>
                  </a:lnTo>
                  <a:lnTo>
                    <a:pt x="22" y="20"/>
                  </a:lnTo>
                  <a:cubicBezTo>
                    <a:pt x="32" y="7"/>
                    <a:pt x="49" y="0"/>
                    <a:pt x="69" y="0"/>
                  </a:cubicBezTo>
                  <a:cubicBezTo>
                    <a:pt x="101" y="0"/>
                    <a:pt x="123" y="18"/>
                    <a:pt x="123" y="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150" rIns="90000" bIns="2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46"/>
            <p:cNvSpPr/>
            <p:nvPr/>
          </p:nvSpPr>
          <p:spPr>
            <a:xfrm>
              <a:off x="2609627" y="3689116"/>
              <a:ext cx="7943" cy="45918"/>
            </a:xfrm>
            <a:custGeom>
              <a:avLst/>
              <a:gdLst/>
              <a:ahLst/>
              <a:cxnLst/>
              <a:rect l="l" t="t" r="r" b="b"/>
              <a:pathLst>
                <a:path w="32" h="185" extrusionOk="0">
                  <a:moveTo>
                    <a:pt x="0" y="15"/>
                  </a:moveTo>
                  <a:cubicBezTo>
                    <a:pt x="0" y="6"/>
                    <a:pt x="7" y="0"/>
                    <a:pt x="16" y="0"/>
                  </a:cubicBezTo>
                  <a:cubicBezTo>
                    <a:pt x="25" y="0"/>
                    <a:pt x="32" y="6"/>
                    <a:pt x="32" y="15"/>
                  </a:cubicBezTo>
                  <a:cubicBezTo>
                    <a:pt x="32" y="23"/>
                    <a:pt x="25" y="30"/>
                    <a:pt x="16" y="30"/>
                  </a:cubicBezTo>
                  <a:cubicBezTo>
                    <a:pt x="6" y="30"/>
                    <a:pt x="0" y="24"/>
                    <a:pt x="0" y="15"/>
                  </a:cubicBezTo>
                  <a:moveTo>
                    <a:pt x="4" y="55"/>
                  </a:moveTo>
                  <a:lnTo>
                    <a:pt x="28" y="55"/>
                  </a:lnTo>
                  <a:lnTo>
                    <a:pt x="28" y="185"/>
                  </a:lnTo>
                  <a:lnTo>
                    <a:pt x="4" y="185"/>
                  </a:lnTo>
                  <a:lnTo>
                    <a:pt x="4" y="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1600" rIns="90000" bIns="21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46"/>
            <p:cNvSpPr/>
            <p:nvPr/>
          </p:nvSpPr>
          <p:spPr>
            <a:xfrm>
              <a:off x="2627498" y="3702519"/>
              <a:ext cx="30777" cy="32515"/>
            </a:xfrm>
            <a:custGeom>
              <a:avLst/>
              <a:gdLst/>
              <a:ahLst/>
              <a:cxnLst/>
              <a:rect l="l" t="t" r="r" b="b"/>
              <a:pathLst>
                <a:path w="124" h="131" extrusionOk="0">
                  <a:moveTo>
                    <a:pt x="124" y="56"/>
                  </a:moveTo>
                  <a:lnTo>
                    <a:pt x="124" y="131"/>
                  </a:lnTo>
                  <a:lnTo>
                    <a:pt x="100" y="131"/>
                  </a:lnTo>
                  <a:lnTo>
                    <a:pt x="100" y="59"/>
                  </a:lnTo>
                  <a:cubicBezTo>
                    <a:pt x="100" y="34"/>
                    <a:pt x="88" y="21"/>
                    <a:pt x="65" y="21"/>
                  </a:cubicBezTo>
                  <a:cubicBezTo>
                    <a:pt x="40" y="21"/>
                    <a:pt x="24" y="36"/>
                    <a:pt x="24" y="64"/>
                  </a:cubicBezTo>
                  <a:lnTo>
                    <a:pt x="24" y="131"/>
                  </a:lnTo>
                  <a:lnTo>
                    <a:pt x="0" y="131"/>
                  </a:lnTo>
                  <a:lnTo>
                    <a:pt x="0" y="1"/>
                  </a:lnTo>
                  <a:lnTo>
                    <a:pt x="23" y="1"/>
                  </a:lnTo>
                  <a:lnTo>
                    <a:pt x="23" y="20"/>
                  </a:lnTo>
                  <a:cubicBezTo>
                    <a:pt x="32" y="7"/>
                    <a:pt x="49" y="0"/>
                    <a:pt x="70" y="0"/>
                  </a:cubicBezTo>
                  <a:cubicBezTo>
                    <a:pt x="101" y="0"/>
                    <a:pt x="124" y="18"/>
                    <a:pt x="124" y="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150" rIns="90000" bIns="2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46"/>
            <p:cNvSpPr/>
            <p:nvPr/>
          </p:nvSpPr>
          <p:spPr>
            <a:xfrm>
              <a:off x="2666218" y="3702519"/>
              <a:ext cx="34004" cy="44677"/>
            </a:xfrm>
            <a:custGeom>
              <a:avLst/>
              <a:gdLst/>
              <a:ahLst/>
              <a:cxnLst/>
              <a:rect l="l" t="t" r="r" b="b"/>
              <a:pathLst>
                <a:path w="137" h="180" extrusionOk="0">
                  <a:moveTo>
                    <a:pt x="137" y="1"/>
                  </a:moveTo>
                  <a:lnTo>
                    <a:pt x="137" y="114"/>
                  </a:lnTo>
                  <a:cubicBezTo>
                    <a:pt x="137" y="159"/>
                    <a:pt x="113" y="180"/>
                    <a:pt x="69" y="180"/>
                  </a:cubicBezTo>
                  <a:cubicBezTo>
                    <a:pt x="45" y="180"/>
                    <a:pt x="21" y="174"/>
                    <a:pt x="7" y="161"/>
                  </a:cubicBezTo>
                  <a:lnTo>
                    <a:pt x="18" y="143"/>
                  </a:lnTo>
                  <a:cubicBezTo>
                    <a:pt x="30" y="153"/>
                    <a:pt x="49" y="160"/>
                    <a:pt x="68" y="160"/>
                  </a:cubicBezTo>
                  <a:cubicBezTo>
                    <a:pt x="99" y="160"/>
                    <a:pt x="113" y="145"/>
                    <a:pt x="113" y="116"/>
                  </a:cubicBezTo>
                  <a:lnTo>
                    <a:pt x="113" y="106"/>
                  </a:lnTo>
                  <a:cubicBezTo>
                    <a:pt x="102" y="119"/>
                    <a:pt x="85" y="126"/>
                    <a:pt x="66" y="126"/>
                  </a:cubicBezTo>
                  <a:cubicBezTo>
                    <a:pt x="29" y="126"/>
                    <a:pt x="0" y="101"/>
                    <a:pt x="0" y="63"/>
                  </a:cubicBezTo>
                  <a:cubicBezTo>
                    <a:pt x="0" y="26"/>
                    <a:pt x="29" y="0"/>
                    <a:pt x="66" y="0"/>
                  </a:cubicBezTo>
                  <a:cubicBezTo>
                    <a:pt x="86" y="0"/>
                    <a:pt x="103" y="7"/>
                    <a:pt x="114" y="21"/>
                  </a:cubicBezTo>
                  <a:lnTo>
                    <a:pt x="114" y="1"/>
                  </a:lnTo>
                  <a:lnTo>
                    <a:pt x="137" y="1"/>
                  </a:lnTo>
                  <a:moveTo>
                    <a:pt x="114" y="63"/>
                  </a:moveTo>
                  <a:cubicBezTo>
                    <a:pt x="114" y="37"/>
                    <a:pt x="95" y="20"/>
                    <a:pt x="69" y="20"/>
                  </a:cubicBezTo>
                  <a:cubicBezTo>
                    <a:pt x="43" y="20"/>
                    <a:pt x="24" y="38"/>
                    <a:pt x="24" y="63"/>
                  </a:cubicBezTo>
                  <a:cubicBezTo>
                    <a:pt x="24" y="89"/>
                    <a:pt x="43" y="105"/>
                    <a:pt x="69" y="105"/>
                  </a:cubicBezTo>
                  <a:cubicBezTo>
                    <a:pt x="95" y="105"/>
                    <a:pt x="114" y="88"/>
                    <a:pt x="114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46"/>
            <p:cNvSpPr/>
            <p:nvPr/>
          </p:nvSpPr>
          <p:spPr>
            <a:xfrm>
              <a:off x="2708413" y="3727091"/>
              <a:ext cx="8191" cy="8439"/>
            </a:xfrm>
            <a:custGeom>
              <a:avLst/>
              <a:gdLst/>
              <a:ahLst/>
              <a:cxnLst/>
              <a:rect l="l" t="t" r="r" b="b"/>
              <a:pathLst>
                <a:path w="33" h="34" extrusionOk="0">
                  <a:moveTo>
                    <a:pt x="0" y="17"/>
                  </a:move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7"/>
                  </a:cubicBezTo>
                  <a:cubicBezTo>
                    <a:pt x="33" y="27"/>
                    <a:pt x="26" y="34"/>
                    <a:pt x="17" y="34"/>
                  </a:cubicBezTo>
                  <a:cubicBezTo>
                    <a:pt x="8" y="34"/>
                    <a:pt x="0" y="27"/>
                    <a:pt x="0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46"/>
            <p:cNvSpPr/>
            <p:nvPr/>
          </p:nvSpPr>
          <p:spPr>
            <a:xfrm>
              <a:off x="2722312" y="3727091"/>
              <a:ext cx="8191" cy="8439"/>
            </a:xfrm>
            <a:custGeom>
              <a:avLst/>
              <a:gdLst/>
              <a:ahLst/>
              <a:cxnLst/>
              <a:rect l="l" t="t" r="r" b="b"/>
              <a:pathLst>
                <a:path w="33" h="34" extrusionOk="0">
                  <a:moveTo>
                    <a:pt x="0" y="17"/>
                  </a:move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7"/>
                  </a:cubicBezTo>
                  <a:cubicBezTo>
                    <a:pt x="33" y="27"/>
                    <a:pt x="26" y="34"/>
                    <a:pt x="17" y="34"/>
                  </a:cubicBezTo>
                  <a:cubicBezTo>
                    <a:pt x="8" y="34"/>
                    <a:pt x="0" y="27"/>
                    <a:pt x="0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46"/>
            <p:cNvSpPr/>
            <p:nvPr/>
          </p:nvSpPr>
          <p:spPr>
            <a:xfrm>
              <a:off x="2736212" y="3727091"/>
              <a:ext cx="7943" cy="8439"/>
            </a:xfrm>
            <a:custGeom>
              <a:avLst/>
              <a:gdLst/>
              <a:ahLst/>
              <a:cxnLst/>
              <a:rect l="l" t="t" r="r" b="b"/>
              <a:pathLst>
                <a:path w="32" h="34" extrusionOk="0">
                  <a:moveTo>
                    <a:pt x="0" y="17"/>
                  </a:move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7"/>
                  </a:cubicBezTo>
                  <a:cubicBezTo>
                    <a:pt x="32" y="27"/>
                    <a:pt x="24" y="34"/>
                    <a:pt x="16" y="34"/>
                  </a:cubicBezTo>
                  <a:cubicBezTo>
                    <a:pt x="7" y="34"/>
                    <a:pt x="0" y="27"/>
                    <a:pt x="0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46"/>
            <p:cNvSpPr/>
            <p:nvPr/>
          </p:nvSpPr>
          <p:spPr>
            <a:xfrm>
              <a:off x="2108998" y="3443144"/>
              <a:ext cx="36734" cy="42691"/>
            </a:xfrm>
            <a:custGeom>
              <a:avLst/>
              <a:gdLst/>
              <a:ahLst/>
              <a:cxnLst/>
              <a:rect l="l" t="t" r="r" b="b"/>
              <a:pathLst>
                <a:path w="148" h="172" extrusionOk="0">
                  <a:moveTo>
                    <a:pt x="148" y="0"/>
                  </a:moveTo>
                  <a:lnTo>
                    <a:pt x="148" y="172"/>
                  </a:lnTo>
                  <a:lnTo>
                    <a:pt x="123" y="172"/>
                  </a:lnTo>
                  <a:lnTo>
                    <a:pt x="123" y="95"/>
                  </a:lnTo>
                  <a:lnTo>
                    <a:pt x="25" y="95"/>
                  </a:lnTo>
                  <a:lnTo>
                    <a:pt x="25" y="172"/>
                  </a:lnTo>
                  <a:lnTo>
                    <a:pt x="0" y="172"/>
                  </a:lnTo>
                  <a:lnTo>
                    <a:pt x="0" y="0"/>
                  </a:lnTo>
                  <a:lnTo>
                    <a:pt x="25" y="0"/>
                  </a:lnTo>
                  <a:lnTo>
                    <a:pt x="25" y="74"/>
                  </a:lnTo>
                  <a:lnTo>
                    <a:pt x="123" y="74"/>
                  </a:lnTo>
                  <a:lnTo>
                    <a:pt x="123" y="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900" rIns="90000" bIns="16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46"/>
            <p:cNvSpPr/>
            <p:nvPr/>
          </p:nvSpPr>
          <p:spPr>
            <a:xfrm>
              <a:off x="2156653" y="3439669"/>
              <a:ext cx="7943" cy="46166"/>
            </a:xfrm>
            <a:custGeom>
              <a:avLst/>
              <a:gdLst/>
              <a:ahLst/>
              <a:cxnLst/>
              <a:rect l="l" t="t" r="r" b="b"/>
              <a:pathLst>
                <a:path w="32" h="186" extrusionOk="0">
                  <a:moveTo>
                    <a:pt x="0" y="16"/>
                  </a:move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5"/>
                  </a:cubicBezTo>
                  <a:cubicBezTo>
                    <a:pt x="32" y="24"/>
                    <a:pt x="25" y="31"/>
                    <a:pt x="16" y="31"/>
                  </a:cubicBezTo>
                  <a:cubicBezTo>
                    <a:pt x="6" y="31"/>
                    <a:pt x="0" y="24"/>
                    <a:pt x="0" y="15"/>
                  </a:cubicBezTo>
                  <a:lnTo>
                    <a:pt x="0" y="16"/>
                  </a:lnTo>
                  <a:moveTo>
                    <a:pt x="4" y="56"/>
                  </a:moveTo>
                  <a:lnTo>
                    <a:pt x="28" y="56"/>
                  </a:lnTo>
                  <a:lnTo>
                    <a:pt x="28" y="186"/>
                  </a:lnTo>
                  <a:lnTo>
                    <a:pt x="4" y="186"/>
                  </a:lnTo>
                  <a:lnTo>
                    <a:pt x="4" y="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1950" rIns="90000" bIns="21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46"/>
            <p:cNvSpPr/>
            <p:nvPr/>
          </p:nvSpPr>
          <p:spPr>
            <a:xfrm>
              <a:off x="2173283" y="3443144"/>
              <a:ext cx="7943" cy="42939"/>
            </a:xfrm>
            <a:custGeom>
              <a:avLst/>
              <a:gdLst/>
              <a:ahLst/>
              <a:cxnLst/>
              <a:rect l="l" t="t" r="r" b="b"/>
              <a:pathLst>
                <a:path w="32" h="173" extrusionOk="0">
                  <a:moveTo>
                    <a:pt x="0" y="158"/>
                  </a:moveTo>
                  <a:cubicBezTo>
                    <a:pt x="0" y="149"/>
                    <a:pt x="7" y="142"/>
                    <a:pt x="16" y="142"/>
                  </a:cubicBezTo>
                  <a:cubicBezTo>
                    <a:pt x="25" y="142"/>
                    <a:pt x="32" y="149"/>
                    <a:pt x="32" y="158"/>
                  </a:cubicBezTo>
                  <a:cubicBezTo>
                    <a:pt x="32" y="167"/>
                    <a:pt x="25" y="173"/>
                    <a:pt x="16" y="173"/>
                  </a:cubicBezTo>
                  <a:cubicBezTo>
                    <a:pt x="7" y="173"/>
                    <a:pt x="0" y="166"/>
                    <a:pt x="0" y="158"/>
                  </a:cubicBezTo>
                  <a:moveTo>
                    <a:pt x="2" y="0"/>
                  </a:moveTo>
                  <a:lnTo>
                    <a:pt x="30" y="0"/>
                  </a:lnTo>
                  <a:lnTo>
                    <a:pt x="25" y="118"/>
                  </a:lnTo>
                  <a:lnTo>
                    <a:pt x="6" y="11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7275" rIns="90000" bIns="17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46"/>
            <p:cNvSpPr/>
            <p:nvPr/>
          </p:nvSpPr>
          <p:spPr>
            <a:xfrm>
              <a:off x="2188423" y="3477893"/>
              <a:ext cx="8191" cy="8191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0" y="16"/>
                  </a:move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6"/>
                    <a:pt x="25" y="33"/>
                    <a:pt x="17" y="33"/>
                  </a:cubicBezTo>
                  <a:cubicBezTo>
                    <a:pt x="8" y="33"/>
                    <a:pt x="0" y="26"/>
                    <a:pt x="0" y="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46"/>
            <p:cNvSpPr/>
            <p:nvPr/>
          </p:nvSpPr>
          <p:spPr>
            <a:xfrm>
              <a:off x="2202074" y="3477893"/>
              <a:ext cx="8191" cy="8191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0" y="16"/>
                  </a:move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6"/>
                    <a:pt x="26" y="33"/>
                    <a:pt x="17" y="33"/>
                  </a:cubicBezTo>
                  <a:cubicBezTo>
                    <a:pt x="8" y="33"/>
                    <a:pt x="0" y="26"/>
                    <a:pt x="0" y="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46"/>
            <p:cNvSpPr/>
            <p:nvPr/>
          </p:nvSpPr>
          <p:spPr>
            <a:xfrm>
              <a:off x="2215974" y="3477893"/>
              <a:ext cx="8191" cy="8191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0" y="16"/>
                  </a:move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6"/>
                    <a:pt x="26" y="33"/>
                    <a:pt x="17" y="33"/>
                  </a:cubicBezTo>
                  <a:cubicBezTo>
                    <a:pt x="8" y="33"/>
                    <a:pt x="0" y="26"/>
                    <a:pt x="0" y="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46"/>
            <p:cNvSpPr/>
            <p:nvPr/>
          </p:nvSpPr>
          <p:spPr>
            <a:xfrm>
              <a:off x="2966546" y="3386553"/>
              <a:ext cx="157362" cy="157362"/>
            </a:xfrm>
            <a:custGeom>
              <a:avLst/>
              <a:gdLst/>
              <a:ahLst/>
              <a:cxnLst/>
              <a:rect l="l" t="t" r="r" b="b"/>
              <a:pathLst>
                <a:path w="634" h="634" extrusionOk="0">
                  <a:moveTo>
                    <a:pt x="634" y="317"/>
                  </a:moveTo>
                  <a:cubicBezTo>
                    <a:pt x="634" y="373"/>
                    <a:pt x="619" y="428"/>
                    <a:pt x="592" y="476"/>
                  </a:cubicBezTo>
                  <a:cubicBezTo>
                    <a:pt x="564" y="524"/>
                    <a:pt x="523" y="564"/>
                    <a:pt x="475" y="592"/>
                  </a:cubicBezTo>
                  <a:cubicBezTo>
                    <a:pt x="426" y="620"/>
                    <a:pt x="372" y="634"/>
                    <a:pt x="317" y="634"/>
                  </a:cubicBezTo>
                  <a:cubicBezTo>
                    <a:pt x="261" y="634"/>
                    <a:pt x="206" y="620"/>
                    <a:pt x="158" y="592"/>
                  </a:cubicBezTo>
                  <a:cubicBezTo>
                    <a:pt x="110" y="564"/>
                    <a:pt x="70" y="524"/>
                    <a:pt x="42" y="476"/>
                  </a:cubicBezTo>
                  <a:cubicBezTo>
                    <a:pt x="14" y="428"/>
                    <a:pt x="0" y="373"/>
                    <a:pt x="0" y="317"/>
                  </a:cubicBezTo>
                  <a:cubicBezTo>
                    <a:pt x="0" y="262"/>
                    <a:pt x="14" y="207"/>
                    <a:pt x="42" y="159"/>
                  </a:cubicBezTo>
                  <a:cubicBezTo>
                    <a:pt x="70" y="110"/>
                    <a:pt x="110" y="71"/>
                    <a:pt x="158" y="43"/>
                  </a:cubicBezTo>
                  <a:cubicBezTo>
                    <a:pt x="206" y="16"/>
                    <a:pt x="261" y="0"/>
                    <a:pt x="317" y="0"/>
                  </a:cubicBezTo>
                  <a:cubicBezTo>
                    <a:pt x="372" y="0"/>
                    <a:pt x="426" y="16"/>
                    <a:pt x="475" y="43"/>
                  </a:cubicBezTo>
                  <a:cubicBezTo>
                    <a:pt x="523" y="71"/>
                    <a:pt x="564" y="110"/>
                    <a:pt x="592" y="159"/>
                  </a:cubicBezTo>
                  <a:cubicBezTo>
                    <a:pt x="619" y="207"/>
                    <a:pt x="634" y="262"/>
                    <a:pt x="634" y="3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46"/>
            <p:cNvSpPr/>
            <p:nvPr/>
          </p:nvSpPr>
          <p:spPr>
            <a:xfrm>
              <a:off x="3027356" y="3435449"/>
              <a:ext cx="61555" cy="59817"/>
            </a:xfrm>
            <a:custGeom>
              <a:avLst/>
              <a:gdLst/>
              <a:ahLst/>
              <a:cxnLst/>
              <a:rect l="l" t="t" r="r" b="b"/>
              <a:pathLst>
                <a:path w="248" h="241" extrusionOk="0">
                  <a:moveTo>
                    <a:pt x="0" y="97"/>
                  </a:moveTo>
                  <a:lnTo>
                    <a:pt x="0" y="9"/>
                  </a:lnTo>
                  <a:cubicBezTo>
                    <a:pt x="0" y="2"/>
                    <a:pt x="7" y="-3"/>
                    <a:pt x="13" y="0"/>
                  </a:cubicBezTo>
                  <a:lnTo>
                    <a:pt x="243" y="114"/>
                  </a:lnTo>
                  <a:cubicBezTo>
                    <a:pt x="250" y="117"/>
                    <a:pt x="250" y="127"/>
                    <a:pt x="243" y="130"/>
                  </a:cubicBezTo>
                  <a:lnTo>
                    <a:pt x="13" y="240"/>
                  </a:lnTo>
                  <a:cubicBezTo>
                    <a:pt x="7" y="243"/>
                    <a:pt x="0" y="239"/>
                    <a:pt x="0" y="232"/>
                  </a:cubicBezTo>
                  <a:lnTo>
                    <a:pt x="0" y="157"/>
                  </a:lnTo>
                  <a:cubicBezTo>
                    <a:pt x="0" y="153"/>
                    <a:pt x="3" y="149"/>
                    <a:pt x="7" y="148"/>
                  </a:cubicBezTo>
                  <a:lnTo>
                    <a:pt x="91" y="124"/>
                  </a:lnTo>
                  <a:lnTo>
                    <a:pt x="7" y="107"/>
                  </a:lnTo>
                  <a:cubicBezTo>
                    <a:pt x="3" y="106"/>
                    <a:pt x="0" y="102"/>
                    <a:pt x="0" y="98"/>
                  </a:cubicBezTo>
                  <a:lnTo>
                    <a:pt x="0" y="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1750" rIns="90000" bIns="417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46"/>
            <p:cNvSpPr/>
            <p:nvPr/>
          </p:nvSpPr>
          <p:spPr>
            <a:xfrm>
              <a:off x="2056130" y="2644666"/>
              <a:ext cx="1058098" cy="257885"/>
            </a:xfrm>
            <a:custGeom>
              <a:avLst/>
              <a:gdLst/>
              <a:ahLst/>
              <a:cxnLst/>
              <a:rect l="l" t="t" r="r" b="b"/>
              <a:pathLst>
                <a:path w="4263" h="1039" extrusionOk="0">
                  <a:moveTo>
                    <a:pt x="4255" y="38"/>
                  </a:moveTo>
                  <a:cubicBezTo>
                    <a:pt x="4271" y="26"/>
                    <a:pt x="4262" y="0"/>
                    <a:pt x="4241" y="0"/>
                  </a:cubicBezTo>
                  <a:lnTo>
                    <a:pt x="113" y="0"/>
                  </a:lnTo>
                  <a:cubicBezTo>
                    <a:pt x="51" y="0"/>
                    <a:pt x="0" y="50"/>
                    <a:pt x="0" y="113"/>
                  </a:cubicBezTo>
                  <a:lnTo>
                    <a:pt x="0" y="926"/>
                  </a:lnTo>
                  <a:cubicBezTo>
                    <a:pt x="0" y="989"/>
                    <a:pt x="51" y="1039"/>
                    <a:pt x="113" y="1039"/>
                  </a:cubicBezTo>
                  <a:lnTo>
                    <a:pt x="3885" y="1039"/>
                  </a:lnTo>
                  <a:cubicBezTo>
                    <a:pt x="3947" y="1039"/>
                    <a:pt x="3998" y="989"/>
                    <a:pt x="3998" y="926"/>
                  </a:cubicBezTo>
                  <a:lnTo>
                    <a:pt x="3998" y="261"/>
                  </a:lnTo>
                  <a:cubicBezTo>
                    <a:pt x="3998" y="254"/>
                    <a:pt x="4001" y="248"/>
                    <a:pt x="4006" y="244"/>
                  </a:cubicBezTo>
                  <a:lnTo>
                    <a:pt x="4255" y="3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46"/>
            <p:cNvSpPr/>
            <p:nvPr/>
          </p:nvSpPr>
          <p:spPr>
            <a:xfrm>
              <a:off x="2172786" y="2745189"/>
              <a:ext cx="710611" cy="3227"/>
            </a:xfrm>
            <a:custGeom>
              <a:avLst/>
              <a:gdLst/>
              <a:ahLst/>
              <a:cxnLst/>
              <a:rect l="l" t="t" r="r" b="b"/>
              <a:pathLst>
                <a:path w="2863" h="13" extrusionOk="0">
                  <a:moveTo>
                    <a:pt x="2863" y="7"/>
                  </a:moveTo>
                  <a:cubicBezTo>
                    <a:pt x="2863" y="10"/>
                    <a:pt x="2222" y="13"/>
                    <a:pt x="1432" y="13"/>
                  </a:cubicBezTo>
                  <a:cubicBezTo>
                    <a:pt x="641" y="13"/>
                    <a:pt x="0" y="10"/>
                    <a:pt x="0" y="7"/>
                  </a:cubicBezTo>
                  <a:cubicBezTo>
                    <a:pt x="0" y="3"/>
                    <a:pt x="641" y="0"/>
                    <a:pt x="1432" y="0"/>
                  </a:cubicBezTo>
                  <a:cubicBezTo>
                    <a:pt x="2222" y="0"/>
                    <a:pt x="2863" y="3"/>
                    <a:pt x="2863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46"/>
            <p:cNvSpPr/>
            <p:nvPr/>
          </p:nvSpPr>
          <p:spPr>
            <a:xfrm>
              <a:off x="2172786" y="2793838"/>
              <a:ext cx="710611" cy="3475"/>
            </a:xfrm>
            <a:custGeom>
              <a:avLst/>
              <a:gdLst/>
              <a:ahLst/>
              <a:cxnLst/>
              <a:rect l="l" t="t" r="r" b="b"/>
              <a:pathLst>
                <a:path w="2863" h="14" extrusionOk="0">
                  <a:moveTo>
                    <a:pt x="2863" y="7"/>
                  </a:moveTo>
                  <a:cubicBezTo>
                    <a:pt x="2863" y="11"/>
                    <a:pt x="2222" y="14"/>
                    <a:pt x="1432" y="14"/>
                  </a:cubicBezTo>
                  <a:cubicBezTo>
                    <a:pt x="641" y="14"/>
                    <a:pt x="0" y="10"/>
                    <a:pt x="0" y="7"/>
                  </a:cubicBezTo>
                  <a:cubicBezTo>
                    <a:pt x="0" y="3"/>
                    <a:pt x="641" y="0"/>
                    <a:pt x="1432" y="0"/>
                  </a:cubicBezTo>
                  <a:cubicBezTo>
                    <a:pt x="2222" y="0"/>
                    <a:pt x="2863" y="4"/>
                    <a:pt x="2863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46"/>
            <p:cNvSpPr/>
            <p:nvPr/>
          </p:nvSpPr>
          <p:spPr>
            <a:xfrm>
              <a:off x="2279018" y="2935563"/>
              <a:ext cx="762982" cy="161830"/>
            </a:xfrm>
            <a:custGeom>
              <a:avLst/>
              <a:gdLst/>
              <a:ahLst/>
              <a:cxnLst/>
              <a:rect l="l" t="t" r="r" b="b"/>
              <a:pathLst>
                <a:path w="3074" h="652" extrusionOk="0">
                  <a:moveTo>
                    <a:pt x="1537" y="652"/>
                  </a:moveTo>
                  <a:lnTo>
                    <a:pt x="2968" y="652"/>
                  </a:lnTo>
                  <a:cubicBezTo>
                    <a:pt x="3027" y="652"/>
                    <a:pt x="3074" y="605"/>
                    <a:pt x="3074" y="547"/>
                  </a:cubicBezTo>
                  <a:lnTo>
                    <a:pt x="3074" y="105"/>
                  </a:lnTo>
                  <a:cubicBezTo>
                    <a:pt x="3074" y="47"/>
                    <a:pt x="3027" y="0"/>
                    <a:pt x="2968" y="0"/>
                  </a:cubicBezTo>
                  <a:lnTo>
                    <a:pt x="106" y="0"/>
                  </a:lnTo>
                  <a:cubicBezTo>
                    <a:pt x="47" y="0"/>
                    <a:pt x="0" y="47"/>
                    <a:pt x="0" y="105"/>
                  </a:cubicBezTo>
                  <a:lnTo>
                    <a:pt x="0" y="547"/>
                  </a:lnTo>
                  <a:cubicBezTo>
                    <a:pt x="0" y="605"/>
                    <a:pt x="47" y="652"/>
                    <a:pt x="106" y="652"/>
                  </a:cubicBezTo>
                  <a:lnTo>
                    <a:pt x="1537" y="6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46"/>
            <p:cNvSpPr/>
            <p:nvPr/>
          </p:nvSpPr>
          <p:spPr>
            <a:xfrm>
              <a:off x="2358692" y="3010273"/>
              <a:ext cx="600904" cy="3227"/>
            </a:xfrm>
            <a:custGeom>
              <a:avLst/>
              <a:gdLst/>
              <a:ahLst/>
              <a:cxnLst/>
              <a:rect l="l" t="t" r="r" b="b"/>
              <a:pathLst>
                <a:path w="2421" h="13" extrusionOk="0">
                  <a:moveTo>
                    <a:pt x="2421" y="7"/>
                  </a:moveTo>
                  <a:cubicBezTo>
                    <a:pt x="2421" y="10"/>
                    <a:pt x="1878" y="13"/>
                    <a:pt x="1210" y="13"/>
                  </a:cubicBezTo>
                  <a:cubicBezTo>
                    <a:pt x="541" y="13"/>
                    <a:pt x="0" y="10"/>
                    <a:pt x="0" y="7"/>
                  </a:cubicBezTo>
                  <a:cubicBezTo>
                    <a:pt x="0" y="3"/>
                    <a:pt x="541" y="0"/>
                    <a:pt x="1210" y="0"/>
                  </a:cubicBezTo>
                  <a:cubicBezTo>
                    <a:pt x="1878" y="0"/>
                    <a:pt x="2421" y="3"/>
                    <a:pt x="2421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46"/>
            <p:cNvSpPr/>
            <p:nvPr/>
          </p:nvSpPr>
          <p:spPr>
            <a:xfrm>
              <a:off x="1005478" y="4801822"/>
              <a:ext cx="2916409" cy="3475"/>
            </a:xfrm>
            <a:custGeom>
              <a:avLst/>
              <a:gdLst/>
              <a:ahLst/>
              <a:cxnLst/>
              <a:rect l="l" t="t" r="r" b="b"/>
              <a:pathLst>
                <a:path w="11750" h="14" extrusionOk="0">
                  <a:moveTo>
                    <a:pt x="11750" y="7"/>
                  </a:moveTo>
                  <a:cubicBezTo>
                    <a:pt x="11750" y="11"/>
                    <a:pt x="9119" y="14"/>
                    <a:pt x="5875" y="14"/>
                  </a:cubicBezTo>
                  <a:cubicBezTo>
                    <a:pt x="2630" y="14"/>
                    <a:pt x="0" y="11"/>
                    <a:pt x="0" y="7"/>
                  </a:cubicBezTo>
                  <a:cubicBezTo>
                    <a:pt x="0" y="3"/>
                    <a:pt x="2629" y="0"/>
                    <a:pt x="5875" y="0"/>
                  </a:cubicBezTo>
                  <a:cubicBezTo>
                    <a:pt x="9120" y="0"/>
                    <a:pt x="11750" y="3"/>
                    <a:pt x="11750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5" name="Google Shape;1975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 por su atención</a:t>
            </a:r>
            <a:endParaRPr dirty="0"/>
          </a:p>
        </p:txBody>
      </p:sp>
      <p:sp>
        <p:nvSpPr>
          <p:cNvPr id="1976" name="Google Shape;1976;p46"/>
          <p:cNvSpPr txBox="1">
            <a:spLocks noGrp="1"/>
          </p:cNvSpPr>
          <p:nvPr>
            <p:ph type="body" idx="4294967295"/>
          </p:nvPr>
        </p:nvSpPr>
        <p:spPr>
          <a:xfrm>
            <a:off x="3799391" y="1118769"/>
            <a:ext cx="1545218" cy="3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¿Alguna pregunta?</a:t>
            </a:r>
            <a:endParaRPr u="sng" dirty="0"/>
          </a:p>
        </p:txBody>
      </p:sp>
      <p:grpSp>
        <p:nvGrpSpPr>
          <p:cNvPr id="1977" name="Google Shape;1977;p46"/>
          <p:cNvGrpSpPr/>
          <p:nvPr/>
        </p:nvGrpSpPr>
        <p:grpSpPr>
          <a:xfrm>
            <a:off x="1171651" y="2751887"/>
            <a:ext cx="588557" cy="290970"/>
            <a:chOff x="1027320" y="2665019"/>
            <a:chExt cx="612570" cy="302810"/>
          </a:xfrm>
        </p:grpSpPr>
        <p:sp>
          <p:nvSpPr>
            <p:cNvPr id="1978" name="Google Shape;1978;p46"/>
            <p:cNvSpPr/>
            <p:nvPr/>
          </p:nvSpPr>
          <p:spPr>
            <a:xfrm>
              <a:off x="1333109" y="2665019"/>
              <a:ext cx="4964" cy="302810"/>
            </a:xfrm>
            <a:custGeom>
              <a:avLst/>
              <a:gdLst/>
              <a:ahLst/>
              <a:cxnLst/>
              <a:rect l="l" t="t" r="r" b="b"/>
              <a:pathLst>
                <a:path w="20" h="1220" extrusionOk="0">
                  <a:moveTo>
                    <a:pt x="10" y="0"/>
                  </a:moveTo>
                  <a:cubicBezTo>
                    <a:pt x="16" y="0"/>
                    <a:pt x="20" y="273"/>
                    <a:pt x="20" y="610"/>
                  </a:cubicBezTo>
                  <a:cubicBezTo>
                    <a:pt x="20" y="947"/>
                    <a:pt x="16" y="1220"/>
                    <a:pt x="10" y="1220"/>
                  </a:cubicBezTo>
                  <a:cubicBezTo>
                    <a:pt x="4" y="1220"/>
                    <a:pt x="0" y="947"/>
                    <a:pt x="0" y="610"/>
                  </a:cubicBezTo>
                  <a:cubicBezTo>
                    <a:pt x="0" y="273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46"/>
            <p:cNvSpPr/>
            <p:nvPr/>
          </p:nvSpPr>
          <p:spPr>
            <a:xfrm>
              <a:off x="1372573" y="2698278"/>
              <a:ext cx="4964" cy="231079"/>
            </a:xfrm>
            <a:custGeom>
              <a:avLst/>
              <a:gdLst/>
              <a:ahLst/>
              <a:cxnLst/>
              <a:rect l="l" t="t" r="r" b="b"/>
              <a:pathLst>
                <a:path w="20" h="931" extrusionOk="0">
                  <a:moveTo>
                    <a:pt x="10" y="0"/>
                  </a:moveTo>
                  <a:cubicBezTo>
                    <a:pt x="16" y="0"/>
                    <a:pt x="20" y="208"/>
                    <a:pt x="20" y="466"/>
                  </a:cubicBezTo>
                  <a:cubicBezTo>
                    <a:pt x="20" y="723"/>
                    <a:pt x="16" y="931"/>
                    <a:pt x="10" y="931"/>
                  </a:cubicBezTo>
                  <a:cubicBezTo>
                    <a:pt x="4" y="931"/>
                    <a:pt x="0" y="723"/>
                    <a:pt x="0" y="466"/>
                  </a:cubicBezTo>
                  <a:cubicBezTo>
                    <a:pt x="0" y="208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46"/>
            <p:cNvSpPr/>
            <p:nvPr/>
          </p:nvSpPr>
          <p:spPr>
            <a:xfrm>
              <a:off x="1417002" y="2731290"/>
              <a:ext cx="4964" cy="167538"/>
            </a:xfrm>
            <a:custGeom>
              <a:avLst/>
              <a:gdLst/>
              <a:ahLst/>
              <a:cxnLst/>
              <a:rect l="l" t="t" r="r" b="b"/>
              <a:pathLst>
                <a:path w="20" h="675" extrusionOk="0">
                  <a:moveTo>
                    <a:pt x="10" y="0"/>
                  </a:moveTo>
                  <a:cubicBezTo>
                    <a:pt x="15" y="0"/>
                    <a:pt x="20" y="150"/>
                    <a:pt x="20" y="337"/>
                  </a:cubicBezTo>
                  <a:cubicBezTo>
                    <a:pt x="20" y="523"/>
                    <a:pt x="16" y="675"/>
                    <a:pt x="10" y="675"/>
                  </a:cubicBezTo>
                  <a:cubicBezTo>
                    <a:pt x="4" y="675"/>
                    <a:pt x="0" y="523"/>
                    <a:pt x="0" y="337"/>
                  </a:cubicBezTo>
                  <a:cubicBezTo>
                    <a:pt x="0" y="15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46"/>
            <p:cNvSpPr/>
            <p:nvPr/>
          </p:nvSpPr>
          <p:spPr>
            <a:xfrm>
              <a:off x="1455722" y="2759833"/>
              <a:ext cx="4964" cy="93325"/>
            </a:xfrm>
            <a:custGeom>
              <a:avLst/>
              <a:gdLst/>
              <a:ahLst/>
              <a:cxnLst/>
              <a:rect l="l" t="t" r="r" b="b"/>
              <a:pathLst>
                <a:path w="20" h="376" extrusionOk="0">
                  <a:moveTo>
                    <a:pt x="10" y="0"/>
                  </a:moveTo>
                  <a:cubicBezTo>
                    <a:pt x="16" y="0"/>
                    <a:pt x="20" y="84"/>
                    <a:pt x="20" y="188"/>
                  </a:cubicBezTo>
                  <a:cubicBezTo>
                    <a:pt x="20" y="292"/>
                    <a:pt x="16" y="376"/>
                    <a:pt x="10" y="376"/>
                  </a:cubicBezTo>
                  <a:cubicBezTo>
                    <a:pt x="4" y="376"/>
                    <a:pt x="0" y="292"/>
                    <a:pt x="0" y="188"/>
                  </a:cubicBezTo>
                  <a:cubicBezTo>
                    <a:pt x="0" y="84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46"/>
            <p:cNvSpPr/>
            <p:nvPr/>
          </p:nvSpPr>
          <p:spPr>
            <a:xfrm>
              <a:off x="1489726" y="2782668"/>
              <a:ext cx="5212" cy="51130"/>
            </a:xfrm>
            <a:custGeom>
              <a:avLst/>
              <a:gdLst/>
              <a:ahLst/>
              <a:cxnLst/>
              <a:rect l="l" t="t" r="r" b="b"/>
              <a:pathLst>
                <a:path w="21" h="206" extrusionOk="0">
                  <a:moveTo>
                    <a:pt x="11" y="0"/>
                  </a:moveTo>
                  <a:cubicBezTo>
                    <a:pt x="16" y="0"/>
                    <a:pt x="21" y="46"/>
                    <a:pt x="21" y="103"/>
                  </a:cubicBezTo>
                  <a:cubicBezTo>
                    <a:pt x="21" y="160"/>
                    <a:pt x="16" y="206"/>
                    <a:pt x="11" y="206"/>
                  </a:cubicBezTo>
                  <a:cubicBezTo>
                    <a:pt x="5" y="206"/>
                    <a:pt x="0" y="160"/>
                    <a:pt x="0" y="103"/>
                  </a:cubicBezTo>
                  <a:cubicBezTo>
                    <a:pt x="0" y="46"/>
                    <a:pt x="5" y="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46"/>
            <p:cNvSpPr/>
            <p:nvPr/>
          </p:nvSpPr>
          <p:spPr>
            <a:xfrm>
              <a:off x="1528446" y="2755118"/>
              <a:ext cx="5212" cy="93573"/>
            </a:xfrm>
            <a:custGeom>
              <a:avLst/>
              <a:gdLst/>
              <a:ahLst/>
              <a:cxnLst/>
              <a:rect l="l" t="t" r="r" b="b"/>
              <a:pathLst>
                <a:path w="21" h="377" extrusionOk="0">
                  <a:moveTo>
                    <a:pt x="11" y="0"/>
                  </a:moveTo>
                  <a:cubicBezTo>
                    <a:pt x="16" y="0"/>
                    <a:pt x="21" y="84"/>
                    <a:pt x="21" y="188"/>
                  </a:cubicBezTo>
                  <a:cubicBezTo>
                    <a:pt x="21" y="291"/>
                    <a:pt x="17" y="377"/>
                    <a:pt x="11" y="377"/>
                  </a:cubicBezTo>
                  <a:cubicBezTo>
                    <a:pt x="5" y="377"/>
                    <a:pt x="0" y="291"/>
                    <a:pt x="0" y="188"/>
                  </a:cubicBezTo>
                  <a:cubicBezTo>
                    <a:pt x="0" y="84"/>
                    <a:pt x="5" y="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46"/>
            <p:cNvSpPr/>
            <p:nvPr/>
          </p:nvSpPr>
          <p:spPr>
            <a:xfrm>
              <a:off x="1564932" y="2717638"/>
              <a:ext cx="5212" cy="175233"/>
            </a:xfrm>
            <a:custGeom>
              <a:avLst/>
              <a:gdLst/>
              <a:ahLst/>
              <a:cxnLst/>
              <a:rect l="l" t="t" r="r" b="b"/>
              <a:pathLst>
                <a:path w="21" h="706" extrusionOk="0">
                  <a:moveTo>
                    <a:pt x="11" y="0"/>
                  </a:moveTo>
                  <a:cubicBezTo>
                    <a:pt x="16" y="0"/>
                    <a:pt x="21" y="158"/>
                    <a:pt x="21" y="353"/>
                  </a:cubicBezTo>
                  <a:cubicBezTo>
                    <a:pt x="21" y="548"/>
                    <a:pt x="16" y="706"/>
                    <a:pt x="11" y="706"/>
                  </a:cubicBezTo>
                  <a:cubicBezTo>
                    <a:pt x="5" y="706"/>
                    <a:pt x="0" y="548"/>
                    <a:pt x="0" y="353"/>
                  </a:cubicBezTo>
                  <a:cubicBezTo>
                    <a:pt x="0" y="158"/>
                    <a:pt x="5" y="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46"/>
            <p:cNvSpPr/>
            <p:nvPr/>
          </p:nvSpPr>
          <p:spPr>
            <a:xfrm>
              <a:off x="1102774" y="2731290"/>
              <a:ext cx="5212" cy="167538"/>
            </a:xfrm>
            <a:custGeom>
              <a:avLst/>
              <a:gdLst/>
              <a:ahLst/>
              <a:cxnLst/>
              <a:rect l="l" t="t" r="r" b="b"/>
              <a:pathLst>
                <a:path w="21" h="675" extrusionOk="0">
                  <a:moveTo>
                    <a:pt x="11" y="0"/>
                  </a:moveTo>
                  <a:cubicBezTo>
                    <a:pt x="16" y="0"/>
                    <a:pt x="21" y="150"/>
                    <a:pt x="21" y="337"/>
                  </a:cubicBezTo>
                  <a:cubicBezTo>
                    <a:pt x="21" y="523"/>
                    <a:pt x="17" y="675"/>
                    <a:pt x="11" y="675"/>
                  </a:cubicBezTo>
                  <a:cubicBezTo>
                    <a:pt x="5" y="675"/>
                    <a:pt x="0" y="523"/>
                    <a:pt x="0" y="337"/>
                  </a:cubicBezTo>
                  <a:cubicBezTo>
                    <a:pt x="0" y="150"/>
                    <a:pt x="5" y="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46"/>
            <p:cNvSpPr/>
            <p:nvPr/>
          </p:nvSpPr>
          <p:spPr>
            <a:xfrm>
              <a:off x="1141494" y="2759833"/>
              <a:ext cx="5212" cy="93325"/>
            </a:xfrm>
            <a:custGeom>
              <a:avLst/>
              <a:gdLst/>
              <a:ahLst/>
              <a:cxnLst/>
              <a:rect l="l" t="t" r="r" b="b"/>
              <a:pathLst>
                <a:path w="21" h="376" extrusionOk="0">
                  <a:moveTo>
                    <a:pt x="11" y="0"/>
                  </a:moveTo>
                  <a:cubicBezTo>
                    <a:pt x="16" y="0"/>
                    <a:pt x="21" y="84"/>
                    <a:pt x="21" y="188"/>
                  </a:cubicBezTo>
                  <a:cubicBezTo>
                    <a:pt x="21" y="292"/>
                    <a:pt x="16" y="376"/>
                    <a:pt x="11" y="376"/>
                  </a:cubicBezTo>
                  <a:cubicBezTo>
                    <a:pt x="5" y="376"/>
                    <a:pt x="0" y="292"/>
                    <a:pt x="0" y="188"/>
                  </a:cubicBezTo>
                  <a:cubicBezTo>
                    <a:pt x="0" y="84"/>
                    <a:pt x="5" y="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46"/>
            <p:cNvSpPr/>
            <p:nvPr/>
          </p:nvSpPr>
          <p:spPr>
            <a:xfrm>
              <a:off x="1175747" y="2782668"/>
              <a:ext cx="5212" cy="51130"/>
            </a:xfrm>
            <a:custGeom>
              <a:avLst/>
              <a:gdLst/>
              <a:ahLst/>
              <a:cxnLst/>
              <a:rect l="l" t="t" r="r" b="b"/>
              <a:pathLst>
                <a:path w="21" h="206" extrusionOk="0">
                  <a:moveTo>
                    <a:pt x="10" y="0"/>
                  </a:moveTo>
                  <a:cubicBezTo>
                    <a:pt x="16" y="0"/>
                    <a:pt x="21" y="46"/>
                    <a:pt x="21" y="103"/>
                  </a:cubicBezTo>
                  <a:cubicBezTo>
                    <a:pt x="21" y="160"/>
                    <a:pt x="15" y="206"/>
                    <a:pt x="10" y="206"/>
                  </a:cubicBezTo>
                  <a:cubicBezTo>
                    <a:pt x="4" y="206"/>
                    <a:pt x="0" y="160"/>
                    <a:pt x="0" y="103"/>
                  </a:cubicBezTo>
                  <a:cubicBezTo>
                    <a:pt x="0" y="46"/>
                    <a:pt x="5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46"/>
            <p:cNvSpPr/>
            <p:nvPr/>
          </p:nvSpPr>
          <p:spPr>
            <a:xfrm>
              <a:off x="1214467" y="2741466"/>
              <a:ext cx="5212" cy="120876"/>
            </a:xfrm>
            <a:custGeom>
              <a:avLst/>
              <a:gdLst/>
              <a:ahLst/>
              <a:cxnLst/>
              <a:rect l="l" t="t" r="r" b="b"/>
              <a:pathLst>
                <a:path w="21" h="487" extrusionOk="0">
                  <a:moveTo>
                    <a:pt x="10" y="0"/>
                  </a:moveTo>
                  <a:cubicBezTo>
                    <a:pt x="16" y="0"/>
                    <a:pt x="21" y="108"/>
                    <a:pt x="21" y="243"/>
                  </a:cubicBezTo>
                  <a:cubicBezTo>
                    <a:pt x="21" y="377"/>
                    <a:pt x="16" y="487"/>
                    <a:pt x="10" y="487"/>
                  </a:cubicBezTo>
                  <a:cubicBezTo>
                    <a:pt x="4" y="487"/>
                    <a:pt x="0" y="377"/>
                    <a:pt x="0" y="243"/>
                  </a:cubicBezTo>
                  <a:cubicBezTo>
                    <a:pt x="0" y="108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46"/>
            <p:cNvSpPr/>
            <p:nvPr/>
          </p:nvSpPr>
          <p:spPr>
            <a:xfrm>
              <a:off x="1250953" y="2717638"/>
              <a:ext cx="4964" cy="175233"/>
            </a:xfrm>
            <a:custGeom>
              <a:avLst/>
              <a:gdLst/>
              <a:ahLst/>
              <a:cxnLst/>
              <a:rect l="l" t="t" r="r" b="b"/>
              <a:pathLst>
                <a:path w="20" h="706" extrusionOk="0">
                  <a:moveTo>
                    <a:pt x="10" y="0"/>
                  </a:moveTo>
                  <a:cubicBezTo>
                    <a:pt x="16" y="0"/>
                    <a:pt x="20" y="158"/>
                    <a:pt x="20" y="353"/>
                  </a:cubicBezTo>
                  <a:cubicBezTo>
                    <a:pt x="20" y="548"/>
                    <a:pt x="16" y="706"/>
                    <a:pt x="10" y="706"/>
                  </a:cubicBezTo>
                  <a:cubicBezTo>
                    <a:pt x="4" y="706"/>
                    <a:pt x="0" y="548"/>
                    <a:pt x="0" y="353"/>
                  </a:cubicBezTo>
                  <a:cubicBezTo>
                    <a:pt x="0" y="158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46"/>
            <p:cNvSpPr/>
            <p:nvPr/>
          </p:nvSpPr>
          <p:spPr>
            <a:xfrm>
              <a:off x="1295382" y="2699519"/>
              <a:ext cx="4964" cy="223136"/>
            </a:xfrm>
            <a:custGeom>
              <a:avLst/>
              <a:gdLst/>
              <a:ahLst/>
              <a:cxnLst/>
              <a:rect l="l" t="t" r="r" b="b"/>
              <a:pathLst>
                <a:path w="20" h="899" extrusionOk="0">
                  <a:moveTo>
                    <a:pt x="10" y="0"/>
                  </a:moveTo>
                  <a:cubicBezTo>
                    <a:pt x="15" y="0"/>
                    <a:pt x="20" y="201"/>
                    <a:pt x="20" y="449"/>
                  </a:cubicBezTo>
                  <a:cubicBezTo>
                    <a:pt x="20" y="697"/>
                    <a:pt x="16" y="899"/>
                    <a:pt x="10" y="899"/>
                  </a:cubicBezTo>
                  <a:cubicBezTo>
                    <a:pt x="4" y="899"/>
                    <a:pt x="0" y="697"/>
                    <a:pt x="0" y="449"/>
                  </a:cubicBezTo>
                  <a:cubicBezTo>
                    <a:pt x="0" y="20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46"/>
            <p:cNvSpPr/>
            <p:nvPr/>
          </p:nvSpPr>
          <p:spPr>
            <a:xfrm>
              <a:off x="1061324" y="2755118"/>
              <a:ext cx="5212" cy="93573"/>
            </a:xfrm>
            <a:custGeom>
              <a:avLst/>
              <a:gdLst/>
              <a:ahLst/>
              <a:cxnLst/>
              <a:rect l="l" t="t" r="r" b="b"/>
              <a:pathLst>
                <a:path w="21" h="377" extrusionOk="0">
                  <a:moveTo>
                    <a:pt x="11" y="377"/>
                  </a:moveTo>
                  <a:cubicBezTo>
                    <a:pt x="5" y="377"/>
                    <a:pt x="0" y="291"/>
                    <a:pt x="0" y="188"/>
                  </a:cubicBezTo>
                  <a:cubicBezTo>
                    <a:pt x="0" y="84"/>
                    <a:pt x="5" y="0"/>
                    <a:pt x="11" y="0"/>
                  </a:cubicBezTo>
                  <a:cubicBezTo>
                    <a:pt x="17" y="0"/>
                    <a:pt x="21" y="84"/>
                    <a:pt x="21" y="188"/>
                  </a:cubicBezTo>
                  <a:cubicBezTo>
                    <a:pt x="21" y="291"/>
                    <a:pt x="17" y="377"/>
                    <a:pt x="11" y="3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46"/>
            <p:cNvSpPr/>
            <p:nvPr/>
          </p:nvSpPr>
          <p:spPr>
            <a:xfrm>
              <a:off x="1027320" y="2774726"/>
              <a:ext cx="4964" cy="51130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0" y="206"/>
                  </a:moveTo>
                  <a:cubicBezTo>
                    <a:pt x="5" y="206"/>
                    <a:pt x="0" y="160"/>
                    <a:pt x="0" y="103"/>
                  </a:cubicBezTo>
                  <a:cubicBezTo>
                    <a:pt x="0" y="46"/>
                    <a:pt x="4" y="0"/>
                    <a:pt x="10" y="0"/>
                  </a:cubicBezTo>
                  <a:cubicBezTo>
                    <a:pt x="16" y="0"/>
                    <a:pt x="20" y="46"/>
                    <a:pt x="20" y="103"/>
                  </a:cubicBezTo>
                  <a:cubicBezTo>
                    <a:pt x="20" y="160"/>
                    <a:pt x="16" y="206"/>
                    <a:pt x="10" y="2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46"/>
            <p:cNvSpPr/>
            <p:nvPr/>
          </p:nvSpPr>
          <p:spPr>
            <a:xfrm>
              <a:off x="1600674" y="2755118"/>
              <a:ext cx="5212" cy="93573"/>
            </a:xfrm>
            <a:custGeom>
              <a:avLst/>
              <a:gdLst/>
              <a:ahLst/>
              <a:cxnLst/>
              <a:rect l="l" t="t" r="r" b="b"/>
              <a:pathLst>
                <a:path w="21" h="377" extrusionOk="0">
                  <a:moveTo>
                    <a:pt x="10" y="0"/>
                  </a:moveTo>
                  <a:cubicBezTo>
                    <a:pt x="16" y="0"/>
                    <a:pt x="21" y="84"/>
                    <a:pt x="21" y="188"/>
                  </a:cubicBezTo>
                  <a:cubicBezTo>
                    <a:pt x="21" y="291"/>
                    <a:pt x="16" y="377"/>
                    <a:pt x="10" y="377"/>
                  </a:cubicBezTo>
                  <a:cubicBezTo>
                    <a:pt x="4" y="377"/>
                    <a:pt x="0" y="291"/>
                    <a:pt x="0" y="188"/>
                  </a:cubicBezTo>
                  <a:cubicBezTo>
                    <a:pt x="0" y="84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46"/>
            <p:cNvSpPr/>
            <p:nvPr/>
          </p:nvSpPr>
          <p:spPr>
            <a:xfrm>
              <a:off x="1634678" y="2777952"/>
              <a:ext cx="5212" cy="51378"/>
            </a:xfrm>
            <a:custGeom>
              <a:avLst/>
              <a:gdLst/>
              <a:ahLst/>
              <a:cxnLst/>
              <a:rect l="l" t="t" r="r" b="b"/>
              <a:pathLst>
                <a:path w="21" h="207" extrusionOk="0">
                  <a:moveTo>
                    <a:pt x="11" y="0"/>
                  </a:moveTo>
                  <a:cubicBezTo>
                    <a:pt x="16" y="0"/>
                    <a:pt x="21" y="46"/>
                    <a:pt x="21" y="103"/>
                  </a:cubicBezTo>
                  <a:cubicBezTo>
                    <a:pt x="21" y="160"/>
                    <a:pt x="17" y="207"/>
                    <a:pt x="11" y="207"/>
                  </a:cubicBezTo>
                  <a:cubicBezTo>
                    <a:pt x="5" y="207"/>
                    <a:pt x="0" y="160"/>
                    <a:pt x="0" y="103"/>
                  </a:cubicBezTo>
                  <a:cubicBezTo>
                    <a:pt x="0" y="46"/>
                    <a:pt x="5" y="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29500" rIns="90000" bIns="29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5" name="Google Shape;1995;p46"/>
          <p:cNvGrpSpPr/>
          <p:nvPr/>
        </p:nvGrpSpPr>
        <p:grpSpPr>
          <a:xfrm>
            <a:off x="3445523" y="2116290"/>
            <a:ext cx="409701" cy="564532"/>
            <a:chOff x="3372113" y="2037307"/>
            <a:chExt cx="426416" cy="587503"/>
          </a:xfrm>
        </p:grpSpPr>
        <p:sp>
          <p:nvSpPr>
            <p:cNvPr id="1996" name="Google Shape;1996;p46"/>
            <p:cNvSpPr/>
            <p:nvPr/>
          </p:nvSpPr>
          <p:spPr>
            <a:xfrm>
              <a:off x="3477848" y="2149496"/>
              <a:ext cx="212712" cy="337311"/>
            </a:xfrm>
            <a:custGeom>
              <a:avLst/>
              <a:gdLst/>
              <a:ahLst/>
              <a:cxnLst/>
              <a:rect l="l" t="t" r="r" b="b"/>
              <a:pathLst>
                <a:path w="857" h="1359" extrusionOk="0">
                  <a:moveTo>
                    <a:pt x="428" y="1359"/>
                  </a:moveTo>
                  <a:lnTo>
                    <a:pt x="428" y="1359"/>
                  </a:lnTo>
                  <a:cubicBezTo>
                    <a:pt x="192" y="1359"/>
                    <a:pt x="0" y="1168"/>
                    <a:pt x="0" y="931"/>
                  </a:cubicBezTo>
                  <a:lnTo>
                    <a:pt x="0" y="428"/>
                  </a:lnTo>
                  <a:cubicBezTo>
                    <a:pt x="0" y="192"/>
                    <a:pt x="192" y="0"/>
                    <a:pt x="428" y="0"/>
                  </a:cubicBezTo>
                  <a:lnTo>
                    <a:pt x="428" y="0"/>
                  </a:lnTo>
                  <a:cubicBezTo>
                    <a:pt x="665" y="0"/>
                    <a:pt x="857" y="192"/>
                    <a:pt x="857" y="428"/>
                  </a:cubicBezTo>
                  <a:lnTo>
                    <a:pt x="857" y="931"/>
                  </a:lnTo>
                  <a:cubicBezTo>
                    <a:pt x="857" y="1168"/>
                    <a:pt x="665" y="1359"/>
                    <a:pt x="428" y="13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46"/>
            <p:cNvSpPr/>
            <p:nvPr/>
          </p:nvSpPr>
          <p:spPr>
            <a:xfrm>
              <a:off x="3427214" y="2394723"/>
              <a:ext cx="313731" cy="156866"/>
            </a:xfrm>
            <a:custGeom>
              <a:avLst/>
              <a:gdLst/>
              <a:ahLst/>
              <a:cxnLst/>
              <a:rect l="l" t="t" r="r" b="b"/>
              <a:pathLst>
                <a:path w="1264" h="632" extrusionOk="0">
                  <a:moveTo>
                    <a:pt x="632" y="632"/>
                  </a:moveTo>
                  <a:cubicBezTo>
                    <a:pt x="284" y="632"/>
                    <a:pt x="0" y="348"/>
                    <a:pt x="0" y="0"/>
                  </a:cubicBezTo>
                  <a:lnTo>
                    <a:pt x="61" y="0"/>
                  </a:lnTo>
                  <a:cubicBezTo>
                    <a:pt x="61" y="314"/>
                    <a:pt x="318" y="570"/>
                    <a:pt x="632" y="570"/>
                  </a:cubicBezTo>
                  <a:cubicBezTo>
                    <a:pt x="968" y="570"/>
                    <a:pt x="1203" y="335"/>
                    <a:pt x="1203" y="0"/>
                  </a:cubicBezTo>
                  <a:lnTo>
                    <a:pt x="1264" y="0"/>
                  </a:lnTo>
                  <a:cubicBezTo>
                    <a:pt x="1264" y="371"/>
                    <a:pt x="1004" y="631"/>
                    <a:pt x="632" y="6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46"/>
            <p:cNvSpPr/>
            <p:nvPr/>
          </p:nvSpPr>
          <p:spPr>
            <a:xfrm>
              <a:off x="3576634" y="2543894"/>
              <a:ext cx="15141" cy="76695"/>
            </a:xfrm>
            <a:custGeom>
              <a:avLst/>
              <a:gdLst/>
              <a:ahLst/>
              <a:cxnLst/>
              <a:rect l="l" t="t" r="r" b="b"/>
              <a:pathLst>
                <a:path w="61" h="309" extrusionOk="0">
                  <a:moveTo>
                    <a:pt x="0" y="0"/>
                  </a:moveTo>
                  <a:lnTo>
                    <a:pt x="61" y="0"/>
                  </a:lnTo>
                  <a:lnTo>
                    <a:pt x="61" y="309"/>
                  </a:lnTo>
                  <a:lnTo>
                    <a:pt x="0" y="3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46"/>
            <p:cNvSpPr/>
            <p:nvPr/>
          </p:nvSpPr>
          <p:spPr>
            <a:xfrm>
              <a:off x="3491500" y="2609669"/>
              <a:ext cx="185409" cy="15141"/>
            </a:xfrm>
            <a:custGeom>
              <a:avLst/>
              <a:gdLst/>
              <a:ahLst/>
              <a:cxnLst/>
              <a:rect l="l" t="t" r="r" b="b"/>
              <a:pathLst>
                <a:path w="747" h="61" extrusionOk="0">
                  <a:moveTo>
                    <a:pt x="0" y="0"/>
                  </a:moveTo>
                  <a:lnTo>
                    <a:pt x="747" y="0"/>
                  </a:lnTo>
                  <a:lnTo>
                    <a:pt x="747" y="61"/>
                  </a:lnTo>
                  <a:lnTo>
                    <a:pt x="0" y="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46"/>
            <p:cNvSpPr/>
            <p:nvPr/>
          </p:nvSpPr>
          <p:spPr>
            <a:xfrm>
              <a:off x="3372113" y="2181762"/>
              <a:ext cx="65030" cy="37231"/>
            </a:xfrm>
            <a:custGeom>
              <a:avLst/>
              <a:gdLst/>
              <a:ahLst/>
              <a:cxnLst/>
              <a:rect l="l" t="t" r="r" b="b"/>
              <a:pathLst>
                <a:path w="262" h="150" extrusionOk="0">
                  <a:moveTo>
                    <a:pt x="223" y="150"/>
                  </a:moveTo>
                  <a:cubicBezTo>
                    <a:pt x="201" y="150"/>
                    <a:pt x="167" y="138"/>
                    <a:pt x="113" y="115"/>
                  </a:cubicBezTo>
                  <a:cubicBezTo>
                    <a:pt x="22" y="76"/>
                    <a:pt x="-9" y="56"/>
                    <a:pt x="2" y="24"/>
                  </a:cubicBezTo>
                  <a:lnTo>
                    <a:pt x="6" y="11"/>
                  </a:lnTo>
                  <a:lnTo>
                    <a:pt x="21" y="4"/>
                  </a:lnTo>
                  <a:cubicBezTo>
                    <a:pt x="53" y="-11"/>
                    <a:pt x="133" y="23"/>
                    <a:pt x="149" y="29"/>
                  </a:cubicBezTo>
                  <a:cubicBezTo>
                    <a:pt x="165" y="36"/>
                    <a:pt x="245" y="71"/>
                    <a:pt x="257" y="105"/>
                  </a:cubicBezTo>
                  <a:lnTo>
                    <a:pt x="262" y="117"/>
                  </a:lnTo>
                  <a:lnTo>
                    <a:pt x="255" y="132"/>
                  </a:lnTo>
                  <a:lnTo>
                    <a:pt x="255" y="132"/>
                  </a:lnTo>
                  <a:cubicBezTo>
                    <a:pt x="249" y="144"/>
                    <a:pt x="239" y="150"/>
                    <a:pt x="224" y="150"/>
                  </a:cubicBezTo>
                  <a:lnTo>
                    <a:pt x="223" y="1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9000" rIns="90000" bIns="9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46"/>
            <p:cNvSpPr/>
            <p:nvPr/>
          </p:nvSpPr>
          <p:spPr>
            <a:xfrm>
              <a:off x="3443596" y="2073545"/>
              <a:ext cx="52868" cy="66023"/>
            </a:xfrm>
            <a:custGeom>
              <a:avLst/>
              <a:gdLst/>
              <a:ahLst/>
              <a:cxnLst/>
              <a:rect l="l" t="t" r="r" b="b"/>
              <a:pathLst>
                <a:path w="213" h="266" extrusionOk="0">
                  <a:moveTo>
                    <a:pt x="180" y="266"/>
                  </a:moveTo>
                  <a:cubicBezTo>
                    <a:pt x="161" y="266"/>
                    <a:pt x="131" y="244"/>
                    <a:pt x="69" y="160"/>
                  </a:cubicBezTo>
                  <a:cubicBezTo>
                    <a:pt x="-4" y="61"/>
                    <a:pt x="0" y="37"/>
                    <a:pt x="1" y="29"/>
                  </a:cubicBezTo>
                  <a:lnTo>
                    <a:pt x="3" y="17"/>
                  </a:lnTo>
                  <a:lnTo>
                    <a:pt x="25" y="0"/>
                  </a:lnTo>
                  <a:lnTo>
                    <a:pt x="39" y="2"/>
                  </a:lnTo>
                  <a:cubicBezTo>
                    <a:pt x="47" y="3"/>
                    <a:pt x="71" y="6"/>
                    <a:pt x="144" y="106"/>
                  </a:cubicBezTo>
                  <a:cubicBezTo>
                    <a:pt x="230" y="221"/>
                    <a:pt x="220" y="243"/>
                    <a:pt x="199" y="259"/>
                  </a:cubicBezTo>
                  <a:lnTo>
                    <a:pt x="199" y="259"/>
                  </a:lnTo>
                  <a:cubicBezTo>
                    <a:pt x="193" y="263"/>
                    <a:pt x="188" y="266"/>
                    <a:pt x="180" y="2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46"/>
            <p:cNvSpPr/>
            <p:nvPr/>
          </p:nvSpPr>
          <p:spPr>
            <a:xfrm>
              <a:off x="3573407" y="2037307"/>
              <a:ext cx="23083" cy="73469"/>
            </a:xfrm>
            <a:custGeom>
              <a:avLst/>
              <a:gdLst/>
              <a:ahLst/>
              <a:cxnLst/>
              <a:rect l="l" t="t" r="r" b="b"/>
              <a:pathLst>
                <a:path w="93" h="296" extrusionOk="0">
                  <a:moveTo>
                    <a:pt x="34" y="296"/>
                  </a:moveTo>
                  <a:lnTo>
                    <a:pt x="22" y="286"/>
                  </a:lnTo>
                  <a:cubicBezTo>
                    <a:pt x="16" y="280"/>
                    <a:pt x="-2" y="264"/>
                    <a:pt x="0" y="147"/>
                  </a:cubicBezTo>
                  <a:cubicBezTo>
                    <a:pt x="1" y="30"/>
                    <a:pt x="20" y="14"/>
                    <a:pt x="25" y="8"/>
                  </a:cubicBezTo>
                  <a:lnTo>
                    <a:pt x="35" y="0"/>
                  </a:lnTo>
                  <a:lnTo>
                    <a:pt x="51" y="0"/>
                  </a:lnTo>
                  <a:cubicBezTo>
                    <a:pt x="69" y="1"/>
                    <a:pt x="94" y="3"/>
                    <a:pt x="93" y="148"/>
                  </a:cubicBezTo>
                  <a:cubicBezTo>
                    <a:pt x="91" y="293"/>
                    <a:pt x="66" y="294"/>
                    <a:pt x="47" y="295"/>
                  </a:cubicBezTo>
                  <a:lnTo>
                    <a:pt x="34" y="2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46"/>
            <p:cNvSpPr/>
            <p:nvPr/>
          </p:nvSpPr>
          <p:spPr>
            <a:xfrm>
              <a:off x="3668966" y="2074289"/>
              <a:ext cx="46911" cy="57087"/>
            </a:xfrm>
            <a:custGeom>
              <a:avLst/>
              <a:gdLst/>
              <a:ahLst/>
              <a:cxnLst/>
              <a:rect l="l" t="t" r="r" b="b"/>
              <a:pathLst>
                <a:path w="189" h="230" extrusionOk="0">
                  <a:moveTo>
                    <a:pt x="24" y="230"/>
                  </a:moveTo>
                  <a:lnTo>
                    <a:pt x="12" y="220"/>
                  </a:lnTo>
                  <a:cubicBezTo>
                    <a:pt x="-15" y="195"/>
                    <a:pt x="9" y="160"/>
                    <a:pt x="62" y="89"/>
                  </a:cubicBezTo>
                  <a:cubicBezTo>
                    <a:pt x="115" y="19"/>
                    <a:pt x="141" y="-14"/>
                    <a:pt x="173" y="5"/>
                  </a:cubicBezTo>
                  <a:lnTo>
                    <a:pt x="185" y="12"/>
                  </a:lnTo>
                  <a:lnTo>
                    <a:pt x="189" y="28"/>
                  </a:lnTo>
                  <a:cubicBezTo>
                    <a:pt x="197" y="65"/>
                    <a:pt x="142" y="138"/>
                    <a:pt x="136" y="146"/>
                  </a:cubicBezTo>
                  <a:cubicBezTo>
                    <a:pt x="130" y="154"/>
                    <a:pt x="75" y="226"/>
                    <a:pt x="38" y="229"/>
                  </a:cubicBezTo>
                  <a:lnTo>
                    <a:pt x="25" y="230"/>
                  </a:lnTo>
                  <a:lnTo>
                    <a:pt x="24" y="23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37800" rIns="90000" bIns="37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46"/>
            <p:cNvSpPr/>
            <p:nvPr/>
          </p:nvSpPr>
          <p:spPr>
            <a:xfrm>
              <a:off x="3735237" y="2174564"/>
              <a:ext cx="63292" cy="43436"/>
            </a:xfrm>
            <a:custGeom>
              <a:avLst/>
              <a:gdLst/>
              <a:ahLst/>
              <a:cxnLst/>
              <a:rect l="l" t="t" r="r" b="b"/>
              <a:pathLst>
                <a:path w="255" h="175" extrusionOk="0">
                  <a:moveTo>
                    <a:pt x="34" y="175"/>
                  </a:moveTo>
                  <a:cubicBezTo>
                    <a:pt x="17" y="175"/>
                    <a:pt x="10" y="167"/>
                    <a:pt x="5" y="157"/>
                  </a:cubicBezTo>
                  <a:cubicBezTo>
                    <a:pt x="-11" y="128"/>
                    <a:pt x="20" y="104"/>
                    <a:pt x="35" y="92"/>
                  </a:cubicBezTo>
                  <a:cubicBezTo>
                    <a:pt x="53" y="78"/>
                    <a:pt x="78" y="62"/>
                    <a:pt x="105" y="47"/>
                  </a:cubicBezTo>
                  <a:cubicBezTo>
                    <a:pt x="219" y="-18"/>
                    <a:pt x="239" y="-3"/>
                    <a:pt x="251" y="17"/>
                  </a:cubicBezTo>
                  <a:cubicBezTo>
                    <a:pt x="267" y="46"/>
                    <a:pt x="236" y="70"/>
                    <a:pt x="221" y="82"/>
                  </a:cubicBezTo>
                  <a:cubicBezTo>
                    <a:pt x="203" y="96"/>
                    <a:pt x="178" y="112"/>
                    <a:pt x="151" y="127"/>
                  </a:cubicBezTo>
                  <a:cubicBezTo>
                    <a:pt x="89" y="163"/>
                    <a:pt x="55" y="175"/>
                    <a:pt x="34" y="1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8000" rIns="90000" bIns="18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5" name="Google Shape;2005;p46"/>
          <p:cNvGrpSpPr/>
          <p:nvPr/>
        </p:nvGrpSpPr>
        <p:grpSpPr>
          <a:xfrm>
            <a:off x="1411328" y="2416085"/>
            <a:ext cx="771229" cy="2358297"/>
            <a:chOff x="1254924" y="2349301"/>
            <a:chExt cx="802695" cy="2454258"/>
          </a:xfrm>
        </p:grpSpPr>
        <p:sp>
          <p:nvSpPr>
            <p:cNvPr id="2006" name="Google Shape;2006;p46"/>
            <p:cNvSpPr/>
            <p:nvPr/>
          </p:nvSpPr>
          <p:spPr>
            <a:xfrm>
              <a:off x="2009219" y="2396212"/>
              <a:ext cx="31770" cy="62299"/>
            </a:xfrm>
            <a:custGeom>
              <a:avLst/>
              <a:gdLst/>
              <a:ahLst/>
              <a:cxnLst/>
              <a:rect l="l" t="t" r="r" b="b"/>
              <a:pathLst>
                <a:path w="128" h="251" extrusionOk="0">
                  <a:moveTo>
                    <a:pt x="115" y="251"/>
                  </a:moveTo>
                  <a:cubicBezTo>
                    <a:pt x="111" y="251"/>
                    <a:pt x="107" y="249"/>
                    <a:pt x="105" y="246"/>
                  </a:cubicBezTo>
                  <a:lnTo>
                    <a:pt x="4" y="126"/>
                  </a:lnTo>
                  <a:cubicBezTo>
                    <a:pt x="-1" y="121"/>
                    <a:pt x="-1" y="113"/>
                    <a:pt x="4" y="109"/>
                  </a:cubicBezTo>
                  <a:lnTo>
                    <a:pt x="105" y="4"/>
                  </a:lnTo>
                  <a:cubicBezTo>
                    <a:pt x="110" y="-1"/>
                    <a:pt x="119" y="-1"/>
                    <a:pt x="124" y="4"/>
                  </a:cubicBezTo>
                  <a:cubicBezTo>
                    <a:pt x="129" y="9"/>
                    <a:pt x="129" y="18"/>
                    <a:pt x="124" y="23"/>
                  </a:cubicBezTo>
                  <a:lnTo>
                    <a:pt x="32" y="118"/>
                  </a:lnTo>
                  <a:lnTo>
                    <a:pt x="125" y="229"/>
                  </a:lnTo>
                  <a:cubicBezTo>
                    <a:pt x="129" y="235"/>
                    <a:pt x="129" y="243"/>
                    <a:pt x="123" y="248"/>
                  </a:cubicBezTo>
                  <a:cubicBezTo>
                    <a:pt x="121" y="250"/>
                    <a:pt x="118" y="251"/>
                    <a:pt x="115" y="2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46"/>
            <p:cNvSpPr/>
            <p:nvPr/>
          </p:nvSpPr>
          <p:spPr>
            <a:xfrm>
              <a:off x="1255669" y="4455079"/>
              <a:ext cx="210478" cy="340289"/>
            </a:xfrm>
            <a:custGeom>
              <a:avLst/>
              <a:gdLst/>
              <a:ahLst/>
              <a:cxnLst/>
              <a:rect l="l" t="t" r="r" b="b"/>
              <a:pathLst>
                <a:path w="848" h="1371" extrusionOk="0">
                  <a:moveTo>
                    <a:pt x="848" y="252"/>
                  </a:moveTo>
                  <a:lnTo>
                    <a:pt x="432" y="799"/>
                  </a:lnTo>
                  <a:lnTo>
                    <a:pt x="228" y="1326"/>
                  </a:lnTo>
                  <a:cubicBezTo>
                    <a:pt x="213" y="1364"/>
                    <a:pt x="169" y="1382"/>
                    <a:pt x="132" y="1365"/>
                  </a:cubicBezTo>
                  <a:lnTo>
                    <a:pt x="132" y="1365"/>
                  </a:lnTo>
                  <a:cubicBezTo>
                    <a:pt x="112" y="1355"/>
                    <a:pt x="97" y="1336"/>
                    <a:pt x="93" y="1314"/>
                  </a:cubicBezTo>
                  <a:cubicBezTo>
                    <a:pt x="67" y="1171"/>
                    <a:pt x="-25" y="644"/>
                    <a:pt x="7" y="606"/>
                  </a:cubicBezTo>
                  <a:cubicBezTo>
                    <a:pt x="45" y="562"/>
                    <a:pt x="408" y="0"/>
                    <a:pt x="408" y="0"/>
                  </a:cubicBezTo>
                  <a:lnTo>
                    <a:pt x="848" y="25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46"/>
            <p:cNvSpPr/>
            <p:nvPr/>
          </p:nvSpPr>
          <p:spPr>
            <a:xfrm>
              <a:off x="1254924" y="4596059"/>
              <a:ext cx="33508" cy="197819"/>
            </a:xfrm>
            <a:custGeom>
              <a:avLst/>
              <a:gdLst/>
              <a:ahLst/>
              <a:cxnLst/>
              <a:rect l="l" t="t" r="r" b="b"/>
              <a:pathLst>
                <a:path w="135" h="797" extrusionOk="0">
                  <a:moveTo>
                    <a:pt x="135" y="797"/>
                  </a:moveTo>
                  <a:lnTo>
                    <a:pt x="37" y="0"/>
                  </a:lnTo>
                  <a:lnTo>
                    <a:pt x="20" y="24"/>
                  </a:lnTo>
                  <a:cubicBezTo>
                    <a:pt x="5" y="44"/>
                    <a:pt x="-2" y="69"/>
                    <a:pt x="0" y="94"/>
                  </a:cubicBezTo>
                  <a:cubicBezTo>
                    <a:pt x="5" y="162"/>
                    <a:pt x="24" y="346"/>
                    <a:pt x="94" y="744"/>
                  </a:cubicBezTo>
                  <a:cubicBezTo>
                    <a:pt x="98" y="767"/>
                    <a:pt x="114" y="787"/>
                    <a:pt x="135" y="796"/>
                  </a:cubicBezTo>
                  <a:lnTo>
                    <a:pt x="135" y="796"/>
                  </a:lnTo>
                  <a:lnTo>
                    <a:pt x="135" y="79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46"/>
            <p:cNvSpPr/>
            <p:nvPr/>
          </p:nvSpPr>
          <p:spPr>
            <a:xfrm>
              <a:off x="1305806" y="4565530"/>
              <a:ext cx="19608" cy="20105"/>
            </a:xfrm>
            <a:custGeom>
              <a:avLst/>
              <a:gdLst/>
              <a:ahLst/>
              <a:cxnLst/>
              <a:rect l="l" t="t" r="r" b="b"/>
              <a:pathLst>
                <a:path w="79" h="81" extrusionOk="0">
                  <a:moveTo>
                    <a:pt x="77" y="27"/>
                  </a:moveTo>
                  <a:cubicBezTo>
                    <a:pt x="84" y="47"/>
                    <a:pt x="73" y="71"/>
                    <a:pt x="53" y="79"/>
                  </a:cubicBezTo>
                  <a:cubicBezTo>
                    <a:pt x="34" y="86"/>
                    <a:pt x="9" y="76"/>
                    <a:pt x="2" y="56"/>
                  </a:cubicBezTo>
                  <a:cubicBezTo>
                    <a:pt x="-6" y="37"/>
                    <a:pt x="7" y="7"/>
                    <a:pt x="27" y="1"/>
                  </a:cubicBezTo>
                  <a:cubicBezTo>
                    <a:pt x="47" y="-4"/>
                    <a:pt x="75" y="10"/>
                    <a:pt x="78" y="31"/>
                  </a:cubicBezTo>
                  <a:lnTo>
                    <a:pt x="7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46"/>
            <p:cNvSpPr/>
            <p:nvPr/>
          </p:nvSpPr>
          <p:spPr>
            <a:xfrm>
              <a:off x="1300842" y="4704525"/>
              <a:ext cx="37975" cy="12658"/>
            </a:xfrm>
            <a:custGeom>
              <a:avLst/>
              <a:gdLst/>
              <a:ahLst/>
              <a:cxnLst/>
              <a:rect l="l" t="t" r="r" b="b"/>
              <a:pathLst>
                <a:path w="153" h="51" extrusionOk="0">
                  <a:moveTo>
                    <a:pt x="0" y="25"/>
                  </a:moveTo>
                  <a:cubicBezTo>
                    <a:pt x="2" y="28"/>
                    <a:pt x="35" y="8"/>
                    <a:pt x="80" y="17"/>
                  </a:cubicBezTo>
                  <a:cubicBezTo>
                    <a:pt x="124" y="23"/>
                    <a:pt x="150" y="54"/>
                    <a:pt x="153" y="51"/>
                  </a:cubicBezTo>
                  <a:cubicBezTo>
                    <a:pt x="154" y="50"/>
                    <a:pt x="150" y="40"/>
                    <a:pt x="139" y="29"/>
                  </a:cubicBezTo>
                  <a:cubicBezTo>
                    <a:pt x="127" y="18"/>
                    <a:pt x="107" y="6"/>
                    <a:pt x="82" y="2"/>
                  </a:cubicBezTo>
                  <a:cubicBezTo>
                    <a:pt x="58" y="-2"/>
                    <a:pt x="35" y="2"/>
                    <a:pt x="20" y="9"/>
                  </a:cubicBezTo>
                  <a:cubicBezTo>
                    <a:pt x="5" y="15"/>
                    <a:pt x="-2" y="23"/>
                    <a:pt x="0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46"/>
            <p:cNvSpPr/>
            <p:nvPr/>
          </p:nvSpPr>
          <p:spPr>
            <a:xfrm>
              <a:off x="1297119" y="4734062"/>
              <a:ext cx="31274" cy="13155"/>
            </a:xfrm>
            <a:custGeom>
              <a:avLst/>
              <a:gdLst/>
              <a:ahLst/>
              <a:cxnLst/>
              <a:rect l="l" t="t" r="r" b="b"/>
              <a:pathLst>
                <a:path w="126" h="53" extrusionOk="0">
                  <a:moveTo>
                    <a:pt x="0" y="9"/>
                  </a:moveTo>
                  <a:cubicBezTo>
                    <a:pt x="1" y="13"/>
                    <a:pt x="32" y="8"/>
                    <a:pt x="67" y="21"/>
                  </a:cubicBezTo>
                  <a:cubicBezTo>
                    <a:pt x="102" y="33"/>
                    <a:pt x="123" y="56"/>
                    <a:pt x="126" y="53"/>
                  </a:cubicBezTo>
                  <a:cubicBezTo>
                    <a:pt x="130" y="51"/>
                    <a:pt x="112" y="20"/>
                    <a:pt x="72" y="6"/>
                  </a:cubicBezTo>
                  <a:cubicBezTo>
                    <a:pt x="32" y="-8"/>
                    <a:pt x="-2" y="5"/>
                    <a:pt x="0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46"/>
            <p:cNvSpPr/>
            <p:nvPr/>
          </p:nvSpPr>
          <p:spPr>
            <a:xfrm>
              <a:off x="1299601" y="4671018"/>
              <a:ext cx="49641" cy="15389"/>
            </a:xfrm>
            <a:custGeom>
              <a:avLst/>
              <a:gdLst/>
              <a:ahLst/>
              <a:cxnLst/>
              <a:rect l="l" t="t" r="r" b="b"/>
              <a:pathLst>
                <a:path w="200" h="62" extrusionOk="0">
                  <a:moveTo>
                    <a:pt x="0" y="11"/>
                  </a:moveTo>
                  <a:cubicBezTo>
                    <a:pt x="1" y="15"/>
                    <a:pt x="48" y="7"/>
                    <a:pt x="104" y="22"/>
                  </a:cubicBezTo>
                  <a:cubicBezTo>
                    <a:pt x="160" y="36"/>
                    <a:pt x="197" y="66"/>
                    <a:pt x="200" y="62"/>
                  </a:cubicBezTo>
                  <a:cubicBezTo>
                    <a:pt x="204" y="60"/>
                    <a:pt x="168" y="22"/>
                    <a:pt x="108" y="7"/>
                  </a:cubicBezTo>
                  <a:cubicBezTo>
                    <a:pt x="48" y="-9"/>
                    <a:pt x="-2" y="7"/>
                    <a:pt x="0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46"/>
            <p:cNvSpPr/>
            <p:nvPr/>
          </p:nvSpPr>
          <p:spPr>
            <a:xfrm>
              <a:off x="1327400" y="4629567"/>
              <a:ext cx="37231" cy="24821"/>
            </a:xfrm>
            <a:custGeom>
              <a:avLst/>
              <a:gdLst/>
              <a:ahLst/>
              <a:cxnLst/>
              <a:rect l="l" t="t" r="r" b="b"/>
              <a:pathLst>
                <a:path w="150" h="100" extrusionOk="0">
                  <a:moveTo>
                    <a:pt x="0" y="1"/>
                  </a:moveTo>
                  <a:cubicBezTo>
                    <a:pt x="-1" y="5"/>
                    <a:pt x="40" y="14"/>
                    <a:pt x="81" y="42"/>
                  </a:cubicBezTo>
                  <a:cubicBezTo>
                    <a:pt x="122" y="69"/>
                    <a:pt x="147" y="102"/>
                    <a:pt x="150" y="100"/>
                  </a:cubicBezTo>
                  <a:cubicBezTo>
                    <a:pt x="154" y="98"/>
                    <a:pt x="134" y="59"/>
                    <a:pt x="89" y="30"/>
                  </a:cubicBezTo>
                  <a:cubicBezTo>
                    <a:pt x="45" y="0"/>
                    <a:pt x="1" y="-3"/>
                    <a:pt x="1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46"/>
            <p:cNvSpPr/>
            <p:nvPr/>
          </p:nvSpPr>
          <p:spPr>
            <a:xfrm>
              <a:off x="1356688" y="4588613"/>
              <a:ext cx="36238" cy="28544"/>
            </a:xfrm>
            <a:custGeom>
              <a:avLst/>
              <a:gdLst/>
              <a:ahLst/>
              <a:cxnLst/>
              <a:rect l="l" t="t" r="r" b="b"/>
              <a:pathLst>
                <a:path w="146" h="115" extrusionOk="0">
                  <a:moveTo>
                    <a:pt x="0" y="2"/>
                  </a:moveTo>
                  <a:cubicBezTo>
                    <a:pt x="0" y="7"/>
                    <a:pt x="44" y="10"/>
                    <a:pt x="85" y="43"/>
                  </a:cubicBezTo>
                  <a:cubicBezTo>
                    <a:pt x="127" y="75"/>
                    <a:pt x="141" y="117"/>
                    <a:pt x="145" y="115"/>
                  </a:cubicBezTo>
                  <a:cubicBezTo>
                    <a:pt x="147" y="115"/>
                    <a:pt x="146" y="103"/>
                    <a:pt x="139" y="86"/>
                  </a:cubicBezTo>
                  <a:cubicBezTo>
                    <a:pt x="131" y="70"/>
                    <a:pt x="117" y="48"/>
                    <a:pt x="94" y="31"/>
                  </a:cubicBezTo>
                  <a:cubicBezTo>
                    <a:pt x="72" y="14"/>
                    <a:pt x="48" y="5"/>
                    <a:pt x="30" y="2"/>
                  </a:cubicBezTo>
                  <a:cubicBezTo>
                    <a:pt x="12" y="-1"/>
                    <a:pt x="0" y="1"/>
                    <a:pt x="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46"/>
            <p:cNvSpPr/>
            <p:nvPr/>
          </p:nvSpPr>
          <p:spPr>
            <a:xfrm>
              <a:off x="1373814" y="4553368"/>
              <a:ext cx="44925" cy="43188"/>
            </a:xfrm>
            <a:custGeom>
              <a:avLst/>
              <a:gdLst/>
              <a:ahLst/>
              <a:cxnLst/>
              <a:rect l="l" t="t" r="r" b="b"/>
              <a:pathLst>
                <a:path w="181" h="174" extrusionOk="0">
                  <a:moveTo>
                    <a:pt x="38" y="153"/>
                  </a:moveTo>
                  <a:cubicBezTo>
                    <a:pt x="38" y="153"/>
                    <a:pt x="45" y="147"/>
                    <a:pt x="54" y="133"/>
                  </a:cubicBezTo>
                  <a:cubicBezTo>
                    <a:pt x="62" y="118"/>
                    <a:pt x="73" y="96"/>
                    <a:pt x="77" y="66"/>
                  </a:cubicBezTo>
                  <a:cubicBezTo>
                    <a:pt x="79" y="51"/>
                    <a:pt x="82" y="33"/>
                    <a:pt x="72" y="14"/>
                  </a:cubicBezTo>
                  <a:cubicBezTo>
                    <a:pt x="67" y="5"/>
                    <a:pt x="54" y="-2"/>
                    <a:pt x="42" y="1"/>
                  </a:cubicBezTo>
                  <a:cubicBezTo>
                    <a:pt x="30" y="3"/>
                    <a:pt x="22" y="11"/>
                    <a:pt x="15" y="19"/>
                  </a:cubicBezTo>
                  <a:cubicBezTo>
                    <a:pt x="-10" y="55"/>
                    <a:pt x="-4" y="111"/>
                    <a:pt x="32" y="145"/>
                  </a:cubicBezTo>
                  <a:cubicBezTo>
                    <a:pt x="69" y="178"/>
                    <a:pt x="121" y="182"/>
                    <a:pt x="159" y="163"/>
                  </a:cubicBezTo>
                  <a:cubicBezTo>
                    <a:pt x="168" y="158"/>
                    <a:pt x="178" y="150"/>
                    <a:pt x="180" y="137"/>
                  </a:cubicBezTo>
                  <a:cubicBezTo>
                    <a:pt x="183" y="125"/>
                    <a:pt x="174" y="112"/>
                    <a:pt x="165" y="108"/>
                  </a:cubicBezTo>
                  <a:cubicBezTo>
                    <a:pt x="147" y="99"/>
                    <a:pt x="130" y="100"/>
                    <a:pt x="115" y="101"/>
                  </a:cubicBezTo>
                  <a:cubicBezTo>
                    <a:pt x="84" y="102"/>
                    <a:pt x="61" y="110"/>
                    <a:pt x="46" y="116"/>
                  </a:cubicBezTo>
                  <a:cubicBezTo>
                    <a:pt x="30" y="123"/>
                    <a:pt x="23" y="128"/>
                    <a:pt x="23" y="129"/>
                  </a:cubicBezTo>
                  <a:cubicBezTo>
                    <a:pt x="24" y="132"/>
                    <a:pt x="57" y="112"/>
                    <a:pt x="115" y="111"/>
                  </a:cubicBezTo>
                  <a:cubicBezTo>
                    <a:pt x="129" y="112"/>
                    <a:pt x="146" y="111"/>
                    <a:pt x="159" y="119"/>
                  </a:cubicBezTo>
                  <a:cubicBezTo>
                    <a:pt x="165" y="123"/>
                    <a:pt x="169" y="128"/>
                    <a:pt x="167" y="135"/>
                  </a:cubicBezTo>
                  <a:cubicBezTo>
                    <a:pt x="166" y="141"/>
                    <a:pt x="160" y="147"/>
                    <a:pt x="152" y="151"/>
                  </a:cubicBezTo>
                  <a:cubicBezTo>
                    <a:pt x="121" y="166"/>
                    <a:pt x="73" y="163"/>
                    <a:pt x="42" y="134"/>
                  </a:cubicBezTo>
                  <a:cubicBezTo>
                    <a:pt x="12" y="106"/>
                    <a:pt x="7" y="57"/>
                    <a:pt x="27" y="27"/>
                  </a:cubicBezTo>
                  <a:cubicBezTo>
                    <a:pt x="32" y="21"/>
                    <a:pt x="38" y="15"/>
                    <a:pt x="45" y="14"/>
                  </a:cubicBezTo>
                  <a:cubicBezTo>
                    <a:pt x="52" y="12"/>
                    <a:pt x="58" y="15"/>
                    <a:pt x="61" y="21"/>
                  </a:cubicBezTo>
                  <a:cubicBezTo>
                    <a:pt x="69" y="33"/>
                    <a:pt x="68" y="50"/>
                    <a:pt x="67" y="64"/>
                  </a:cubicBezTo>
                  <a:cubicBezTo>
                    <a:pt x="61" y="122"/>
                    <a:pt x="35" y="152"/>
                    <a:pt x="38" y="1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46"/>
            <p:cNvSpPr/>
            <p:nvPr/>
          </p:nvSpPr>
          <p:spPr>
            <a:xfrm>
              <a:off x="1446042" y="4584394"/>
              <a:ext cx="269799" cy="217179"/>
            </a:xfrm>
            <a:custGeom>
              <a:avLst/>
              <a:gdLst/>
              <a:ahLst/>
              <a:cxnLst/>
              <a:rect l="l" t="t" r="r" b="b"/>
              <a:pathLst>
                <a:path w="1087" h="875" extrusionOk="0">
                  <a:moveTo>
                    <a:pt x="514" y="23"/>
                  </a:moveTo>
                  <a:lnTo>
                    <a:pt x="556" y="581"/>
                  </a:lnTo>
                  <a:cubicBezTo>
                    <a:pt x="556" y="581"/>
                    <a:pt x="2" y="771"/>
                    <a:pt x="0" y="875"/>
                  </a:cubicBezTo>
                  <a:lnTo>
                    <a:pt x="1087" y="873"/>
                  </a:lnTo>
                  <a:lnTo>
                    <a:pt x="1057" y="0"/>
                  </a:lnTo>
                  <a:lnTo>
                    <a:pt x="514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46"/>
            <p:cNvSpPr/>
            <p:nvPr/>
          </p:nvSpPr>
          <p:spPr>
            <a:xfrm>
              <a:off x="1654286" y="4713461"/>
              <a:ext cx="21097" cy="20849"/>
            </a:xfrm>
            <a:custGeom>
              <a:avLst/>
              <a:gdLst/>
              <a:ahLst/>
              <a:cxnLst/>
              <a:rect l="l" t="t" r="r" b="b"/>
              <a:pathLst>
                <a:path w="85" h="84" extrusionOk="0">
                  <a:moveTo>
                    <a:pt x="51" y="1"/>
                  </a:moveTo>
                  <a:cubicBezTo>
                    <a:pt x="73" y="6"/>
                    <a:pt x="88" y="29"/>
                    <a:pt x="84" y="50"/>
                  </a:cubicBezTo>
                  <a:cubicBezTo>
                    <a:pt x="80" y="72"/>
                    <a:pt x="56" y="88"/>
                    <a:pt x="35" y="83"/>
                  </a:cubicBezTo>
                  <a:cubicBezTo>
                    <a:pt x="13" y="79"/>
                    <a:pt x="-5" y="51"/>
                    <a:pt x="1" y="31"/>
                  </a:cubicBezTo>
                  <a:cubicBezTo>
                    <a:pt x="7" y="10"/>
                    <a:pt x="36" y="-7"/>
                    <a:pt x="56" y="2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46"/>
            <p:cNvSpPr/>
            <p:nvPr/>
          </p:nvSpPr>
          <p:spPr>
            <a:xfrm>
              <a:off x="1444553" y="4778987"/>
              <a:ext cx="271288" cy="24572"/>
            </a:xfrm>
            <a:custGeom>
              <a:avLst/>
              <a:gdLst/>
              <a:ahLst/>
              <a:cxnLst/>
              <a:rect l="l" t="t" r="r" b="b"/>
              <a:pathLst>
                <a:path w="1093" h="99" extrusionOk="0">
                  <a:moveTo>
                    <a:pt x="1093" y="89"/>
                  </a:moveTo>
                  <a:lnTo>
                    <a:pt x="1090" y="0"/>
                  </a:lnTo>
                  <a:lnTo>
                    <a:pt x="40" y="39"/>
                  </a:lnTo>
                  <a:cubicBezTo>
                    <a:pt x="40" y="39"/>
                    <a:pt x="5" y="55"/>
                    <a:pt x="0" y="99"/>
                  </a:cubicBezTo>
                  <a:lnTo>
                    <a:pt x="1092" y="89"/>
                  </a:lnTo>
                  <a:lnTo>
                    <a:pt x="1093" y="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46"/>
            <p:cNvSpPr/>
            <p:nvPr/>
          </p:nvSpPr>
          <p:spPr>
            <a:xfrm>
              <a:off x="1579825" y="4726119"/>
              <a:ext cx="25069" cy="15885"/>
            </a:xfrm>
            <a:custGeom>
              <a:avLst/>
              <a:gdLst/>
              <a:ahLst/>
              <a:cxnLst/>
              <a:rect l="l" t="t" r="r" b="b"/>
              <a:pathLst>
                <a:path w="101" h="64" extrusionOk="0">
                  <a:moveTo>
                    <a:pt x="0" y="6"/>
                  </a:moveTo>
                  <a:cubicBezTo>
                    <a:pt x="0" y="11"/>
                    <a:pt x="27" y="12"/>
                    <a:pt x="53" y="28"/>
                  </a:cubicBezTo>
                  <a:cubicBezTo>
                    <a:pt x="81" y="44"/>
                    <a:pt x="95" y="66"/>
                    <a:pt x="100" y="64"/>
                  </a:cubicBezTo>
                  <a:cubicBezTo>
                    <a:pt x="105" y="62"/>
                    <a:pt x="96" y="31"/>
                    <a:pt x="63" y="12"/>
                  </a:cubicBezTo>
                  <a:cubicBezTo>
                    <a:pt x="30" y="-7"/>
                    <a:pt x="-2" y="1"/>
                    <a:pt x="0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46"/>
            <p:cNvSpPr/>
            <p:nvPr/>
          </p:nvSpPr>
          <p:spPr>
            <a:xfrm>
              <a:off x="1552026" y="4739771"/>
              <a:ext cx="18367" cy="20353"/>
            </a:xfrm>
            <a:custGeom>
              <a:avLst/>
              <a:gdLst/>
              <a:ahLst/>
              <a:cxnLst/>
              <a:rect l="l" t="t" r="r" b="b"/>
              <a:pathLst>
                <a:path w="74" h="82" extrusionOk="0">
                  <a:moveTo>
                    <a:pt x="0" y="2"/>
                  </a:moveTo>
                  <a:cubicBezTo>
                    <a:pt x="-2" y="7"/>
                    <a:pt x="22" y="15"/>
                    <a:pt x="41" y="37"/>
                  </a:cubicBezTo>
                  <a:cubicBezTo>
                    <a:pt x="60" y="58"/>
                    <a:pt x="66" y="82"/>
                    <a:pt x="71" y="82"/>
                  </a:cubicBezTo>
                  <a:cubicBezTo>
                    <a:pt x="76" y="82"/>
                    <a:pt x="79" y="51"/>
                    <a:pt x="55" y="25"/>
                  </a:cubicBezTo>
                  <a:cubicBezTo>
                    <a:pt x="31" y="-2"/>
                    <a:pt x="0" y="-3"/>
                    <a:pt x="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46"/>
            <p:cNvSpPr/>
            <p:nvPr/>
          </p:nvSpPr>
          <p:spPr>
            <a:xfrm>
              <a:off x="1525964" y="4752429"/>
              <a:ext cx="12658" cy="22338"/>
            </a:xfrm>
            <a:custGeom>
              <a:avLst/>
              <a:gdLst/>
              <a:ahLst/>
              <a:cxnLst/>
              <a:rect l="l" t="t" r="r" b="b"/>
              <a:pathLst>
                <a:path w="51" h="90" extrusionOk="0">
                  <a:moveTo>
                    <a:pt x="45" y="90"/>
                  </a:moveTo>
                  <a:cubicBezTo>
                    <a:pt x="50" y="91"/>
                    <a:pt x="56" y="64"/>
                    <a:pt x="42" y="36"/>
                  </a:cubicBezTo>
                  <a:cubicBezTo>
                    <a:pt x="27" y="7"/>
                    <a:pt x="2" y="-3"/>
                    <a:pt x="0" y="1"/>
                  </a:cubicBezTo>
                  <a:cubicBezTo>
                    <a:pt x="-3" y="6"/>
                    <a:pt x="14" y="20"/>
                    <a:pt x="25" y="44"/>
                  </a:cubicBezTo>
                  <a:cubicBezTo>
                    <a:pt x="38" y="67"/>
                    <a:pt x="40" y="90"/>
                    <a:pt x="45" y="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46"/>
            <p:cNvSpPr/>
            <p:nvPr/>
          </p:nvSpPr>
          <p:spPr>
            <a:xfrm>
              <a:off x="1580817" y="4690378"/>
              <a:ext cx="28047" cy="5957"/>
            </a:xfrm>
            <a:custGeom>
              <a:avLst/>
              <a:gdLst/>
              <a:ahLst/>
              <a:cxnLst/>
              <a:rect l="l" t="t" r="r" b="b"/>
              <a:pathLst>
                <a:path w="113" h="24" extrusionOk="0">
                  <a:moveTo>
                    <a:pt x="0" y="21"/>
                  </a:moveTo>
                  <a:cubicBezTo>
                    <a:pt x="3" y="26"/>
                    <a:pt x="27" y="17"/>
                    <a:pt x="57" y="18"/>
                  </a:cubicBezTo>
                  <a:cubicBezTo>
                    <a:pt x="87" y="18"/>
                    <a:pt x="111" y="28"/>
                    <a:pt x="113" y="23"/>
                  </a:cubicBezTo>
                  <a:cubicBezTo>
                    <a:pt x="116" y="19"/>
                    <a:pt x="93" y="0"/>
                    <a:pt x="57" y="0"/>
                  </a:cubicBezTo>
                  <a:cubicBezTo>
                    <a:pt x="22" y="-1"/>
                    <a:pt x="-2" y="17"/>
                    <a:pt x="0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46"/>
            <p:cNvSpPr/>
            <p:nvPr/>
          </p:nvSpPr>
          <p:spPr>
            <a:xfrm>
              <a:off x="1575853" y="4613434"/>
              <a:ext cx="134279" cy="28792"/>
            </a:xfrm>
            <a:custGeom>
              <a:avLst/>
              <a:gdLst/>
              <a:ahLst/>
              <a:cxnLst/>
              <a:rect l="l" t="t" r="r" b="b"/>
              <a:pathLst>
                <a:path w="541" h="116" extrusionOk="0">
                  <a:moveTo>
                    <a:pt x="0" y="16"/>
                  </a:moveTo>
                  <a:lnTo>
                    <a:pt x="7" y="116"/>
                  </a:lnTo>
                  <a:lnTo>
                    <a:pt x="541" y="90"/>
                  </a:lnTo>
                  <a:lnTo>
                    <a:pt x="538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46"/>
            <p:cNvSpPr/>
            <p:nvPr/>
          </p:nvSpPr>
          <p:spPr>
            <a:xfrm>
              <a:off x="1579080" y="4644460"/>
              <a:ext cx="40457" cy="24076"/>
            </a:xfrm>
            <a:custGeom>
              <a:avLst/>
              <a:gdLst/>
              <a:ahLst/>
              <a:cxnLst/>
              <a:rect l="l" t="t" r="r" b="b"/>
              <a:pathLst>
                <a:path w="163" h="97" extrusionOk="0">
                  <a:moveTo>
                    <a:pt x="1" y="93"/>
                  </a:moveTo>
                  <a:cubicBezTo>
                    <a:pt x="1" y="95"/>
                    <a:pt x="22" y="98"/>
                    <a:pt x="55" y="91"/>
                  </a:cubicBezTo>
                  <a:cubicBezTo>
                    <a:pt x="72" y="87"/>
                    <a:pt x="91" y="81"/>
                    <a:pt x="111" y="71"/>
                  </a:cubicBezTo>
                  <a:cubicBezTo>
                    <a:pt x="121" y="66"/>
                    <a:pt x="132" y="60"/>
                    <a:pt x="142" y="53"/>
                  </a:cubicBezTo>
                  <a:cubicBezTo>
                    <a:pt x="147" y="50"/>
                    <a:pt x="152" y="46"/>
                    <a:pt x="158" y="40"/>
                  </a:cubicBezTo>
                  <a:cubicBezTo>
                    <a:pt x="163" y="34"/>
                    <a:pt x="166" y="20"/>
                    <a:pt x="159" y="11"/>
                  </a:cubicBezTo>
                  <a:cubicBezTo>
                    <a:pt x="153" y="3"/>
                    <a:pt x="143" y="0"/>
                    <a:pt x="135" y="0"/>
                  </a:cubicBezTo>
                  <a:cubicBezTo>
                    <a:pt x="127" y="0"/>
                    <a:pt x="121" y="2"/>
                    <a:pt x="115" y="4"/>
                  </a:cubicBezTo>
                  <a:cubicBezTo>
                    <a:pt x="103" y="8"/>
                    <a:pt x="92" y="12"/>
                    <a:pt x="82" y="17"/>
                  </a:cubicBezTo>
                  <a:cubicBezTo>
                    <a:pt x="61" y="27"/>
                    <a:pt x="45" y="40"/>
                    <a:pt x="33" y="52"/>
                  </a:cubicBezTo>
                  <a:cubicBezTo>
                    <a:pt x="8" y="76"/>
                    <a:pt x="1" y="96"/>
                    <a:pt x="2" y="97"/>
                  </a:cubicBezTo>
                  <a:cubicBezTo>
                    <a:pt x="5" y="99"/>
                    <a:pt x="16" y="82"/>
                    <a:pt x="41" y="62"/>
                  </a:cubicBezTo>
                  <a:cubicBezTo>
                    <a:pt x="54" y="52"/>
                    <a:pt x="70" y="41"/>
                    <a:pt x="89" y="32"/>
                  </a:cubicBezTo>
                  <a:cubicBezTo>
                    <a:pt x="98" y="28"/>
                    <a:pt x="109" y="24"/>
                    <a:pt x="120" y="22"/>
                  </a:cubicBezTo>
                  <a:cubicBezTo>
                    <a:pt x="131" y="18"/>
                    <a:pt x="141" y="18"/>
                    <a:pt x="144" y="23"/>
                  </a:cubicBezTo>
                  <a:cubicBezTo>
                    <a:pt x="145" y="24"/>
                    <a:pt x="145" y="25"/>
                    <a:pt x="143" y="29"/>
                  </a:cubicBezTo>
                  <a:cubicBezTo>
                    <a:pt x="141" y="32"/>
                    <a:pt x="136" y="35"/>
                    <a:pt x="131" y="38"/>
                  </a:cubicBezTo>
                  <a:cubicBezTo>
                    <a:pt x="122" y="45"/>
                    <a:pt x="113" y="51"/>
                    <a:pt x="103" y="56"/>
                  </a:cubicBezTo>
                  <a:cubicBezTo>
                    <a:pt x="85" y="66"/>
                    <a:pt x="67" y="73"/>
                    <a:pt x="51" y="78"/>
                  </a:cubicBezTo>
                  <a:cubicBezTo>
                    <a:pt x="21" y="88"/>
                    <a:pt x="0" y="90"/>
                    <a:pt x="0" y="93"/>
                  </a:cubicBezTo>
                  <a:lnTo>
                    <a:pt x="1" y="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46"/>
            <p:cNvSpPr/>
            <p:nvPr/>
          </p:nvSpPr>
          <p:spPr>
            <a:xfrm>
              <a:off x="1562202" y="4626837"/>
              <a:ext cx="21842" cy="42691"/>
            </a:xfrm>
            <a:custGeom>
              <a:avLst/>
              <a:gdLst/>
              <a:ahLst/>
              <a:cxnLst/>
              <a:rect l="l" t="t" r="r" b="b"/>
              <a:pathLst>
                <a:path w="88" h="172" extrusionOk="0">
                  <a:moveTo>
                    <a:pt x="76" y="172"/>
                  </a:moveTo>
                  <a:cubicBezTo>
                    <a:pt x="78" y="172"/>
                    <a:pt x="87" y="153"/>
                    <a:pt x="88" y="118"/>
                  </a:cubicBezTo>
                  <a:cubicBezTo>
                    <a:pt x="88" y="101"/>
                    <a:pt x="86" y="81"/>
                    <a:pt x="78" y="59"/>
                  </a:cubicBezTo>
                  <a:cubicBezTo>
                    <a:pt x="74" y="48"/>
                    <a:pt x="69" y="38"/>
                    <a:pt x="63" y="27"/>
                  </a:cubicBezTo>
                  <a:cubicBezTo>
                    <a:pt x="56" y="16"/>
                    <a:pt x="48" y="2"/>
                    <a:pt x="27" y="0"/>
                  </a:cubicBezTo>
                  <a:cubicBezTo>
                    <a:pt x="16" y="0"/>
                    <a:pt x="8" y="9"/>
                    <a:pt x="5" y="17"/>
                  </a:cubicBezTo>
                  <a:cubicBezTo>
                    <a:pt x="2" y="24"/>
                    <a:pt x="1" y="30"/>
                    <a:pt x="0" y="37"/>
                  </a:cubicBezTo>
                  <a:cubicBezTo>
                    <a:pt x="-1" y="49"/>
                    <a:pt x="0" y="62"/>
                    <a:pt x="2" y="73"/>
                  </a:cubicBezTo>
                  <a:cubicBezTo>
                    <a:pt x="6" y="96"/>
                    <a:pt x="16" y="115"/>
                    <a:pt x="27" y="129"/>
                  </a:cubicBezTo>
                  <a:cubicBezTo>
                    <a:pt x="49" y="156"/>
                    <a:pt x="72" y="161"/>
                    <a:pt x="72" y="159"/>
                  </a:cubicBezTo>
                  <a:cubicBezTo>
                    <a:pt x="74" y="157"/>
                    <a:pt x="55" y="147"/>
                    <a:pt x="37" y="121"/>
                  </a:cubicBezTo>
                  <a:cubicBezTo>
                    <a:pt x="29" y="108"/>
                    <a:pt x="21" y="90"/>
                    <a:pt x="18" y="70"/>
                  </a:cubicBezTo>
                  <a:cubicBezTo>
                    <a:pt x="16" y="60"/>
                    <a:pt x="16" y="50"/>
                    <a:pt x="18" y="39"/>
                  </a:cubicBezTo>
                  <a:cubicBezTo>
                    <a:pt x="19" y="27"/>
                    <a:pt x="23" y="18"/>
                    <a:pt x="28" y="19"/>
                  </a:cubicBezTo>
                  <a:cubicBezTo>
                    <a:pt x="33" y="18"/>
                    <a:pt x="42" y="27"/>
                    <a:pt x="47" y="36"/>
                  </a:cubicBezTo>
                  <a:cubicBezTo>
                    <a:pt x="54" y="45"/>
                    <a:pt x="58" y="55"/>
                    <a:pt x="62" y="64"/>
                  </a:cubicBezTo>
                  <a:cubicBezTo>
                    <a:pt x="70" y="84"/>
                    <a:pt x="73" y="103"/>
                    <a:pt x="75" y="118"/>
                  </a:cubicBezTo>
                  <a:cubicBezTo>
                    <a:pt x="77" y="150"/>
                    <a:pt x="73" y="170"/>
                    <a:pt x="75" y="171"/>
                  </a:cubicBezTo>
                  <a:lnTo>
                    <a:pt x="76" y="1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900" rIns="90000" bIns="16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46"/>
            <p:cNvSpPr/>
            <p:nvPr/>
          </p:nvSpPr>
          <p:spPr>
            <a:xfrm>
              <a:off x="1422959" y="3403927"/>
              <a:ext cx="302562" cy="1226629"/>
            </a:xfrm>
            <a:custGeom>
              <a:avLst/>
              <a:gdLst/>
              <a:ahLst/>
              <a:cxnLst/>
              <a:rect l="l" t="t" r="r" b="b"/>
              <a:pathLst>
                <a:path w="1219" h="4942" extrusionOk="0">
                  <a:moveTo>
                    <a:pt x="256" y="0"/>
                  </a:moveTo>
                  <a:cubicBezTo>
                    <a:pt x="256" y="0"/>
                    <a:pt x="0" y="491"/>
                    <a:pt x="0" y="888"/>
                  </a:cubicBezTo>
                  <a:cubicBezTo>
                    <a:pt x="0" y="972"/>
                    <a:pt x="485" y="4942"/>
                    <a:pt x="485" y="4942"/>
                  </a:cubicBezTo>
                  <a:lnTo>
                    <a:pt x="1219" y="4881"/>
                  </a:lnTo>
                  <a:lnTo>
                    <a:pt x="897" y="1227"/>
                  </a:lnTo>
                  <a:lnTo>
                    <a:pt x="1013" y="445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46"/>
            <p:cNvSpPr/>
            <p:nvPr/>
          </p:nvSpPr>
          <p:spPr>
            <a:xfrm>
              <a:off x="1309033" y="3511897"/>
              <a:ext cx="583530" cy="1085400"/>
            </a:xfrm>
            <a:custGeom>
              <a:avLst/>
              <a:gdLst/>
              <a:ahLst/>
              <a:cxnLst/>
              <a:rect l="l" t="t" r="r" b="b"/>
              <a:pathLst>
                <a:path w="2351" h="4373" extrusionOk="0">
                  <a:moveTo>
                    <a:pt x="2350" y="0"/>
                  </a:moveTo>
                  <a:cubicBezTo>
                    <a:pt x="2350" y="0"/>
                    <a:pt x="2179" y="1434"/>
                    <a:pt x="2098" y="1986"/>
                  </a:cubicBezTo>
                  <a:cubicBezTo>
                    <a:pt x="2014" y="2564"/>
                    <a:pt x="1848" y="2674"/>
                    <a:pt x="1848" y="2674"/>
                  </a:cubicBezTo>
                  <a:lnTo>
                    <a:pt x="520" y="4373"/>
                  </a:lnTo>
                  <a:lnTo>
                    <a:pt x="0" y="3904"/>
                  </a:lnTo>
                  <a:lnTo>
                    <a:pt x="1164" y="2205"/>
                  </a:lnTo>
                  <a:cubicBezTo>
                    <a:pt x="1164" y="2205"/>
                    <a:pt x="1483" y="-46"/>
                    <a:pt x="1472" y="10"/>
                  </a:cubicBezTo>
                  <a:cubicBezTo>
                    <a:pt x="1461" y="66"/>
                    <a:pt x="2351" y="0"/>
                    <a:pt x="2351" y="0"/>
                  </a:cubicBezTo>
                  <a:lnTo>
                    <a:pt x="2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46"/>
            <p:cNvSpPr/>
            <p:nvPr/>
          </p:nvSpPr>
          <p:spPr>
            <a:xfrm>
              <a:off x="1438099" y="4181556"/>
              <a:ext cx="323163" cy="415743"/>
            </a:xfrm>
            <a:custGeom>
              <a:avLst/>
              <a:gdLst/>
              <a:ahLst/>
              <a:cxnLst/>
              <a:rect l="l" t="t" r="r" b="b"/>
              <a:pathLst>
                <a:path w="1302" h="1675" extrusionOk="0">
                  <a:moveTo>
                    <a:pt x="1302" y="0"/>
                  </a:moveTo>
                  <a:cubicBezTo>
                    <a:pt x="1302" y="0"/>
                    <a:pt x="1298" y="6"/>
                    <a:pt x="1290" y="17"/>
                  </a:cubicBezTo>
                  <a:cubicBezTo>
                    <a:pt x="1280" y="30"/>
                    <a:pt x="1268" y="46"/>
                    <a:pt x="1252" y="66"/>
                  </a:cubicBezTo>
                  <a:cubicBezTo>
                    <a:pt x="1218" y="110"/>
                    <a:pt x="1171" y="171"/>
                    <a:pt x="1113" y="246"/>
                  </a:cubicBezTo>
                  <a:cubicBezTo>
                    <a:pt x="995" y="399"/>
                    <a:pt x="835" y="610"/>
                    <a:pt x="657" y="842"/>
                  </a:cubicBezTo>
                  <a:cubicBezTo>
                    <a:pt x="480" y="1075"/>
                    <a:pt x="318" y="1285"/>
                    <a:pt x="198" y="1435"/>
                  </a:cubicBezTo>
                  <a:cubicBezTo>
                    <a:pt x="138" y="1511"/>
                    <a:pt x="89" y="1571"/>
                    <a:pt x="55" y="1612"/>
                  </a:cubicBezTo>
                  <a:cubicBezTo>
                    <a:pt x="38" y="1632"/>
                    <a:pt x="25" y="1647"/>
                    <a:pt x="15" y="1659"/>
                  </a:cubicBezTo>
                  <a:cubicBezTo>
                    <a:pt x="6" y="1670"/>
                    <a:pt x="1" y="1675"/>
                    <a:pt x="0" y="1675"/>
                  </a:cubicBezTo>
                  <a:cubicBezTo>
                    <a:pt x="0" y="1675"/>
                    <a:pt x="4" y="1669"/>
                    <a:pt x="13" y="1657"/>
                  </a:cubicBezTo>
                  <a:cubicBezTo>
                    <a:pt x="22" y="1645"/>
                    <a:pt x="35" y="1629"/>
                    <a:pt x="51" y="1608"/>
                  </a:cubicBezTo>
                  <a:cubicBezTo>
                    <a:pt x="84" y="1565"/>
                    <a:pt x="132" y="1504"/>
                    <a:pt x="190" y="1429"/>
                  </a:cubicBezTo>
                  <a:cubicBezTo>
                    <a:pt x="307" y="1275"/>
                    <a:pt x="468" y="1065"/>
                    <a:pt x="645" y="833"/>
                  </a:cubicBezTo>
                  <a:cubicBezTo>
                    <a:pt x="823" y="600"/>
                    <a:pt x="985" y="390"/>
                    <a:pt x="1104" y="240"/>
                  </a:cubicBezTo>
                  <a:cubicBezTo>
                    <a:pt x="1164" y="165"/>
                    <a:pt x="1213" y="104"/>
                    <a:pt x="1247" y="63"/>
                  </a:cubicBezTo>
                  <a:cubicBezTo>
                    <a:pt x="1264" y="43"/>
                    <a:pt x="1277" y="28"/>
                    <a:pt x="1287" y="16"/>
                  </a:cubicBezTo>
                  <a:cubicBezTo>
                    <a:pt x="1296" y="5"/>
                    <a:pt x="1301" y="0"/>
                    <a:pt x="130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46"/>
            <p:cNvSpPr/>
            <p:nvPr/>
          </p:nvSpPr>
          <p:spPr>
            <a:xfrm>
              <a:off x="1375055" y="2802525"/>
              <a:ext cx="200053" cy="461165"/>
            </a:xfrm>
            <a:custGeom>
              <a:avLst/>
              <a:gdLst/>
              <a:ahLst/>
              <a:cxnLst/>
              <a:rect l="l" t="t" r="r" b="b"/>
              <a:pathLst>
                <a:path w="806" h="1858" extrusionOk="0">
                  <a:moveTo>
                    <a:pt x="806" y="1"/>
                  </a:moveTo>
                  <a:cubicBezTo>
                    <a:pt x="806" y="1"/>
                    <a:pt x="549" y="155"/>
                    <a:pt x="472" y="292"/>
                  </a:cubicBezTo>
                  <a:cubicBezTo>
                    <a:pt x="395" y="429"/>
                    <a:pt x="-16" y="1430"/>
                    <a:pt x="1" y="1593"/>
                  </a:cubicBezTo>
                  <a:cubicBezTo>
                    <a:pt x="18" y="1756"/>
                    <a:pt x="403" y="1858"/>
                    <a:pt x="403" y="1858"/>
                  </a:cubicBezTo>
                  <a:lnTo>
                    <a:pt x="806" y="1336"/>
                  </a:lnTo>
                  <a:lnTo>
                    <a:pt x="566" y="1173"/>
                  </a:lnTo>
                  <a:lnTo>
                    <a:pt x="806" y="874"/>
                  </a:lnTo>
                  <a:lnTo>
                    <a:pt x="806" y="0"/>
                  </a:lnTo>
                  <a:lnTo>
                    <a:pt x="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46"/>
            <p:cNvSpPr/>
            <p:nvPr/>
          </p:nvSpPr>
          <p:spPr>
            <a:xfrm>
              <a:off x="1475082" y="2764549"/>
              <a:ext cx="543073" cy="827515"/>
            </a:xfrm>
            <a:custGeom>
              <a:avLst/>
              <a:gdLst/>
              <a:ahLst/>
              <a:cxnLst/>
              <a:rect l="l" t="t" r="r" b="b"/>
              <a:pathLst>
                <a:path w="2188" h="3334" extrusionOk="0">
                  <a:moveTo>
                    <a:pt x="818" y="21"/>
                  </a:moveTo>
                  <a:lnTo>
                    <a:pt x="403" y="154"/>
                  </a:lnTo>
                  <a:cubicBezTo>
                    <a:pt x="403" y="154"/>
                    <a:pt x="214" y="1943"/>
                    <a:pt x="120" y="2200"/>
                  </a:cubicBezTo>
                  <a:cubicBezTo>
                    <a:pt x="26" y="2456"/>
                    <a:pt x="0" y="2756"/>
                    <a:pt x="0" y="2756"/>
                  </a:cubicBezTo>
                  <a:cubicBezTo>
                    <a:pt x="0" y="2756"/>
                    <a:pt x="53" y="3256"/>
                    <a:pt x="636" y="3324"/>
                  </a:cubicBezTo>
                  <a:cubicBezTo>
                    <a:pt x="1218" y="3393"/>
                    <a:pt x="1681" y="3048"/>
                    <a:pt x="1681" y="3048"/>
                  </a:cubicBezTo>
                  <a:cubicBezTo>
                    <a:pt x="1681" y="3048"/>
                    <a:pt x="2030" y="2166"/>
                    <a:pt x="2132" y="1412"/>
                  </a:cubicBezTo>
                  <a:cubicBezTo>
                    <a:pt x="2235" y="659"/>
                    <a:pt x="2164" y="229"/>
                    <a:pt x="2164" y="229"/>
                  </a:cubicBezTo>
                  <a:lnTo>
                    <a:pt x="1526" y="0"/>
                  </a:lnTo>
                  <a:lnTo>
                    <a:pt x="818" y="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46"/>
            <p:cNvSpPr/>
            <p:nvPr/>
          </p:nvSpPr>
          <p:spPr>
            <a:xfrm>
              <a:off x="1766226" y="2821388"/>
              <a:ext cx="291393" cy="480773"/>
            </a:xfrm>
            <a:custGeom>
              <a:avLst/>
              <a:gdLst/>
              <a:ahLst/>
              <a:cxnLst/>
              <a:rect l="l" t="t" r="r" b="b"/>
              <a:pathLst>
                <a:path w="1174" h="1937" extrusionOk="0">
                  <a:moveTo>
                    <a:pt x="874" y="53"/>
                  </a:moveTo>
                  <a:cubicBezTo>
                    <a:pt x="856" y="72"/>
                    <a:pt x="600" y="242"/>
                    <a:pt x="514" y="533"/>
                  </a:cubicBezTo>
                  <a:cubicBezTo>
                    <a:pt x="428" y="824"/>
                    <a:pt x="334" y="1123"/>
                    <a:pt x="334" y="1123"/>
                  </a:cubicBezTo>
                  <a:lnTo>
                    <a:pt x="0" y="1166"/>
                  </a:lnTo>
                  <a:lnTo>
                    <a:pt x="189" y="1937"/>
                  </a:lnTo>
                  <a:cubicBezTo>
                    <a:pt x="189" y="1937"/>
                    <a:pt x="591" y="1894"/>
                    <a:pt x="814" y="1526"/>
                  </a:cubicBezTo>
                  <a:cubicBezTo>
                    <a:pt x="1036" y="1158"/>
                    <a:pt x="1174" y="704"/>
                    <a:pt x="1174" y="704"/>
                  </a:cubicBezTo>
                  <a:cubicBezTo>
                    <a:pt x="1174" y="704"/>
                    <a:pt x="1145" y="-229"/>
                    <a:pt x="874" y="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46"/>
            <p:cNvSpPr/>
            <p:nvPr/>
          </p:nvSpPr>
          <p:spPr>
            <a:xfrm>
              <a:off x="1475082" y="3125937"/>
              <a:ext cx="315717" cy="148675"/>
            </a:xfrm>
            <a:custGeom>
              <a:avLst/>
              <a:gdLst/>
              <a:ahLst/>
              <a:cxnLst/>
              <a:rect l="l" t="t" r="r" b="b"/>
              <a:pathLst>
                <a:path w="1272" h="599" extrusionOk="0">
                  <a:moveTo>
                    <a:pt x="0" y="556"/>
                  </a:moveTo>
                  <a:cubicBezTo>
                    <a:pt x="0" y="556"/>
                    <a:pt x="933" y="742"/>
                    <a:pt x="1272" y="341"/>
                  </a:cubicBezTo>
                  <a:lnTo>
                    <a:pt x="1173" y="0"/>
                  </a:lnTo>
                  <a:cubicBezTo>
                    <a:pt x="1173" y="0"/>
                    <a:pt x="557" y="146"/>
                    <a:pt x="365" y="83"/>
                  </a:cubicBezTo>
                  <a:lnTo>
                    <a:pt x="0" y="556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46"/>
            <p:cNvSpPr/>
            <p:nvPr/>
          </p:nvSpPr>
          <p:spPr>
            <a:xfrm>
              <a:off x="1794770" y="3002579"/>
              <a:ext cx="136761" cy="104743"/>
            </a:xfrm>
            <a:custGeom>
              <a:avLst/>
              <a:gdLst/>
              <a:ahLst/>
              <a:cxnLst/>
              <a:rect l="l" t="t" r="r" b="b"/>
              <a:pathLst>
                <a:path w="551" h="422" extrusionOk="0">
                  <a:moveTo>
                    <a:pt x="0" y="422"/>
                  </a:moveTo>
                  <a:cubicBezTo>
                    <a:pt x="0" y="422"/>
                    <a:pt x="142" y="104"/>
                    <a:pt x="161" y="100"/>
                  </a:cubicBezTo>
                  <a:cubicBezTo>
                    <a:pt x="179" y="96"/>
                    <a:pt x="453" y="0"/>
                    <a:pt x="453" y="0"/>
                  </a:cubicBezTo>
                  <a:cubicBezTo>
                    <a:pt x="453" y="0"/>
                    <a:pt x="468" y="38"/>
                    <a:pt x="453" y="69"/>
                  </a:cubicBezTo>
                  <a:lnTo>
                    <a:pt x="551" y="82"/>
                  </a:lnTo>
                  <a:cubicBezTo>
                    <a:pt x="551" y="82"/>
                    <a:pt x="537" y="142"/>
                    <a:pt x="503" y="151"/>
                  </a:cubicBezTo>
                  <a:lnTo>
                    <a:pt x="539" y="182"/>
                  </a:lnTo>
                  <a:cubicBezTo>
                    <a:pt x="539" y="182"/>
                    <a:pt x="509" y="222"/>
                    <a:pt x="472" y="239"/>
                  </a:cubicBezTo>
                  <a:cubicBezTo>
                    <a:pt x="434" y="255"/>
                    <a:pt x="407" y="239"/>
                    <a:pt x="407" y="239"/>
                  </a:cubicBezTo>
                  <a:cubicBezTo>
                    <a:pt x="407" y="239"/>
                    <a:pt x="419" y="261"/>
                    <a:pt x="363" y="297"/>
                  </a:cubicBezTo>
                  <a:cubicBezTo>
                    <a:pt x="307" y="332"/>
                    <a:pt x="211" y="385"/>
                    <a:pt x="211" y="385"/>
                  </a:cubicBezTo>
                  <a:lnTo>
                    <a:pt x="0" y="422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46"/>
            <p:cNvSpPr/>
            <p:nvPr/>
          </p:nvSpPr>
          <p:spPr>
            <a:xfrm>
              <a:off x="1794274" y="3002330"/>
              <a:ext cx="137506" cy="104991"/>
            </a:xfrm>
            <a:custGeom>
              <a:avLst/>
              <a:gdLst/>
              <a:ahLst/>
              <a:cxnLst/>
              <a:rect l="l" t="t" r="r" b="b"/>
              <a:pathLst>
                <a:path w="554" h="423" extrusionOk="0">
                  <a:moveTo>
                    <a:pt x="1" y="423"/>
                  </a:moveTo>
                  <a:lnTo>
                    <a:pt x="1" y="422"/>
                  </a:lnTo>
                  <a:cubicBezTo>
                    <a:pt x="7" y="409"/>
                    <a:pt x="144" y="105"/>
                    <a:pt x="162" y="100"/>
                  </a:cubicBezTo>
                  <a:cubicBezTo>
                    <a:pt x="181" y="96"/>
                    <a:pt x="452" y="1"/>
                    <a:pt x="455" y="0"/>
                  </a:cubicBezTo>
                  <a:lnTo>
                    <a:pt x="455" y="0"/>
                  </a:lnTo>
                  <a:lnTo>
                    <a:pt x="455" y="1"/>
                  </a:lnTo>
                  <a:cubicBezTo>
                    <a:pt x="455" y="1"/>
                    <a:pt x="470" y="38"/>
                    <a:pt x="456" y="69"/>
                  </a:cubicBezTo>
                  <a:lnTo>
                    <a:pt x="554" y="82"/>
                  </a:lnTo>
                  <a:lnTo>
                    <a:pt x="554" y="82"/>
                  </a:lnTo>
                  <a:cubicBezTo>
                    <a:pt x="553" y="85"/>
                    <a:pt x="539" y="142"/>
                    <a:pt x="507" y="151"/>
                  </a:cubicBezTo>
                  <a:lnTo>
                    <a:pt x="541" y="182"/>
                  </a:lnTo>
                  <a:lnTo>
                    <a:pt x="541" y="183"/>
                  </a:lnTo>
                  <a:cubicBezTo>
                    <a:pt x="541" y="183"/>
                    <a:pt x="511" y="223"/>
                    <a:pt x="474" y="240"/>
                  </a:cubicBezTo>
                  <a:cubicBezTo>
                    <a:pt x="442" y="254"/>
                    <a:pt x="417" y="244"/>
                    <a:pt x="410" y="241"/>
                  </a:cubicBezTo>
                  <a:cubicBezTo>
                    <a:pt x="412" y="247"/>
                    <a:pt x="413" y="268"/>
                    <a:pt x="365" y="298"/>
                  </a:cubicBezTo>
                  <a:cubicBezTo>
                    <a:pt x="309" y="333"/>
                    <a:pt x="214" y="385"/>
                    <a:pt x="213" y="386"/>
                  </a:cubicBezTo>
                  <a:lnTo>
                    <a:pt x="213" y="386"/>
                  </a:lnTo>
                  <a:lnTo>
                    <a:pt x="0" y="423"/>
                  </a:lnTo>
                  <a:lnTo>
                    <a:pt x="1" y="423"/>
                  </a:lnTo>
                  <a:moveTo>
                    <a:pt x="455" y="2"/>
                  </a:moveTo>
                  <a:cubicBezTo>
                    <a:pt x="440" y="7"/>
                    <a:pt x="181" y="98"/>
                    <a:pt x="163" y="102"/>
                  </a:cubicBezTo>
                  <a:cubicBezTo>
                    <a:pt x="148" y="105"/>
                    <a:pt x="52" y="312"/>
                    <a:pt x="3" y="421"/>
                  </a:cubicBezTo>
                  <a:lnTo>
                    <a:pt x="213" y="385"/>
                  </a:lnTo>
                  <a:cubicBezTo>
                    <a:pt x="216" y="383"/>
                    <a:pt x="310" y="331"/>
                    <a:pt x="365" y="297"/>
                  </a:cubicBezTo>
                  <a:cubicBezTo>
                    <a:pt x="420" y="262"/>
                    <a:pt x="409" y="240"/>
                    <a:pt x="409" y="240"/>
                  </a:cubicBezTo>
                  <a:lnTo>
                    <a:pt x="407" y="237"/>
                  </a:lnTo>
                  <a:lnTo>
                    <a:pt x="410" y="239"/>
                  </a:lnTo>
                  <a:cubicBezTo>
                    <a:pt x="410" y="239"/>
                    <a:pt x="437" y="255"/>
                    <a:pt x="474" y="239"/>
                  </a:cubicBezTo>
                  <a:cubicBezTo>
                    <a:pt x="508" y="223"/>
                    <a:pt x="536" y="187"/>
                    <a:pt x="540" y="183"/>
                  </a:cubicBezTo>
                  <a:lnTo>
                    <a:pt x="504" y="151"/>
                  </a:lnTo>
                  <a:lnTo>
                    <a:pt x="505" y="151"/>
                  </a:lnTo>
                  <a:cubicBezTo>
                    <a:pt x="536" y="143"/>
                    <a:pt x="551" y="90"/>
                    <a:pt x="553" y="83"/>
                  </a:cubicBezTo>
                  <a:lnTo>
                    <a:pt x="454" y="71"/>
                  </a:lnTo>
                  <a:lnTo>
                    <a:pt x="455" y="70"/>
                  </a:lnTo>
                  <a:cubicBezTo>
                    <a:pt x="468" y="41"/>
                    <a:pt x="457" y="7"/>
                    <a:pt x="455" y="2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46"/>
            <p:cNvSpPr/>
            <p:nvPr/>
          </p:nvSpPr>
          <p:spPr>
            <a:xfrm>
              <a:off x="1827037" y="3019705"/>
              <a:ext cx="78185" cy="45918"/>
            </a:xfrm>
            <a:custGeom>
              <a:avLst/>
              <a:gdLst/>
              <a:ahLst/>
              <a:cxnLst/>
              <a:rect l="l" t="t" r="r" b="b"/>
              <a:pathLst>
                <a:path w="315" h="185" extrusionOk="0">
                  <a:moveTo>
                    <a:pt x="314" y="1"/>
                  </a:moveTo>
                  <a:cubicBezTo>
                    <a:pt x="316" y="5"/>
                    <a:pt x="236" y="36"/>
                    <a:pt x="135" y="71"/>
                  </a:cubicBezTo>
                  <a:cubicBezTo>
                    <a:pt x="110" y="80"/>
                    <a:pt x="86" y="87"/>
                    <a:pt x="66" y="96"/>
                  </a:cubicBezTo>
                  <a:cubicBezTo>
                    <a:pt x="46" y="105"/>
                    <a:pt x="34" y="121"/>
                    <a:pt x="25" y="135"/>
                  </a:cubicBezTo>
                  <a:cubicBezTo>
                    <a:pt x="9" y="164"/>
                    <a:pt x="3" y="186"/>
                    <a:pt x="0" y="185"/>
                  </a:cubicBezTo>
                  <a:cubicBezTo>
                    <a:pt x="-1" y="184"/>
                    <a:pt x="1" y="163"/>
                    <a:pt x="16" y="130"/>
                  </a:cubicBezTo>
                  <a:cubicBezTo>
                    <a:pt x="23" y="114"/>
                    <a:pt x="37" y="95"/>
                    <a:pt x="60" y="84"/>
                  </a:cubicBezTo>
                  <a:cubicBezTo>
                    <a:pt x="81" y="73"/>
                    <a:pt x="105" y="66"/>
                    <a:pt x="131" y="57"/>
                  </a:cubicBezTo>
                  <a:cubicBezTo>
                    <a:pt x="231" y="22"/>
                    <a:pt x="313" y="-3"/>
                    <a:pt x="315" y="1"/>
                  </a:cubicBezTo>
                  <a:lnTo>
                    <a:pt x="314" y="1"/>
                  </a:ln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0000" tIns="21600" rIns="90000" bIns="21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46"/>
            <p:cNvSpPr/>
            <p:nvPr/>
          </p:nvSpPr>
          <p:spPr>
            <a:xfrm>
              <a:off x="1841184" y="3039810"/>
              <a:ext cx="79674" cy="33259"/>
            </a:xfrm>
            <a:custGeom>
              <a:avLst/>
              <a:gdLst/>
              <a:ahLst/>
              <a:cxnLst/>
              <a:rect l="l" t="t" r="r" b="b"/>
              <a:pathLst>
                <a:path w="321" h="134" extrusionOk="0">
                  <a:moveTo>
                    <a:pt x="321" y="0"/>
                  </a:moveTo>
                  <a:cubicBezTo>
                    <a:pt x="322" y="2"/>
                    <a:pt x="303" y="11"/>
                    <a:pt x="272" y="18"/>
                  </a:cubicBezTo>
                  <a:cubicBezTo>
                    <a:pt x="240" y="27"/>
                    <a:pt x="196" y="34"/>
                    <a:pt x="149" y="47"/>
                  </a:cubicBezTo>
                  <a:cubicBezTo>
                    <a:pt x="102" y="59"/>
                    <a:pt x="63" y="79"/>
                    <a:pt x="38" y="99"/>
                  </a:cubicBezTo>
                  <a:cubicBezTo>
                    <a:pt x="14" y="118"/>
                    <a:pt x="2" y="135"/>
                    <a:pt x="0" y="134"/>
                  </a:cubicBezTo>
                  <a:cubicBezTo>
                    <a:pt x="-1" y="133"/>
                    <a:pt x="7" y="114"/>
                    <a:pt x="32" y="91"/>
                  </a:cubicBezTo>
                  <a:cubicBezTo>
                    <a:pt x="56" y="68"/>
                    <a:pt x="96" y="44"/>
                    <a:pt x="145" y="32"/>
                  </a:cubicBezTo>
                  <a:cubicBezTo>
                    <a:pt x="193" y="19"/>
                    <a:pt x="238" y="14"/>
                    <a:pt x="270" y="8"/>
                  </a:cubicBezTo>
                  <a:cubicBezTo>
                    <a:pt x="301" y="3"/>
                    <a:pt x="321" y="-1"/>
                    <a:pt x="321" y="1"/>
                  </a:cubicBezTo>
                  <a:lnTo>
                    <a:pt x="321" y="0"/>
                  </a:ln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46"/>
            <p:cNvSpPr/>
            <p:nvPr/>
          </p:nvSpPr>
          <p:spPr>
            <a:xfrm>
              <a:off x="1858559" y="3061900"/>
              <a:ext cx="35990" cy="13899"/>
            </a:xfrm>
            <a:custGeom>
              <a:avLst/>
              <a:gdLst/>
              <a:ahLst/>
              <a:cxnLst/>
              <a:rect l="l" t="t" r="r" b="b"/>
              <a:pathLst>
                <a:path w="145" h="56" extrusionOk="0">
                  <a:moveTo>
                    <a:pt x="0" y="56"/>
                  </a:moveTo>
                  <a:cubicBezTo>
                    <a:pt x="-2" y="53"/>
                    <a:pt x="24" y="27"/>
                    <a:pt x="66" y="11"/>
                  </a:cubicBezTo>
                  <a:cubicBezTo>
                    <a:pt x="108" y="-4"/>
                    <a:pt x="145" y="0"/>
                    <a:pt x="145" y="4"/>
                  </a:cubicBezTo>
                  <a:cubicBezTo>
                    <a:pt x="145" y="9"/>
                    <a:pt x="110" y="11"/>
                    <a:pt x="71" y="25"/>
                  </a:cubicBezTo>
                  <a:cubicBezTo>
                    <a:pt x="31" y="39"/>
                    <a:pt x="3" y="59"/>
                    <a:pt x="0" y="56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46"/>
            <p:cNvSpPr/>
            <p:nvPr/>
          </p:nvSpPr>
          <p:spPr>
            <a:xfrm>
              <a:off x="1521745" y="3077040"/>
              <a:ext cx="287421" cy="215194"/>
            </a:xfrm>
            <a:custGeom>
              <a:avLst/>
              <a:gdLst/>
              <a:ahLst/>
              <a:cxnLst/>
              <a:rect l="l" t="t" r="r" b="b"/>
              <a:pathLst>
                <a:path w="1158" h="867" extrusionOk="0">
                  <a:moveTo>
                    <a:pt x="1014" y="219"/>
                  </a:moveTo>
                  <a:lnTo>
                    <a:pt x="232" y="0"/>
                  </a:lnTo>
                  <a:lnTo>
                    <a:pt x="0" y="254"/>
                  </a:lnTo>
                  <a:cubicBezTo>
                    <a:pt x="0" y="254"/>
                    <a:pt x="795" y="877"/>
                    <a:pt x="1158" y="867"/>
                  </a:cubicBezTo>
                  <a:lnTo>
                    <a:pt x="1014" y="219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46"/>
            <p:cNvSpPr/>
            <p:nvPr/>
          </p:nvSpPr>
          <p:spPr>
            <a:xfrm>
              <a:off x="1519014" y="3075055"/>
              <a:ext cx="290152" cy="217428"/>
            </a:xfrm>
            <a:custGeom>
              <a:avLst/>
              <a:gdLst/>
              <a:ahLst/>
              <a:cxnLst/>
              <a:rect l="l" t="t" r="r" b="b"/>
              <a:pathLst>
                <a:path w="1169" h="876" extrusionOk="0">
                  <a:moveTo>
                    <a:pt x="1169" y="875"/>
                  </a:moveTo>
                  <a:cubicBezTo>
                    <a:pt x="1169" y="875"/>
                    <a:pt x="1134" y="880"/>
                    <a:pt x="1072" y="868"/>
                  </a:cubicBezTo>
                  <a:cubicBezTo>
                    <a:pt x="1010" y="857"/>
                    <a:pt x="922" y="829"/>
                    <a:pt x="820" y="782"/>
                  </a:cubicBezTo>
                  <a:cubicBezTo>
                    <a:pt x="615" y="689"/>
                    <a:pt x="350" y="524"/>
                    <a:pt x="74" y="320"/>
                  </a:cubicBezTo>
                  <a:cubicBezTo>
                    <a:pt x="51" y="302"/>
                    <a:pt x="29" y="285"/>
                    <a:pt x="6" y="268"/>
                  </a:cubicBezTo>
                  <a:lnTo>
                    <a:pt x="0" y="263"/>
                  </a:lnTo>
                  <a:lnTo>
                    <a:pt x="5" y="257"/>
                  </a:lnTo>
                  <a:cubicBezTo>
                    <a:pt x="87" y="168"/>
                    <a:pt x="166" y="83"/>
                    <a:pt x="238" y="3"/>
                  </a:cubicBezTo>
                  <a:lnTo>
                    <a:pt x="241" y="0"/>
                  </a:lnTo>
                  <a:lnTo>
                    <a:pt x="246" y="1"/>
                  </a:lnTo>
                  <a:cubicBezTo>
                    <a:pt x="473" y="66"/>
                    <a:pt x="668" y="121"/>
                    <a:pt x="807" y="161"/>
                  </a:cubicBezTo>
                  <a:cubicBezTo>
                    <a:pt x="875" y="181"/>
                    <a:pt x="929" y="197"/>
                    <a:pt x="968" y="208"/>
                  </a:cubicBezTo>
                  <a:cubicBezTo>
                    <a:pt x="986" y="214"/>
                    <a:pt x="1000" y="218"/>
                    <a:pt x="1011" y="221"/>
                  </a:cubicBezTo>
                  <a:cubicBezTo>
                    <a:pt x="1020" y="225"/>
                    <a:pt x="1025" y="226"/>
                    <a:pt x="1025" y="227"/>
                  </a:cubicBezTo>
                  <a:cubicBezTo>
                    <a:pt x="1025" y="227"/>
                    <a:pt x="1020" y="226"/>
                    <a:pt x="1010" y="224"/>
                  </a:cubicBezTo>
                  <a:cubicBezTo>
                    <a:pt x="999" y="221"/>
                    <a:pt x="985" y="217"/>
                    <a:pt x="967" y="213"/>
                  </a:cubicBezTo>
                  <a:cubicBezTo>
                    <a:pt x="928" y="203"/>
                    <a:pt x="873" y="188"/>
                    <a:pt x="805" y="170"/>
                  </a:cubicBezTo>
                  <a:cubicBezTo>
                    <a:pt x="665" y="131"/>
                    <a:pt x="470" y="78"/>
                    <a:pt x="242" y="15"/>
                  </a:cubicBezTo>
                  <a:lnTo>
                    <a:pt x="249" y="13"/>
                  </a:lnTo>
                  <a:cubicBezTo>
                    <a:pt x="176" y="93"/>
                    <a:pt x="98" y="178"/>
                    <a:pt x="16" y="267"/>
                  </a:cubicBezTo>
                  <a:lnTo>
                    <a:pt x="15" y="256"/>
                  </a:lnTo>
                  <a:cubicBezTo>
                    <a:pt x="38" y="273"/>
                    <a:pt x="60" y="290"/>
                    <a:pt x="83" y="308"/>
                  </a:cubicBezTo>
                  <a:cubicBezTo>
                    <a:pt x="358" y="512"/>
                    <a:pt x="621" y="678"/>
                    <a:pt x="824" y="773"/>
                  </a:cubicBezTo>
                  <a:cubicBezTo>
                    <a:pt x="926" y="821"/>
                    <a:pt x="1012" y="850"/>
                    <a:pt x="1073" y="863"/>
                  </a:cubicBezTo>
                  <a:cubicBezTo>
                    <a:pt x="1088" y="866"/>
                    <a:pt x="1102" y="869"/>
                    <a:pt x="1114" y="870"/>
                  </a:cubicBezTo>
                  <a:cubicBezTo>
                    <a:pt x="1126" y="871"/>
                    <a:pt x="1136" y="873"/>
                    <a:pt x="1144" y="873"/>
                  </a:cubicBezTo>
                  <a:cubicBezTo>
                    <a:pt x="1161" y="874"/>
                    <a:pt x="1169" y="875"/>
                    <a:pt x="1169" y="875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46"/>
            <p:cNvSpPr/>
            <p:nvPr/>
          </p:nvSpPr>
          <p:spPr>
            <a:xfrm>
              <a:off x="1872458" y="2910246"/>
              <a:ext cx="28047" cy="103253"/>
            </a:xfrm>
            <a:custGeom>
              <a:avLst/>
              <a:gdLst/>
              <a:ahLst/>
              <a:cxnLst/>
              <a:rect l="l" t="t" r="r" b="b"/>
              <a:pathLst>
                <a:path w="113" h="416" extrusionOk="0">
                  <a:moveTo>
                    <a:pt x="113" y="0"/>
                  </a:moveTo>
                  <a:cubicBezTo>
                    <a:pt x="115" y="1"/>
                    <a:pt x="110" y="24"/>
                    <a:pt x="101" y="62"/>
                  </a:cubicBezTo>
                  <a:cubicBezTo>
                    <a:pt x="92" y="99"/>
                    <a:pt x="79" y="153"/>
                    <a:pt x="64" y="210"/>
                  </a:cubicBezTo>
                  <a:cubicBezTo>
                    <a:pt x="48" y="267"/>
                    <a:pt x="33" y="319"/>
                    <a:pt x="22" y="356"/>
                  </a:cubicBezTo>
                  <a:cubicBezTo>
                    <a:pt x="11" y="393"/>
                    <a:pt x="1" y="416"/>
                    <a:pt x="0" y="416"/>
                  </a:cubicBezTo>
                  <a:cubicBezTo>
                    <a:pt x="-2" y="415"/>
                    <a:pt x="3" y="392"/>
                    <a:pt x="12" y="354"/>
                  </a:cubicBezTo>
                  <a:cubicBezTo>
                    <a:pt x="21" y="316"/>
                    <a:pt x="34" y="263"/>
                    <a:pt x="49" y="206"/>
                  </a:cubicBezTo>
                  <a:cubicBezTo>
                    <a:pt x="65" y="149"/>
                    <a:pt x="79" y="97"/>
                    <a:pt x="91" y="60"/>
                  </a:cubicBezTo>
                  <a:cubicBezTo>
                    <a:pt x="102" y="23"/>
                    <a:pt x="111" y="0"/>
                    <a:pt x="113" y="1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46"/>
            <p:cNvSpPr/>
            <p:nvPr/>
          </p:nvSpPr>
          <p:spPr>
            <a:xfrm>
              <a:off x="1767219" y="3099875"/>
              <a:ext cx="124103" cy="69994"/>
            </a:xfrm>
            <a:custGeom>
              <a:avLst/>
              <a:gdLst/>
              <a:ahLst/>
              <a:cxnLst/>
              <a:rect l="l" t="t" r="r" b="b"/>
              <a:pathLst>
                <a:path w="500" h="282" extrusionOk="0">
                  <a:moveTo>
                    <a:pt x="500" y="282"/>
                  </a:moveTo>
                  <a:cubicBezTo>
                    <a:pt x="498" y="282"/>
                    <a:pt x="490" y="243"/>
                    <a:pt x="471" y="183"/>
                  </a:cubicBezTo>
                  <a:cubicBezTo>
                    <a:pt x="460" y="153"/>
                    <a:pt x="446" y="118"/>
                    <a:pt x="420" y="85"/>
                  </a:cubicBezTo>
                  <a:cubicBezTo>
                    <a:pt x="395" y="54"/>
                    <a:pt x="357" y="24"/>
                    <a:pt x="311" y="16"/>
                  </a:cubicBezTo>
                  <a:cubicBezTo>
                    <a:pt x="265" y="10"/>
                    <a:pt x="219" y="24"/>
                    <a:pt x="178" y="32"/>
                  </a:cubicBezTo>
                  <a:cubicBezTo>
                    <a:pt x="137" y="40"/>
                    <a:pt x="100" y="47"/>
                    <a:pt x="67" y="54"/>
                  </a:cubicBezTo>
                  <a:cubicBezTo>
                    <a:pt x="51" y="57"/>
                    <a:pt x="37" y="59"/>
                    <a:pt x="27" y="64"/>
                  </a:cubicBezTo>
                  <a:cubicBezTo>
                    <a:pt x="16" y="69"/>
                    <a:pt x="9" y="77"/>
                    <a:pt x="6" y="85"/>
                  </a:cubicBezTo>
                  <a:cubicBezTo>
                    <a:pt x="0" y="101"/>
                    <a:pt x="9" y="110"/>
                    <a:pt x="8" y="110"/>
                  </a:cubicBezTo>
                  <a:cubicBezTo>
                    <a:pt x="8" y="112"/>
                    <a:pt x="-4" y="103"/>
                    <a:pt x="1" y="83"/>
                  </a:cubicBezTo>
                  <a:cubicBezTo>
                    <a:pt x="3" y="74"/>
                    <a:pt x="11" y="63"/>
                    <a:pt x="23" y="57"/>
                  </a:cubicBezTo>
                  <a:cubicBezTo>
                    <a:pt x="35" y="50"/>
                    <a:pt x="50" y="47"/>
                    <a:pt x="65" y="43"/>
                  </a:cubicBezTo>
                  <a:cubicBezTo>
                    <a:pt x="98" y="36"/>
                    <a:pt x="135" y="27"/>
                    <a:pt x="175" y="18"/>
                  </a:cubicBezTo>
                  <a:cubicBezTo>
                    <a:pt x="216" y="10"/>
                    <a:pt x="262" y="-5"/>
                    <a:pt x="313" y="2"/>
                  </a:cubicBezTo>
                  <a:cubicBezTo>
                    <a:pt x="365" y="10"/>
                    <a:pt x="405" y="43"/>
                    <a:pt x="431" y="77"/>
                  </a:cubicBezTo>
                  <a:cubicBezTo>
                    <a:pt x="458" y="111"/>
                    <a:pt x="471" y="148"/>
                    <a:pt x="481" y="179"/>
                  </a:cubicBezTo>
                  <a:cubicBezTo>
                    <a:pt x="490" y="210"/>
                    <a:pt x="494" y="236"/>
                    <a:pt x="497" y="254"/>
                  </a:cubicBezTo>
                  <a:cubicBezTo>
                    <a:pt x="500" y="271"/>
                    <a:pt x="501" y="281"/>
                    <a:pt x="500" y="281"/>
                  </a:cubicBezTo>
                  <a:lnTo>
                    <a:pt x="500" y="2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46"/>
            <p:cNvSpPr/>
            <p:nvPr/>
          </p:nvSpPr>
          <p:spPr>
            <a:xfrm>
              <a:off x="1865508" y="3087217"/>
              <a:ext cx="54357" cy="40706"/>
            </a:xfrm>
            <a:custGeom>
              <a:avLst/>
              <a:gdLst/>
              <a:ahLst/>
              <a:cxnLst/>
              <a:rect l="l" t="t" r="r" b="b"/>
              <a:pathLst>
                <a:path w="219" h="164" extrusionOk="0">
                  <a:moveTo>
                    <a:pt x="219" y="164"/>
                  </a:moveTo>
                  <a:cubicBezTo>
                    <a:pt x="215" y="166"/>
                    <a:pt x="193" y="103"/>
                    <a:pt x="128" y="59"/>
                  </a:cubicBezTo>
                  <a:cubicBezTo>
                    <a:pt x="64" y="14"/>
                    <a:pt x="-1" y="7"/>
                    <a:pt x="0" y="2"/>
                  </a:cubicBezTo>
                  <a:cubicBezTo>
                    <a:pt x="0" y="0"/>
                    <a:pt x="16" y="0"/>
                    <a:pt x="42" y="6"/>
                  </a:cubicBezTo>
                  <a:cubicBezTo>
                    <a:pt x="68" y="11"/>
                    <a:pt x="103" y="23"/>
                    <a:pt x="136" y="47"/>
                  </a:cubicBezTo>
                  <a:cubicBezTo>
                    <a:pt x="170" y="70"/>
                    <a:pt x="193" y="100"/>
                    <a:pt x="205" y="123"/>
                  </a:cubicBezTo>
                  <a:cubicBezTo>
                    <a:pt x="217" y="147"/>
                    <a:pt x="221" y="163"/>
                    <a:pt x="219" y="1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4025" rIns="90000" bIns="14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46"/>
            <p:cNvSpPr/>
            <p:nvPr/>
          </p:nvSpPr>
          <p:spPr>
            <a:xfrm>
              <a:off x="1809662" y="2996125"/>
              <a:ext cx="247957" cy="300576"/>
            </a:xfrm>
            <a:custGeom>
              <a:avLst/>
              <a:gdLst/>
              <a:ahLst/>
              <a:cxnLst/>
              <a:rect l="l" t="t" r="r" b="b"/>
              <a:pathLst>
                <a:path w="999" h="1211" extrusionOk="0">
                  <a:moveTo>
                    <a:pt x="999" y="0"/>
                  </a:moveTo>
                  <a:cubicBezTo>
                    <a:pt x="999" y="0"/>
                    <a:pt x="997" y="6"/>
                    <a:pt x="994" y="16"/>
                  </a:cubicBezTo>
                  <a:cubicBezTo>
                    <a:pt x="990" y="29"/>
                    <a:pt x="985" y="44"/>
                    <a:pt x="978" y="62"/>
                  </a:cubicBezTo>
                  <a:cubicBezTo>
                    <a:pt x="964" y="104"/>
                    <a:pt x="944" y="162"/>
                    <a:pt x="920" y="231"/>
                  </a:cubicBezTo>
                  <a:cubicBezTo>
                    <a:pt x="895" y="303"/>
                    <a:pt x="866" y="388"/>
                    <a:pt x="824" y="479"/>
                  </a:cubicBezTo>
                  <a:cubicBezTo>
                    <a:pt x="781" y="570"/>
                    <a:pt x="734" y="669"/>
                    <a:pt x="674" y="768"/>
                  </a:cubicBezTo>
                  <a:cubicBezTo>
                    <a:pt x="615" y="868"/>
                    <a:pt x="542" y="953"/>
                    <a:pt x="464" y="1017"/>
                  </a:cubicBezTo>
                  <a:cubicBezTo>
                    <a:pt x="388" y="1083"/>
                    <a:pt x="309" y="1129"/>
                    <a:pt x="239" y="1158"/>
                  </a:cubicBezTo>
                  <a:cubicBezTo>
                    <a:pt x="169" y="1188"/>
                    <a:pt x="108" y="1201"/>
                    <a:pt x="66" y="1207"/>
                  </a:cubicBezTo>
                  <a:cubicBezTo>
                    <a:pt x="45" y="1210"/>
                    <a:pt x="29" y="1211"/>
                    <a:pt x="17" y="1211"/>
                  </a:cubicBezTo>
                  <a:cubicBezTo>
                    <a:pt x="6" y="1212"/>
                    <a:pt x="0" y="1212"/>
                    <a:pt x="0" y="1211"/>
                  </a:cubicBezTo>
                  <a:cubicBezTo>
                    <a:pt x="0" y="1210"/>
                    <a:pt x="24" y="1209"/>
                    <a:pt x="65" y="1201"/>
                  </a:cubicBezTo>
                  <a:cubicBezTo>
                    <a:pt x="106" y="1194"/>
                    <a:pt x="166" y="1179"/>
                    <a:pt x="234" y="1149"/>
                  </a:cubicBezTo>
                  <a:cubicBezTo>
                    <a:pt x="371" y="1089"/>
                    <a:pt x="545" y="960"/>
                    <a:pt x="661" y="761"/>
                  </a:cubicBezTo>
                  <a:cubicBezTo>
                    <a:pt x="720" y="662"/>
                    <a:pt x="768" y="563"/>
                    <a:pt x="812" y="474"/>
                  </a:cubicBezTo>
                  <a:cubicBezTo>
                    <a:pt x="854" y="384"/>
                    <a:pt x="884" y="299"/>
                    <a:pt x="910" y="228"/>
                  </a:cubicBezTo>
                  <a:cubicBezTo>
                    <a:pt x="936" y="157"/>
                    <a:pt x="958" y="100"/>
                    <a:pt x="973" y="61"/>
                  </a:cubicBezTo>
                  <a:cubicBezTo>
                    <a:pt x="980" y="42"/>
                    <a:pt x="986" y="27"/>
                    <a:pt x="991" y="15"/>
                  </a:cubicBezTo>
                  <a:cubicBezTo>
                    <a:pt x="995" y="5"/>
                    <a:pt x="998" y="0"/>
                    <a:pt x="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46"/>
            <p:cNvSpPr/>
            <p:nvPr/>
          </p:nvSpPr>
          <p:spPr>
            <a:xfrm>
              <a:off x="1931531" y="2839259"/>
              <a:ext cx="66023" cy="39465"/>
            </a:xfrm>
            <a:custGeom>
              <a:avLst/>
              <a:gdLst/>
              <a:ahLst/>
              <a:cxnLst/>
              <a:rect l="l" t="t" r="r" b="b"/>
              <a:pathLst>
                <a:path w="266" h="159" extrusionOk="0">
                  <a:moveTo>
                    <a:pt x="266" y="1"/>
                  </a:moveTo>
                  <a:cubicBezTo>
                    <a:pt x="268" y="6"/>
                    <a:pt x="202" y="29"/>
                    <a:pt x="128" y="72"/>
                  </a:cubicBezTo>
                  <a:cubicBezTo>
                    <a:pt x="55" y="116"/>
                    <a:pt x="2" y="162"/>
                    <a:pt x="0" y="159"/>
                  </a:cubicBezTo>
                  <a:cubicBezTo>
                    <a:pt x="-3" y="156"/>
                    <a:pt x="46" y="104"/>
                    <a:pt x="121" y="60"/>
                  </a:cubicBezTo>
                  <a:cubicBezTo>
                    <a:pt x="196" y="15"/>
                    <a:pt x="265" y="-2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225" rIns="90000" bIns="12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46"/>
            <p:cNvSpPr/>
            <p:nvPr/>
          </p:nvSpPr>
          <p:spPr>
            <a:xfrm>
              <a:off x="1567166" y="2928365"/>
              <a:ext cx="15637" cy="71483"/>
            </a:xfrm>
            <a:custGeom>
              <a:avLst/>
              <a:gdLst/>
              <a:ahLst/>
              <a:cxnLst/>
              <a:rect l="l" t="t" r="r" b="b"/>
              <a:pathLst>
                <a:path w="63" h="288" extrusionOk="0">
                  <a:moveTo>
                    <a:pt x="1" y="288"/>
                  </a:moveTo>
                  <a:cubicBezTo>
                    <a:pt x="-3" y="287"/>
                    <a:pt x="7" y="222"/>
                    <a:pt x="24" y="143"/>
                  </a:cubicBezTo>
                  <a:cubicBezTo>
                    <a:pt x="41" y="63"/>
                    <a:pt x="58" y="-1"/>
                    <a:pt x="62" y="0"/>
                  </a:cubicBezTo>
                  <a:cubicBezTo>
                    <a:pt x="66" y="1"/>
                    <a:pt x="55" y="66"/>
                    <a:pt x="39" y="146"/>
                  </a:cubicBezTo>
                  <a:cubicBezTo>
                    <a:pt x="22" y="225"/>
                    <a:pt x="5" y="289"/>
                    <a:pt x="1" y="2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46"/>
            <p:cNvSpPr/>
            <p:nvPr/>
          </p:nvSpPr>
          <p:spPr>
            <a:xfrm>
              <a:off x="1541353" y="3347088"/>
              <a:ext cx="297598" cy="42195"/>
            </a:xfrm>
            <a:custGeom>
              <a:avLst/>
              <a:gdLst/>
              <a:ahLst/>
              <a:cxnLst/>
              <a:rect l="l" t="t" r="r" b="b"/>
              <a:pathLst>
                <a:path w="1199" h="170" extrusionOk="0">
                  <a:moveTo>
                    <a:pt x="1199" y="1"/>
                  </a:moveTo>
                  <a:cubicBezTo>
                    <a:pt x="1199" y="1"/>
                    <a:pt x="1184" y="10"/>
                    <a:pt x="1156" y="23"/>
                  </a:cubicBezTo>
                  <a:cubicBezTo>
                    <a:pt x="1142" y="29"/>
                    <a:pt x="1124" y="37"/>
                    <a:pt x="1104" y="45"/>
                  </a:cubicBezTo>
                  <a:cubicBezTo>
                    <a:pt x="1083" y="52"/>
                    <a:pt x="1060" y="62"/>
                    <a:pt x="1034" y="71"/>
                  </a:cubicBezTo>
                  <a:cubicBezTo>
                    <a:pt x="981" y="90"/>
                    <a:pt x="918" y="109"/>
                    <a:pt x="846" y="126"/>
                  </a:cubicBezTo>
                  <a:cubicBezTo>
                    <a:pt x="774" y="141"/>
                    <a:pt x="694" y="155"/>
                    <a:pt x="609" y="163"/>
                  </a:cubicBezTo>
                  <a:cubicBezTo>
                    <a:pt x="525" y="170"/>
                    <a:pt x="443" y="171"/>
                    <a:pt x="370" y="168"/>
                  </a:cubicBezTo>
                  <a:cubicBezTo>
                    <a:pt x="296" y="164"/>
                    <a:pt x="230" y="156"/>
                    <a:pt x="175" y="147"/>
                  </a:cubicBezTo>
                  <a:cubicBezTo>
                    <a:pt x="148" y="143"/>
                    <a:pt x="123" y="137"/>
                    <a:pt x="102" y="133"/>
                  </a:cubicBezTo>
                  <a:cubicBezTo>
                    <a:pt x="80" y="129"/>
                    <a:pt x="61" y="124"/>
                    <a:pt x="47" y="120"/>
                  </a:cubicBezTo>
                  <a:cubicBezTo>
                    <a:pt x="16" y="112"/>
                    <a:pt x="0" y="107"/>
                    <a:pt x="0" y="106"/>
                  </a:cubicBezTo>
                  <a:cubicBezTo>
                    <a:pt x="0" y="105"/>
                    <a:pt x="17" y="108"/>
                    <a:pt x="48" y="114"/>
                  </a:cubicBezTo>
                  <a:cubicBezTo>
                    <a:pt x="63" y="118"/>
                    <a:pt x="81" y="122"/>
                    <a:pt x="103" y="125"/>
                  </a:cubicBezTo>
                  <a:cubicBezTo>
                    <a:pt x="125" y="128"/>
                    <a:pt x="150" y="133"/>
                    <a:pt x="177" y="137"/>
                  </a:cubicBezTo>
                  <a:cubicBezTo>
                    <a:pt x="232" y="145"/>
                    <a:pt x="298" y="151"/>
                    <a:pt x="371" y="154"/>
                  </a:cubicBezTo>
                  <a:cubicBezTo>
                    <a:pt x="444" y="156"/>
                    <a:pt x="524" y="155"/>
                    <a:pt x="608" y="148"/>
                  </a:cubicBezTo>
                  <a:cubicBezTo>
                    <a:pt x="692" y="141"/>
                    <a:pt x="772" y="127"/>
                    <a:pt x="843" y="112"/>
                  </a:cubicBezTo>
                  <a:cubicBezTo>
                    <a:pt x="915" y="96"/>
                    <a:pt x="978" y="79"/>
                    <a:pt x="1030" y="61"/>
                  </a:cubicBezTo>
                  <a:cubicBezTo>
                    <a:pt x="1057" y="53"/>
                    <a:pt x="1080" y="45"/>
                    <a:pt x="1101" y="38"/>
                  </a:cubicBezTo>
                  <a:cubicBezTo>
                    <a:pt x="1122" y="31"/>
                    <a:pt x="1139" y="24"/>
                    <a:pt x="1154" y="18"/>
                  </a:cubicBezTo>
                  <a:cubicBezTo>
                    <a:pt x="1183" y="6"/>
                    <a:pt x="1199" y="0"/>
                    <a:pt x="1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200" rIns="90000" bIns="16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46"/>
            <p:cNvSpPr/>
            <p:nvPr/>
          </p:nvSpPr>
          <p:spPr>
            <a:xfrm>
              <a:off x="1586774" y="3428252"/>
              <a:ext cx="82404" cy="27551"/>
            </a:xfrm>
            <a:custGeom>
              <a:avLst/>
              <a:gdLst/>
              <a:ahLst/>
              <a:cxnLst/>
              <a:rect l="l" t="t" r="r" b="b"/>
              <a:pathLst>
                <a:path w="332" h="111" extrusionOk="0">
                  <a:moveTo>
                    <a:pt x="332" y="110"/>
                  </a:moveTo>
                  <a:cubicBezTo>
                    <a:pt x="331" y="114"/>
                    <a:pt x="254" y="99"/>
                    <a:pt x="162" y="68"/>
                  </a:cubicBezTo>
                  <a:cubicBezTo>
                    <a:pt x="69" y="37"/>
                    <a:pt x="-2" y="3"/>
                    <a:pt x="0" y="0"/>
                  </a:cubicBezTo>
                  <a:cubicBezTo>
                    <a:pt x="1" y="-4"/>
                    <a:pt x="75" y="23"/>
                    <a:pt x="166" y="54"/>
                  </a:cubicBezTo>
                  <a:cubicBezTo>
                    <a:pt x="258" y="84"/>
                    <a:pt x="333" y="106"/>
                    <a:pt x="332" y="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46"/>
            <p:cNvSpPr/>
            <p:nvPr/>
          </p:nvSpPr>
          <p:spPr>
            <a:xfrm>
              <a:off x="1511568" y="3264188"/>
              <a:ext cx="390923" cy="58825"/>
            </a:xfrm>
            <a:custGeom>
              <a:avLst/>
              <a:gdLst/>
              <a:ahLst/>
              <a:cxnLst/>
              <a:rect l="l" t="t" r="r" b="b"/>
              <a:pathLst>
                <a:path w="1575" h="237" extrusionOk="0">
                  <a:moveTo>
                    <a:pt x="959" y="68"/>
                  </a:moveTo>
                  <a:cubicBezTo>
                    <a:pt x="904" y="44"/>
                    <a:pt x="851" y="13"/>
                    <a:pt x="791" y="4"/>
                  </a:cubicBezTo>
                  <a:cubicBezTo>
                    <a:pt x="719" y="-7"/>
                    <a:pt x="659" y="14"/>
                    <a:pt x="587" y="26"/>
                  </a:cubicBezTo>
                  <a:cubicBezTo>
                    <a:pt x="373" y="59"/>
                    <a:pt x="213" y="34"/>
                    <a:pt x="11" y="25"/>
                  </a:cubicBezTo>
                  <a:lnTo>
                    <a:pt x="0" y="87"/>
                  </a:lnTo>
                  <a:cubicBezTo>
                    <a:pt x="89" y="157"/>
                    <a:pt x="201" y="179"/>
                    <a:pt x="314" y="177"/>
                  </a:cubicBezTo>
                  <a:cubicBezTo>
                    <a:pt x="416" y="175"/>
                    <a:pt x="517" y="141"/>
                    <a:pt x="619" y="144"/>
                  </a:cubicBezTo>
                  <a:cubicBezTo>
                    <a:pt x="700" y="146"/>
                    <a:pt x="778" y="171"/>
                    <a:pt x="856" y="192"/>
                  </a:cubicBezTo>
                  <a:cubicBezTo>
                    <a:pt x="986" y="227"/>
                    <a:pt x="1123" y="251"/>
                    <a:pt x="1256" y="228"/>
                  </a:cubicBezTo>
                  <a:cubicBezTo>
                    <a:pt x="1389" y="205"/>
                    <a:pt x="1519" y="127"/>
                    <a:pt x="1575" y="4"/>
                  </a:cubicBezTo>
                  <a:cubicBezTo>
                    <a:pt x="1398" y="127"/>
                    <a:pt x="1158" y="152"/>
                    <a:pt x="959" y="68"/>
                  </a:cubicBez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40300" rIns="90000" bIns="40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46"/>
            <p:cNvSpPr/>
            <p:nvPr/>
          </p:nvSpPr>
          <p:spPr>
            <a:xfrm>
              <a:off x="1378778" y="2885426"/>
              <a:ext cx="183920" cy="255899"/>
            </a:xfrm>
            <a:custGeom>
              <a:avLst/>
              <a:gdLst/>
              <a:ahLst/>
              <a:cxnLst/>
              <a:rect l="l" t="t" r="r" b="b"/>
              <a:pathLst>
                <a:path w="741" h="1031" extrusionOk="0">
                  <a:moveTo>
                    <a:pt x="609" y="1020"/>
                  </a:moveTo>
                  <a:lnTo>
                    <a:pt x="307" y="1031"/>
                  </a:lnTo>
                  <a:cubicBezTo>
                    <a:pt x="277" y="1032"/>
                    <a:pt x="249" y="1004"/>
                    <a:pt x="236" y="961"/>
                  </a:cubicBezTo>
                  <a:lnTo>
                    <a:pt x="7" y="187"/>
                  </a:lnTo>
                  <a:cubicBezTo>
                    <a:pt x="-15" y="113"/>
                    <a:pt x="17" y="31"/>
                    <a:pt x="68" y="27"/>
                  </a:cubicBezTo>
                  <a:lnTo>
                    <a:pt x="502" y="0"/>
                  </a:lnTo>
                  <a:cubicBezTo>
                    <a:pt x="535" y="-2"/>
                    <a:pt x="565" y="30"/>
                    <a:pt x="577" y="78"/>
                  </a:cubicBezTo>
                  <a:lnTo>
                    <a:pt x="732" y="733"/>
                  </a:lnTo>
                  <a:cubicBezTo>
                    <a:pt x="765" y="872"/>
                    <a:pt x="703" y="1016"/>
                    <a:pt x="609" y="10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46"/>
            <p:cNvSpPr/>
            <p:nvPr/>
          </p:nvSpPr>
          <p:spPr>
            <a:xfrm>
              <a:off x="1390444" y="2986942"/>
              <a:ext cx="203280" cy="153142"/>
            </a:xfrm>
            <a:custGeom>
              <a:avLst/>
              <a:gdLst/>
              <a:ahLst/>
              <a:cxnLst/>
              <a:rect l="l" t="t" r="r" b="b"/>
              <a:pathLst>
                <a:path w="819" h="617" extrusionOk="0">
                  <a:moveTo>
                    <a:pt x="349" y="286"/>
                  </a:moveTo>
                  <a:cubicBezTo>
                    <a:pt x="316" y="321"/>
                    <a:pt x="127" y="168"/>
                    <a:pt x="71" y="180"/>
                  </a:cubicBezTo>
                  <a:cubicBezTo>
                    <a:pt x="15" y="191"/>
                    <a:pt x="-19" y="223"/>
                    <a:pt x="12" y="247"/>
                  </a:cubicBezTo>
                  <a:cubicBezTo>
                    <a:pt x="43" y="270"/>
                    <a:pt x="121" y="349"/>
                    <a:pt x="134" y="381"/>
                  </a:cubicBezTo>
                  <a:cubicBezTo>
                    <a:pt x="134" y="381"/>
                    <a:pt x="139" y="243"/>
                    <a:pt x="125" y="266"/>
                  </a:cubicBezTo>
                  <a:cubicBezTo>
                    <a:pt x="110" y="288"/>
                    <a:pt x="85" y="324"/>
                    <a:pt x="121" y="340"/>
                  </a:cubicBezTo>
                  <a:cubicBezTo>
                    <a:pt x="157" y="355"/>
                    <a:pt x="101" y="476"/>
                    <a:pt x="128" y="492"/>
                  </a:cubicBezTo>
                  <a:cubicBezTo>
                    <a:pt x="155" y="507"/>
                    <a:pt x="248" y="539"/>
                    <a:pt x="267" y="540"/>
                  </a:cubicBezTo>
                  <a:cubicBezTo>
                    <a:pt x="277" y="540"/>
                    <a:pt x="348" y="568"/>
                    <a:pt x="412" y="594"/>
                  </a:cubicBezTo>
                  <a:cubicBezTo>
                    <a:pt x="485" y="623"/>
                    <a:pt x="566" y="625"/>
                    <a:pt x="640" y="599"/>
                  </a:cubicBezTo>
                  <a:lnTo>
                    <a:pt x="678" y="586"/>
                  </a:lnTo>
                  <a:cubicBezTo>
                    <a:pt x="737" y="565"/>
                    <a:pt x="776" y="510"/>
                    <a:pt x="776" y="447"/>
                  </a:cubicBezTo>
                  <a:lnTo>
                    <a:pt x="774" y="322"/>
                  </a:lnTo>
                  <a:lnTo>
                    <a:pt x="819" y="221"/>
                  </a:lnTo>
                  <a:lnTo>
                    <a:pt x="739" y="51"/>
                  </a:lnTo>
                  <a:lnTo>
                    <a:pt x="607" y="7"/>
                  </a:lnTo>
                  <a:lnTo>
                    <a:pt x="658" y="165"/>
                  </a:lnTo>
                  <a:cubicBezTo>
                    <a:pt x="606" y="190"/>
                    <a:pt x="518" y="207"/>
                    <a:pt x="474" y="183"/>
                  </a:cubicBezTo>
                  <a:cubicBezTo>
                    <a:pt x="429" y="158"/>
                    <a:pt x="254" y="-16"/>
                    <a:pt x="221" y="1"/>
                  </a:cubicBezTo>
                  <a:cubicBezTo>
                    <a:pt x="188" y="17"/>
                    <a:pt x="159" y="57"/>
                    <a:pt x="189" y="95"/>
                  </a:cubicBezTo>
                  <a:cubicBezTo>
                    <a:pt x="219" y="134"/>
                    <a:pt x="383" y="252"/>
                    <a:pt x="349" y="287"/>
                  </a:cubicBezTo>
                  <a:lnTo>
                    <a:pt x="349" y="286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46"/>
            <p:cNvSpPr/>
            <p:nvPr/>
          </p:nvSpPr>
          <p:spPr>
            <a:xfrm>
              <a:off x="1309777" y="3688371"/>
              <a:ext cx="317951" cy="790533"/>
            </a:xfrm>
            <a:custGeom>
              <a:avLst/>
              <a:gdLst/>
              <a:ahLst/>
              <a:cxnLst/>
              <a:rect l="l" t="t" r="r" b="b"/>
              <a:pathLst>
                <a:path w="1281" h="3185" extrusionOk="0">
                  <a:moveTo>
                    <a:pt x="1" y="3185"/>
                  </a:moveTo>
                  <a:cubicBezTo>
                    <a:pt x="1" y="3185"/>
                    <a:pt x="2" y="3183"/>
                    <a:pt x="6" y="3178"/>
                  </a:cubicBezTo>
                  <a:cubicBezTo>
                    <a:pt x="9" y="3172"/>
                    <a:pt x="14" y="3164"/>
                    <a:pt x="20" y="3155"/>
                  </a:cubicBezTo>
                  <a:cubicBezTo>
                    <a:pt x="34" y="3135"/>
                    <a:pt x="53" y="3106"/>
                    <a:pt x="78" y="3069"/>
                  </a:cubicBezTo>
                  <a:cubicBezTo>
                    <a:pt x="128" y="2994"/>
                    <a:pt x="201" y="2886"/>
                    <a:pt x="291" y="2754"/>
                  </a:cubicBezTo>
                  <a:cubicBezTo>
                    <a:pt x="472" y="2488"/>
                    <a:pt x="722" y="2122"/>
                    <a:pt x="999" y="1718"/>
                  </a:cubicBezTo>
                  <a:cubicBezTo>
                    <a:pt x="1052" y="1640"/>
                    <a:pt x="1105" y="1563"/>
                    <a:pt x="1155" y="1490"/>
                  </a:cubicBezTo>
                  <a:lnTo>
                    <a:pt x="1154" y="1493"/>
                  </a:lnTo>
                  <a:cubicBezTo>
                    <a:pt x="1189" y="1070"/>
                    <a:pt x="1220" y="697"/>
                    <a:pt x="1242" y="429"/>
                  </a:cubicBezTo>
                  <a:cubicBezTo>
                    <a:pt x="1254" y="295"/>
                    <a:pt x="1263" y="189"/>
                    <a:pt x="1270" y="114"/>
                  </a:cubicBezTo>
                  <a:cubicBezTo>
                    <a:pt x="1273" y="77"/>
                    <a:pt x="1276" y="49"/>
                    <a:pt x="1278" y="29"/>
                  </a:cubicBezTo>
                  <a:cubicBezTo>
                    <a:pt x="1279" y="20"/>
                    <a:pt x="1280" y="13"/>
                    <a:pt x="1280" y="7"/>
                  </a:cubicBezTo>
                  <a:cubicBezTo>
                    <a:pt x="1281" y="2"/>
                    <a:pt x="1281" y="0"/>
                    <a:pt x="1281" y="0"/>
                  </a:cubicBezTo>
                  <a:cubicBezTo>
                    <a:pt x="1281" y="0"/>
                    <a:pt x="1281" y="2"/>
                    <a:pt x="1281" y="7"/>
                  </a:cubicBezTo>
                  <a:cubicBezTo>
                    <a:pt x="1281" y="13"/>
                    <a:pt x="1281" y="20"/>
                    <a:pt x="1280" y="29"/>
                  </a:cubicBezTo>
                  <a:cubicBezTo>
                    <a:pt x="1279" y="49"/>
                    <a:pt x="1277" y="78"/>
                    <a:pt x="1275" y="114"/>
                  </a:cubicBezTo>
                  <a:cubicBezTo>
                    <a:pt x="1269" y="189"/>
                    <a:pt x="1261" y="296"/>
                    <a:pt x="1251" y="429"/>
                  </a:cubicBezTo>
                  <a:cubicBezTo>
                    <a:pt x="1230" y="697"/>
                    <a:pt x="1200" y="1071"/>
                    <a:pt x="1167" y="1494"/>
                  </a:cubicBezTo>
                  <a:lnTo>
                    <a:pt x="1167" y="1496"/>
                  </a:lnTo>
                  <a:lnTo>
                    <a:pt x="1166" y="1497"/>
                  </a:lnTo>
                  <a:cubicBezTo>
                    <a:pt x="1116" y="1571"/>
                    <a:pt x="1063" y="1647"/>
                    <a:pt x="1010" y="1725"/>
                  </a:cubicBezTo>
                  <a:cubicBezTo>
                    <a:pt x="732" y="2129"/>
                    <a:pt x="481" y="2494"/>
                    <a:pt x="298" y="2759"/>
                  </a:cubicBezTo>
                  <a:cubicBezTo>
                    <a:pt x="207" y="2890"/>
                    <a:pt x="133" y="2997"/>
                    <a:pt x="82" y="3071"/>
                  </a:cubicBezTo>
                  <a:cubicBezTo>
                    <a:pt x="56" y="3108"/>
                    <a:pt x="36" y="3136"/>
                    <a:pt x="22" y="3156"/>
                  </a:cubicBezTo>
                  <a:lnTo>
                    <a:pt x="6" y="3178"/>
                  </a:lnTo>
                  <a:cubicBezTo>
                    <a:pt x="2" y="3183"/>
                    <a:pt x="1" y="3185"/>
                    <a:pt x="0" y="3185"/>
                  </a:cubicBezTo>
                  <a:lnTo>
                    <a:pt x="1" y="31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46"/>
            <p:cNvSpPr/>
            <p:nvPr/>
          </p:nvSpPr>
          <p:spPr>
            <a:xfrm>
              <a:off x="1627976" y="3635751"/>
              <a:ext cx="67015" cy="56343"/>
            </a:xfrm>
            <a:custGeom>
              <a:avLst/>
              <a:gdLst/>
              <a:ahLst/>
              <a:cxnLst/>
              <a:rect l="l" t="t" r="r" b="b"/>
              <a:pathLst>
                <a:path w="270" h="227" extrusionOk="0">
                  <a:moveTo>
                    <a:pt x="270" y="0"/>
                  </a:moveTo>
                  <a:cubicBezTo>
                    <a:pt x="272" y="3"/>
                    <a:pt x="205" y="45"/>
                    <a:pt x="131" y="108"/>
                  </a:cubicBezTo>
                  <a:cubicBezTo>
                    <a:pt x="56" y="170"/>
                    <a:pt x="3" y="229"/>
                    <a:pt x="0" y="227"/>
                  </a:cubicBezTo>
                  <a:cubicBezTo>
                    <a:pt x="-1" y="225"/>
                    <a:pt x="10" y="209"/>
                    <a:pt x="31" y="185"/>
                  </a:cubicBezTo>
                  <a:cubicBezTo>
                    <a:pt x="53" y="161"/>
                    <a:pt x="84" y="129"/>
                    <a:pt x="122" y="97"/>
                  </a:cubicBezTo>
                  <a:cubicBezTo>
                    <a:pt x="159" y="66"/>
                    <a:pt x="196" y="40"/>
                    <a:pt x="223" y="24"/>
                  </a:cubicBezTo>
                  <a:cubicBezTo>
                    <a:pt x="251" y="7"/>
                    <a:pt x="269" y="-2"/>
                    <a:pt x="2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46"/>
            <p:cNvSpPr/>
            <p:nvPr/>
          </p:nvSpPr>
          <p:spPr>
            <a:xfrm>
              <a:off x="1592483" y="3667522"/>
              <a:ext cx="36983" cy="22587"/>
            </a:xfrm>
            <a:custGeom>
              <a:avLst/>
              <a:gdLst/>
              <a:ahLst/>
              <a:cxnLst/>
              <a:rect l="l" t="t" r="r" b="b"/>
              <a:pathLst>
                <a:path w="149" h="91" extrusionOk="0">
                  <a:moveTo>
                    <a:pt x="149" y="90"/>
                  </a:moveTo>
                  <a:cubicBezTo>
                    <a:pt x="148" y="93"/>
                    <a:pt x="107" y="87"/>
                    <a:pt x="65" y="61"/>
                  </a:cubicBezTo>
                  <a:cubicBezTo>
                    <a:pt x="22" y="35"/>
                    <a:pt x="-3" y="2"/>
                    <a:pt x="0" y="0"/>
                  </a:cubicBezTo>
                  <a:cubicBezTo>
                    <a:pt x="3" y="-3"/>
                    <a:pt x="31" y="24"/>
                    <a:pt x="72" y="49"/>
                  </a:cubicBezTo>
                  <a:cubicBezTo>
                    <a:pt x="112" y="74"/>
                    <a:pt x="150" y="86"/>
                    <a:pt x="149" y="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46"/>
            <p:cNvSpPr/>
            <p:nvPr/>
          </p:nvSpPr>
          <p:spPr>
            <a:xfrm>
              <a:off x="1797749" y="3600506"/>
              <a:ext cx="80418" cy="6205"/>
            </a:xfrm>
            <a:custGeom>
              <a:avLst/>
              <a:gdLst/>
              <a:ahLst/>
              <a:cxnLst/>
              <a:rect l="l" t="t" r="r" b="b"/>
              <a:pathLst>
                <a:path w="324" h="25" extrusionOk="0">
                  <a:moveTo>
                    <a:pt x="324" y="24"/>
                  </a:moveTo>
                  <a:cubicBezTo>
                    <a:pt x="323" y="28"/>
                    <a:pt x="251" y="20"/>
                    <a:pt x="162" y="15"/>
                  </a:cubicBezTo>
                  <a:cubicBezTo>
                    <a:pt x="73" y="10"/>
                    <a:pt x="0" y="10"/>
                    <a:pt x="0" y="6"/>
                  </a:cubicBezTo>
                  <a:cubicBezTo>
                    <a:pt x="0" y="2"/>
                    <a:pt x="73" y="-4"/>
                    <a:pt x="163" y="1"/>
                  </a:cubicBezTo>
                  <a:cubicBezTo>
                    <a:pt x="253" y="6"/>
                    <a:pt x="324" y="21"/>
                    <a:pt x="324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46"/>
            <p:cNvSpPr/>
            <p:nvPr/>
          </p:nvSpPr>
          <p:spPr>
            <a:xfrm>
              <a:off x="1443560" y="3519591"/>
              <a:ext cx="50386" cy="13403"/>
            </a:xfrm>
            <a:custGeom>
              <a:avLst/>
              <a:gdLst/>
              <a:ahLst/>
              <a:cxnLst/>
              <a:rect l="l" t="t" r="r" b="b"/>
              <a:pathLst>
                <a:path w="203" h="54" extrusionOk="0">
                  <a:moveTo>
                    <a:pt x="203" y="37"/>
                  </a:moveTo>
                  <a:cubicBezTo>
                    <a:pt x="204" y="38"/>
                    <a:pt x="193" y="44"/>
                    <a:pt x="174" y="49"/>
                  </a:cubicBezTo>
                  <a:cubicBezTo>
                    <a:pt x="154" y="54"/>
                    <a:pt x="126" y="56"/>
                    <a:pt x="96" y="51"/>
                  </a:cubicBezTo>
                  <a:cubicBezTo>
                    <a:pt x="65" y="45"/>
                    <a:pt x="40" y="33"/>
                    <a:pt x="23" y="22"/>
                  </a:cubicBezTo>
                  <a:cubicBezTo>
                    <a:pt x="7" y="11"/>
                    <a:pt x="-1" y="1"/>
                    <a:pt x="0" y="0"/>
                  </a:cubicBezTo>
                  <a:cubicBezTo>
                    <a:pt x="2" y="-3"/>
                    <a:pt x="40" y="28"/>
                    <a:pt x="98" y="37"/>
                  </a:cubicBezTo>
                  <a:cubicBezTo>
                    <a:pt x="156" y="48"/>
                    <a:pt x="202" y="32"/>
                    <a:pt x="203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46"/>
            <p:cNvSpPr/>
            <p:nvPr/>
          </p:nvSpPr>
          <p:spPr>
            <a:xfrm>
              <a:off x="1894300" y="2967830"/>
              <a:ext cx="146937" cy="26558"/>
            </a:xfrm>
            <a:custGeom>
              <a:avLst/>
              <a:gdLst/>
              <a:ahLst/>
              <a:cxnLst/>
              <a:rect l="l" t="t" r="r" b="b"/>
              <a:pathLst>
                <a:path w="592" h="107" extrusionOk="0">
                  <a:moveTo>
                    <a:pt x="592" y="43"/>
                  </a:moveTo>
                  <a:cubicBezTo>
                    <a:pt x="592" y="43"/>
                    <a:pt x="585" y="48"/>
                    <a:pt x="570" y="55"/>
                  </a:cubicBezTo>
                  <a:cubicBezTo>
                    <a:pt x="556" y="62"/>
                    <a:pt x="535" y="71"/>
                    <a:pt x="508" y="80"/>
                  </a:cubicBezTo>
                  <a:cubicBezTo>
                    <a:pt x="482" y="89"/>
                    <a:pt x="449" y="97"/>
                    <a:pt x="411" y="102"/>
                  </a:cubicBezTo>
                  <a:cubicBezTo>
                    <a:pt x="374" y="107"/>
                    <a:pt x="333" y="109"/>
                    <a:pt x="290" y="106"/>
                  </a:cubicBezTo>
                  <a:cubicBezTo>
                    <a:pt x="247" y="103"/>
                    <a:pt x="206" y="95"/>
                    <a:pt x="170" y="85"/>
                  </a:cubicBezTo>
                  <a:cubicBezTo>
                    <a:pt x="134" y="75"/>
                    <a:pt x="102" y="62"/>
                    <a:pt x="77" y="50"/>
                  </a:cubicBezTo>
                  <a:cubicBezTo>
                    <a:pt x="51" y="37"/>
                    <a:pt x="32" y="26"/>
                    <a:pt x="19" y="16"/>
                  </a:cubicBezTo>
                  <a:cubicBezTo>
                    <a:pt x="6" y="7"/>
                    <a:pt x="-1" y="2"/>
                    <a:pt x="0" y="1"/>
                  </a:cubicBezTo>
                  <a:cubicBezTo>
                    <a:pt x="1" y="-1"/>
                    <a:pt x="30" y="19"/>
                    <a:pt x="81" y="41"/>
                  </a:cubicBezTo>
                  <a:cubicBezTo>
                    <a:pt x="106" y="52"/>
                    <a:pt x="137" y="63"/>
                    <a:pt x="173" y="73"/>
                  </a:cubicBezTo>
                  <a:cubicBezTo>
                    <a:pt x="209" y="82"/>
                    <a:pt x="248" y="89"/>
                    <a:pt x="291" y="93"/>
                  </a:cubicBezTo>
                  <a:cubicBezTo>
                    <a:pt x="333" y="95"/>
                    <a:pt x="373" y="94"/>
                    <a:pt x="410" y="90"/>
                  </a:cubicBezTo>
                  <a:cubicBezTo>
                    <a:pt x="446" y="85"/>
                    <a:pt x="479" y="79"/>
                    <a:pt x="506" y="71"/>
                  </a:cubicBezTo>
                  <a:cubicBezTo>
                    <a:pt x="559" y="56"/>
                    <a:pt x="591" y="40"/>
                    <a:pt x="592" y="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46"/>
            <p:cNvSpPr/>
            <p:nvPr/>
          </p:nvSpPr>
          <p:spPr>
            <a:xfrm>
              <a:off x="1531425" y="2948222"/>
              <a:ext cx="37727" cy="5709"/>
            </a:xfrm>
            <a:custGeom>
              <a:avLst/>
              <a:gdLst/>
              <a:ahLst/>
              <a:cxnLst/>
              <a:rect l="l" t="t" r="r" b="b"/>
              <a:pathLst>
                <a:path w="152" h="23" extrusionOk="0">
                  <a:moveTo>
                    <a:pt x="0" y="1"/>
                  </a:moveTo>
                  <a:cubicBezTo>
                    <a:pt x="1" y="-3"/>
                    <a:pt x="34" y="6"/>
                    <a:pt x="76" y="9"/>
                  </a:cubicBezTo>
                  <a:cubicBezTo>
                    <a:pt x="117" y="12"/>
                    <a:pt x="151" y="8"/>
                    <a:pt x="152" y="12"/>
                  </a:cubicBezTo>
                  <a:cubicBezTo>
                    <a:pt x="153" y="15"/>
                    <a:pt x="119" y="26"/>
                    <a:pt x="75" y="22"/>
                  </a:cubicBezTo>
                  <a:cubicBezTo>
                    <a:pt x="31" y="19"/>
                    <a:pt x="-2" y="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46"/>
            <p:cNvSpPr/>
            <p:nvPr/>
          </p:nvSpPr>
          <p:spPr>
            <a:xfrm>
              <a:off x="1574612" y="2946484"/>
              <a:ext cx="312490" cy="27303"/>
            </a:xfrm>
            <a:custGeom>
              <a:avLst/>
              <a:gdLst/>
              <a:ahLst/>
              <a:cxnLst/>
              <a:rect l="l" t="t" r="r" b="b"/>
              <a:pathLst>
                <a:path w="1259" h="110" extrusionOk="0">
                  <a:moveTo>
                    <a:pt x="1259" y="1"/>
                  </a:moveTo>
                  <a:cubicBezTo>
                    <a:pt x="1259" y="5"/>
                    <a:pt x="978" y="32"/>
                    <a:pt x="630" y="62"/>
                  </a:cubicBezTo>
                  <a:cubicBezTo>
                    <a:pt x="282" y="93"/>
                    <a:pt x="0" y="114"/>
                    <a:pt x="0" y="110"/>
                  </a:cubicBezTo>
                  <a:cubicBezTo>
                    <a:pt x="-1" y="107"/>
                    <a:pt x="281" y="79"/>
                    <a:pt x="629" y="49"/>
                  </a:cubicBezTo>
                  <a:cubicBezTo>
                    <a:pt x="976" y="19"/>
                    <a:pt x="1259" y="-3"/>
                    <a:pt x="12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46"/>
            <p:cNvSpPr/>
            <p:nvPr/>
          </p:nvSpPr>
          <p:spPr>
            <a:xfrm>
              <a:off x="1597199" y="2384795"/>
              <a:ext cx="246219" cy="452230"/>
            </a:xfrm>
            <a:custGeom>
              <a:avLst/>
              <a:gdLst/>
              <a:ahLst/>
              <a:cxnLst/>
              <a:rect l="l" t="t" r="r" b="b"/>
              <a:pathLst>
                <a:path w="992" h="1822" extrusionOk="0">
                  <a:moveTo>
                    <a:pt x="974" y="1643"/>
                  </a:moveTo>
                  <a:lnTo>
                    <a:pt x="974" y="1643"/>
                  </a:lnTo>
                  <a:cubicBezTo>
                    <a:pt x="987" y="1619"/>
                    <a:pt x="993" y="1592"/>
                    <a:pt x="992" y="1565"/>
                  </a:cubicBezTo>
                  <a:lnTo>
                    <a:pt x="960" y="537"/>
                  </a:lnTo>
                  <a:cubicBezTo>
                    <a:pt x="972" y="250"/>
                    <a:pt x="816" y="5"/>
                    <a:pt x="529" y="0"/>
                  </a:cubicBezTo>
                  <a:lnTo>
                    <a:pt x="503" y="1"/>
                  </a:lnTo>
                  <a:cubicBezTo>
                    <a:pt x="236" y="13"/>
                    <a:pt x="23" y="227"/>
                    <a:pt x="13" y="494"/>
                  </a:cubicBezTo>
                  <a:cubicBezTo>
                    <a:pt x="3" y="742"/>
                    <a:pt x="-4" y="1016"/>
                    <a:pt x="4" y="1149"/>
                  </a:cubicBezTo>
                  <a:cubicBezTo>
                    <a:pt x="19" y="1424"/>
                    <a:pt x="296" y="1455"/>
                    <a:pt x="296" y="1455"/>
                  </a:cubicBezTo>
                  <a:lnTo>
                    <a:pt x="305" y="1562"/>
                  </a:lnTo>
                  <a:cubicBezTo>
                    <a:pt x="305" y="1562"/>
                    <a:pt x="283" y="1747"/>
                    <a:pt x="499" y="1810"/>
                  </a:cubicBezTo>
                  <a:cubicBezTo>
                    <a:pt x="664" y="1859"/>
                    <a:pt x="846" y="1755"/>
                    <a:pt x="921" y="1704"/>
                  </a:cubicBezTo>
                  <a:cubicBezTo>
                    <a:pt x="944" y="1688"/>
                    <a:pt x="962" y="1668"/>
                    <a:pt x="974" y="1643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46"/>
            <p:cNvSpPr/>
            <p:nvPr/>
          </p:nvSpPr>
          <p:spPr>
            <a:xfrm>
              <a:off x="1670171" y="2715901"/>
              <a:ext cx="88113" cy="46663"/>
            </a:xfrm>
            <a:custGeom>
              <a:avLst/>
              <a:gdLst/>
              <a:ahLst/>
              <a:cxnLst/>
              <a:rect l="l" t="t" r="r" b="b"/>
              <a:pathLst>
                <a:path w="355" h="188" extrusionOk="0">
                  <a:moveTo>
                    <a:pt x="0" y="121"/>
                  </a:moveTo>
                  <a:cubicBezTo>
                    <a:pt x="0" y="121"/>
                    <a:pt x="176" y="123"/>
                    <a:pt x="355" y="0"/>
                  </a:cubicBezTo>
                  <a:cubicBezTo>
                    <a:pt x="355" y="0"/>
                    <a:pt x="279" y="201"/>
                    <a:pt x="4" y="188"/>
                  </a:cubicBezTo>
                  <a:lnTo>
                    <a:pt x="0" y="121"/>
                  </a:ln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0000" tIns="22675" rIns="90000" bIns="22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46"/>
            <p:cNvSpPr/>
            <p:nvPr/>
          </p:nvSpPr>
          <p:spPr>
            <a:xfrm>
              <a:off x="1638401" y="2553326"/>
              <a:ext cx="19360" cy="18615"/>
            </a:xfrm>
            <a:custGeom>
              <a:avLst/>
              <a:gdLst/>
              <a:ahLst/>
              <a:cxnLst/>
              <a:rect l="l" t="t" r="r" b="b"/>
              <a:pathLst>
                <a:path w="78" h="75" extrusionOk="0">
                  <a:moveTo>
                    <a:pt x="0" y="37"/>
                  </a:moveTo>
                  <a:cubicBezTo>
                    <a:pt x="0" y="58"/>
                    <a:pt x="18" y="75"/>
                    <a:pt x="39" y="75"/>
                  </a:cubicBezTo>
                  <a:cubicBezTo>
                    <a:pt x="61" y="75"/>
                    <a:pt x="79" y="59"/>
                    <a:pt x="78" y="38"/>
                  </a:cubicBezTo>
                  <a:cubicBezTo>
                    <a:pt x="78" y="17"/>
                    <a:pt x="60" y="0"/>
                    <a:pt x="39" y="0"/>
                  </a:cubicBezTo>
                  <a:cubicBezTo>
                    <a:pt x="17" y="0"/>
                    <a:pt x="0" y="16"/>
                    <a:pt x="0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46"/>
            <p:cNvSpPr/>
            <p:nvPr/>
          </p:nvSpPr>
          <p:spPr>
            <a:xfrm>
              <a:off x="1616311" y="2529250"/>
              <a:ext cx="38472" cy="10921"/>
            </a:xfrm>
            <a:custGeom>
              <a:avLst/>
              <a:gdLst/>
              <a:ahLst/>
              <a:cxnLst/>
              <a:rect l="l" t="t" r="r" b="b"/>
              <a:pathLst>
                <a:path w="155" h="44" extrusionOk="0">
                  <a:moveTo>
                    <a:pt x="1" y="44"/>
                  </a:moveTo>
                  <a:cubicBezTo>
                    <a:pt x="6" y="49"/>
                    <a:pt x="35" y="25"/>
                    <a:pt x="77" y="24"/>
                  </a:cubicBezTo>
                  <a:cubicBezTo>
                    <a:pt x="119" y="21"/>
                    <a:pt x="151" y="42"/>
                    <a:pt x="155" y="37"/>
                  </a:cubicBezTo>
                  <a:cubicBezTo>
                    <a:pt x="157" y="34"/>
                    <a:pt x="152" y="25"/>
                    <a:pt x="138" y="16"/>
                  </a:cubicBezTo>
                  <a:cubicBezTo>
                    <a:pt x="124" y="7"/>
                    <a:pt x="101" y="-2"/>
                    <a:pt x="75" y="0"/>
                  </a:cubicBezTo>
                  <a:cubicBezTo>
                    <a:pt x="49" y="1"/>
                    <a:pt x="27" y="11"/>
                    <a:pt x="15" y="22"/>
                  </a:cubicBezTo>
                  <a:cubicBezTo>
                    <a:pt x="2" y="33"/>
                    <a:pt x="-2" y="42"/>
                    <a:pt x="1" y="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46"/>
            <p:cNvSpPr/>
            <p:nvPr/>
          </p:nvSpPr>
          <p:spPr>
            <a:xfrm>
              <a:off x="1739917" y="2553326"/>
              <a:ext cx="19360" cy="18615"/>
            </a:xfrm>
            <a:custGeom>
              <a:avLst/>
              <a:gdLst/>
              <a:ahLst/>
              <a:cxnLst/>
              <a:rect l="l" t="t" r="r" b="b"/>
              <a:pathLst>
                <a:path w="78" h="75" extrusionOk="0">
                  <a:moveTo>
                    <a:pt x="0" y="37"/>
                  </a:moveTo>
                  <a:cubicBezTo>
                    <a:pt x="0" y="58"/>
                    <a:pt x="18" y="75"/>
                    <a:pt x="39" y="75"/>
                  </a:cubicBezTo>
                  <a:cubicBezTo>
                    <a:pt x="61" y="75"/>
                    <a:pt x="78" y="59"/>
                    <a:pt x="78" y="38"/>
                  </a:cubicBezTo>
                  <a:cubicBezTo>
                    <a:pt x="78" y="17"/>
                    <a:pt x="60" y="0"/>
                    <a:pt x="39" y="0"/>
                  </a:cubicBezTo>
                  <a:cubicBezTo>
                    <a:pt x="17" y="0"/>
                    <a:pt x="0" y="17"/>
                    <a:pt x="0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46"/>
            <p:cNvSpPr/>
            <p:nvPr/>
          </p:nvSpPr>
          <p:spPr>
            <a:xfrm>
              <a:off x="1719316" y="2526520"/>
              <a:ext cx="38720" cy="11169"/>
            </a:xfrm>
            <a:custGeom>
              <a:avLst/>
              <a:gdLst/>
              <a:ahLst/>
              <a:cxnLst/>
              <a:rect l="l" t="t" r="r" b="b"/>
              <a:pathLst>
                <a:path w="156" h="45" extrusionOk="0">
                  <a:moveTo>
                    <a:pt x="1" y="45"/>
                  </a:moveTo>
                  <a:cubicBezTo>
                    <a:pt x="6" y="50"/>
                    <a:pt x="35" y="27"/>
                    <a:pt x="77" y="25"/>
                  </a:cubicBezTo>
                  <a:cubicBezTo>
                    <a:pt x="119" y="22"/>
                    <a:pt x="151" y="43"/>
                    <a:pt x="156" y="38"/>
                  </a:cubicBezTo>
                  <a:cubicBezTo>
                    <a:pt x="158" y="35"/>
                    <a:pt x="152" y="26"/>
                    <a:pt x="138" y="17"/>
                  </a:cubicBezTo>
                  <a:cubicBezTo>
                    <a:pt x="125" y="8"/>
                    <a:pt x="101" y="-2"/>
                    <a:pt x="75" y="0"/>
                  </a:cubicBezTo>
                  <a:cubicBezTo>
                    <a:pt x="48" y="1"/>
                    <a:pt x="27" y="12"/>
                    <a:pt x="15" y="23"/>
                  </a:cubicBezTo>
                  <a:cubicBezTo>
                    <a:pt x="3" y="34"/>
                    <a:pt x="-1" y="43"/>
                    <a:pt x="1" y="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46"/>
            <p:cNvSpPr/>
            <p:nvPr/>
          </p:nvSpPr>
          <p:spPr>
            <a:xfrm>
              <a:off x="1657761" y="2529499"/>
              <a:ext cx="28295" cy="88361"/>
            </a:xfrm>
            <a:custGeom>
              <a:avLst/>
              <a:gdLst/>
              <a:ahLst/>
              <a:cxnLst/>
              <a:rect l="l" t="t" r="r" b="b"/>
              <a:pathLst>
                <a:path w="114" h="356" extrusionOk="0">
                  <a:moveTo>
                    <a:pt x="110" y="353"/>
                  </a:moveTo>
                  <a:cubicBezTo>
                    <a:pt x="110" y="350"/>
                    <a:pt x="83" y="347"/>
                    <a:pt x="41" y="343"/>
                  </a:cubicBezTo>
                  <a:cubicBezTo>
                    <a:pt x="30" y="343"/>
                    <a:pt x="19" y="341"/>
                    <a:pt x="17" y="334"/>
                  </a:cubicBezTo>
                  <a:cubicBezTo>
                    <a:pt x="14" y="326"/>
                    <a:pt x="18" y="314"/>
                    <a:pt x="23" y="301"/>
                  </a:cubicBezTo>
                  <a:cubicBezTo>
                    <a:pt x="32" y="275"/>
                    <a:pt x="42" y="247"/>
                    <a:pt x="51" y="218"/>
                  </a:cubicBezTo>
                  <a:cubicBezTo>
                    <a:pt x="91" y="99"/>
                    <a:pt x="119" y="1"/>
                    <a:pt x="114" y="0"/>
                  </a:cubicBezTo>
                  <a:cubicBezTo>
                    <a:pt x="109" y="-1"/>
                    <a:pt x="73" y="94"/>
                    <a:pt x="34" y="213"/>
                  </a:cubicBezTo>
                  <a:cubicBezTo>
                    <a:pt x="24" y="242"/>
                    <a:pt x="15" y="270"/>
                    <a:pt x="7" y="296"/>
                  </a:cubicBezTo>
                  <a:cubicBezTo>
                    <a:pt x="3" y="309"/>
                    <a:pt x="-3" y="323"/>
                    <a:pt x="3" y="339"/>
                  </a:cubicBezTo>
                  <a:cubicBezTo>
                    <a:pt x="6" y="347"/>
                    <a:pt x="15" y="352"/>
                    <a:pt x="22" y="354"/>
                  </a:cubicBezTo>
                  <a:cubicBezTo>
                    <a:pt x="29" y="356"/>
                    <a:pt x="35" y="356"/>
                    <a:pt x="40" y="356"/>
                  </a:cubicBezTo>
                  <a:cubicBezTo>
                    <a:pt x="83" y="356"/>
                    <a:pt x="110" y="355"/>
                    <a:pt x="110" y="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46"/>
            <p:cNvSpPr/>
            <p:nvPr/>
          </p:nvSpPr>
          <p:spPr>
            <a:xfrm>
              <a:off x="1715096" y="2487800"/>
              <a:ext cx="48152" cy="13155"/>
            </a:xfrm>
            <a:custGeom>
              <a:avLst/>
              <a:gdLst/>
              <a:ahLst/>
              <a:cxnLst/>
              <a:rect l="l" t="t" r="r" b="b"/>
              <a:pathLst>
                <a:path w="194" h="53" extrusionOk="0">
                  <a:moveTo>
                    <a:pt x="0" y="36"/>
                  </a:moveTo>
                  <a:cubicBezTo>
                    <a:pt x="5" y="47"/>
                    <a:pt x="47" y="40"/>
                    <a:pt x="96" y="44"/>
                  </a:cubicBezTo>
                  <a:cubicBezTo>
                    <a:pt x="146" y="47"/>
                    <a:pt x="187" y="59"/>
                    <a:pt x="193" y="49"/>
                  </a:cubicBezTo>
                  <a:cubicBezTo>
                    <a:pt x="196" y="44"/>
                    <a:pt x="188" y="33"/>
                    <a:pt x="171" y="23"/>
                  </a:cubicBezTo>
                  <a:cubicBezTo>
                    <a:pt x="155" y="13"/>
                    <a:pt x="129" y="3"/>
                    <a:pt x="99" y="1"/>
                  </a:cubicBezTo>
                  <a:cubicBezTo>
                    <a:pt x="69" y="-1"/>
                    <a:pt x="42" y="5"/>
                    <a:pt x="24" y="13"/>
                  </a:cubicBezTo>
                  <a:cubicBezTo>
                    <a:pt x="6" y="21"/>
                    <a:pt x="-2" y="31"/>
                    <a:pt x="0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46"/>
            <p:cNvSpPr/>
            <p:nvPr/>
          </p:nvSpPr>
          <p:spPr>
            <a:xfrm>
              <a:off x="1618793" y="2497976"/>
              <a:ext cx="35742" cy="12410"/>
            </a:xfrm>
            <a:custGeom>
              <a:avLst/>
              <a:gdLst/>
              <a:ahLst/>
              <a:cxnLst/>
              <a:rect l="l" t="t" r="r" b="b"/>
              <a:pathLst>
                <a:path w="144" h="50" extrusionOk="0">
                  <a:moveTo>
                    <a:pt x="1" y="47"/>
                  </a:moveTo>
                  <a:cubicBezTo>
                    <a:pt x="9" y="56"/>
                    <a:pt x="37" y="45"/>
                    <a:pt x="72" y="43"/>
                  </a:cubicBezTo>
                  <a:cubicBezTo>
                    <a:pt x="107" y="40"/>
                    <a:pt x="137" y="47"/>
                    <a:pt x="144" y="37"/>
                  </a:cubicBezTo>
                  <a:cubicBezTo>
                    <a:pt x="146" y="32"/>
                    <a:pt x="141" y="22"/>
                    <a:pt x="128" y="14"/>
                  </a:cubicBezTo>
                  <a:cubicBezTo>
                    <a:pt x="115" y="5"/>
                    <a:pt x="93" y="-1"/>
                    <a:pt x="69" y="0"/>
                  </a:cubicBezTo>
                  <a:cubicBezTo>
                    <a:pt x="45" y="2"/>
                    <a:pt x="25" y="12"/>
                    <a:pt x="13" y="22"/>
                  </a:cubicBezTo>
                  <a:cubicBezTo>
                    <a:pt x="1" y="32"/>
                    <a:pt x="-2" y="42"/>
                    <a:pt x="1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46"/>
            <p:cNvSpPr/>
            <p:nvPr/>
          </p:nvSpPr>
          <p:spPr>
            <a:xfrm>
              <a:off x="1827285" y="2565985"/>
              <a:ext cx="46911" cy="71483"/>
            </a:xfrm>
            <a:custGeom>
              <a:avLst/>
              <a:gdLst/>
              <a:ahLst/>
              <a:cxnLst/>
              <a:rect l="l" t="t" r="r" b="b"/>
              <a:pathLst>
                <a:path w="189" h="288" extrusionOk="0">
                  <a:moveTo>
                    <a:pt x="0" y="76"/>
                  </a:moveTo>
                  <a:cubicBezTo>
                    <a:pt x="0" y="33"/>
                    <a:pt x="35" y="-2"/>
                    <a:pt x="78" y="0"/>
                  </a:cubicBezTo>
                  <a:cubicBezTo>
                    <a:pt x="129" y="3"/>
                    <a:pt x="188" y="30"/>
                    <a:pt x="189" y="136"/>
                  </a:cubicBezTo>
                  <a:cubicBezTo>
                    <a:pt x="191" y="324"/>
                    <a:pt x="2" y="287"/>
                    <a:pt x="1" y="282"/>
                  </a:cubicBezTo>
                  <a:cubicBezTo>
                    <a:pt x="1" y="278"/>
                    <a:pt x="1" y="154"/>
                    <a:pt x="0" y="76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46"/>
            <p:cNvSpPr/>
            <p:nvPr/>
          </p:nvSpPr>
          <p:spPr>
            <a:xfrm>
              <a:off x="1837461" y="2581125"/>
              <a:ext cx="20849" cy="40706"/>
            </a:xfrm>
            <a:custGeom>
              <a:avLst/>
              <a:gdLst/>
              <a:ahLst/>
              <a:cxnLst/>
              <a:rect l="l" t="t" r="r" b="b"/>
              <a:pathLst>
                <a:path w="84" h="164" extrusionOk="0">
                  <a:moveTo>
                    <a:pt x="0" y="150"/>
                  </a:moveTo>
                  <a:cubicBezTo>
                    <a:pt x="0" y="150"/>
                    <a:pt x="4" y="152"/>
                    <a:pt x="9" y="154"/>
                  </a:cubicBezTo>
                  <a:cubicBezTo>
                    <a:pt x="15" y="157"/>
                    <a:pt x="24" y="158"/>
                    <a:pt x="34" y="154"/>
                  </a:cubicBezTo>
                  <a:cubicBezTo>
                    <a:pt x="54" y="147"/>
                    <a:pt x="70" y="115"/>
                    <a:pt x="71" y="81"/>
                  </a:cubicBezTo>
                  <a:cubicBezTo>
                    <a:pt x="71" y="64"/>
                    <a:pt x="67" y="48"/>
                    <a:pt x="61" y="34"/>
                  </a:cubicBezTo>
                  <a:cubicBezTo>
                    <a:pt x="55" y="20"/>
                    <a:pt x="46" y="11"/>
                    <a:pt x="36" y="9"/>
                  </a:cubicBezTo>
                  <a:cubicBezTo>
                    <a:pt x="26" y="7"/>
                    <a:pt x="19" y="13"/>
                    <a:pt x="17" y="19"/>
                  </a:cubicBezTo>
                  <a:cubicBezTo>
                    <a:pt x="14" y="24"/>
                    <a:pt x="16" y="28"/>
                    <a:pt x="15" y="28"/>
                  </a:cubicBezTo>
                  <a:cubicBezTo>
                    <a:pt x="14" y="28"/>
                    <a:pt x="11" y="25"/>
                    <a:pt x="12" y="17"/>
                  </a:cubicBezTo>
                  <a:cubicBezTo>
                    <a:pt x="13" y="13"/>
                    <a:pt x="15" y="9"/>
                    <a:pt x="19" y="5"/>
                  </a:cubicBezTo>
                  <a:cubicBezTo>
                    <a:pt x="24" y="1"/>
                    <a:pt x="30" y="0"/>
                    <a:pt x="37" y="0"/>
                  </a:cubicBezTo>
                  <a:cubicBezTo>
                    <a:pt x="52" y="1"/>
                    <a:pt x="65" y="14"/>
                    <a:pt x="72" y="29"/>
                  </a:cubicBezTo>
                  <a:cubicBezTo>
                    <a:pt x="80" y="44"/>
                    <a:pt x="84" y="62"/>
                    <a:pt x="84" y="81"/>
                  </a:cubicBezTo>
                  <a:cubicBezTo>
                    <a:pt x="83" y="119"/>
                    <a:pt x="64" y="155"/>
                    <a:pt x="37" y="163"/>
                  </a:cubicBezTo>
                  <a:cubicBezTo>
                    <a:pt x="24" y="167"/>
                    <a:pt x="13" y="163"/>
                    <a:pt x="7" y="159"/>
                  </a:cubicBezTo>
                  <a:cubicBezTo>
                    <a:pt x="1" y="154"/>
                    <a:pt x="0" y="150"/>
                    <a:pt x="1" y="149"/>
                  </a:cubicBezTo>
                  <a:lnTo>
                    <a:pt x="0" y="150"/>
                  </a:ln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0000" tIns="14025" rIns="90000" bIns="14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46"/>
            <p:cNvSpPr/>
            <p:nvPr/>
          </p:nvSpPr>
          <p:spPr>
            <a:xfrm>
              <a:off x="1561457" y="2349301"/>
              <a:ext cx="328127" cy="264835"/>
            </a:xfrm>
            <a:custGeom>
              <a:avLst/>
              <a:gdLst/>
              <a:ahLst/>
              <a:cxnLst/>
              <a:rect l="l" t="t" r="r" b="b"/>
              <a:pathLst>
                <a:path w="1322" h="1067" extrusionOk="0">
                  <a:moveTo>
                    <a:pt x="157" y="629"/>
                  </a:moveTo>
                  <a:cubicBezTo>
                    <a:pt x="154" y="667"/>
                    <a:pt x="106" y="539"/>
                    <a:pt x="125" y="506"/>
                  </a:cubicBezTo>
                  <a:cubicBezTo>
                    <a:pt x="71" y="521"/>
                    <a:pt x="9" y="480"/>
                    <a:pt x="1" y="424"/>
                  </a:cubicBezTo>
                  <a:cubicBezTo>
                    <a:pt x="-6" y="369"/>
                    <a:pt x="42" y="312"/>
                    <a:pt x="98" y="312"/>
                  </a:cubicBezTo>
                  <a:cubicBezTo>
                    <a:pt x="78" y="278"/>
                    <a:pt x="85" y="230"/>
                    <a:pt x="114" y="204"/>
                  </a:cubicBezTo>
                  <a:cubicBezTo>
                    <a:pt x="125" y="195"/>
                    <a:pt x="145" y="187"/>
                    <a:pt x="170" y="182"/>
                  </a:cubicBezTo>
                  <a:cubicBezTo>
                    <a:pt x="169" y="159"/>
                    <a:pt x="175" y="136"/>
                    <a:pt x="186" y="115"/>
                  </a:cubicBezTo>
                  <a:cubicBezTo>
                    <a:pt x="209" y="70"/>
                    <a:pt x="253" y="37"/>
                    <a:pt x="303" y="28"/>
                  </a:cubicBezTo>
                  <a:cubicBezTo>
                    <a:pt x="352" y="19"/>
                    <a:pt x="407" y="34"/>
                    <a:pt x="444" y="67"/>
                  </a:cubicBezTo>
                  <a:cubicBezTo>
                    <a:pt x="476" y="24"/>
                    <a:pt x="530" y="-2"/>
                    <a:pt x="583" y="0"/>
                  </a:cubicBezTo>
                  <a:cubicBezTo>
                    <a:pt x="636" y="2"/>
                    <a:pt x="688" y="31"/>
                    <a:pt x="717" y="76"/>
                  </a:cubicBezTo>
                  <a:cubicBezTo>
                    <a:pt x="765" y="47"/>
                    <a:pt x="829" y="46"/>
                    <a:pt x="878" y="74"/>
                  </a:cubicBezTo>
                  <a:cubicBezTo>
                    <a:pt x="909" y="92"/>
                    <a:pt x="933" y="121"/>
                    <a:pt x="946" y="154"/>
                  </a:cubicBezTo>
                  <a:cubicBezTo>
                    <a:pt x="992" y="129"/>
                    <a:pt x="1056" y="137"/>
                    <a:pt x="1092" y="177"/>
                  </a:cubicBezTo>
                  <a:cubicBezTo>
                    <a:pt x="1107" y="193"/>
                    <a:pt x="1117" y="214"/>
                    <a:pt x="1134" y="228"/>
                  </a:cubicBezTo>
                  <a:cubicBezTo>
                    <a:pt x="1153" y="245"/>
                    <a:pt x="1179" y="250"/>
                    <a:pt x="1202" y="262"/>
                  </a:cubicBezTo>
                  <a:cubicBezTo>
                    <a:pt x="1271" y="299"/>
                    <a:pt x="1287" y="407"/>
                    <a:pt x="1233" y="463"/>
                  </a:cubicBezTo>
                  <a:cubicBezTo>
                    <a:pt x="1259" y="484"/>
                    <a:pt x="1285" y="506"/>
                    <a:pt x="1303" y="535"/>
                  </a:cubicBezTo>
                  <a:cubicBezTo>
                    <a:pt x="1320" y="563"/>
                    <a:pt x="1329" y="600"/>
                    <a:pt x="1315" y="630"/>
                  </a:cubicBezTo>
                  <a:cubicBezTo>
                    <a:pt x="1300" y="667"/>
                    <a:pt x="1257" y="688"/>
                    <a:pt x="1242" y="725"/>
                  </a:cubicBezTo>
                  <a:cubicBezTo>
                    <a:pt x="1235" y="742"/>
                    <a:pt x="1234" y="762"/>
                    <a:pt x="1227" y="779"/>
                  </a:cubicBezTo>
                  <a:cubicBezTo>
                    <a:pt x="1216" y="808"/>
                    <a:pt x="1191" y="826"/>
                    <a:pt x="1161" y="837"/>
                  </a:cubicBezTo>
                  <a:cubicBezTo>
                    <a:pt x="1143" y="913"/>
                    <a:pt x="1090" y="934"/>
                    <a:pt x="1089" y="956"/>
                  </a:cubicBezTo>
                  <a:cubicBezTo>
                    <a:pt x="1073" y="1190"/>
                    <a:pt x="977" y="1054"/>
                    <a:pt x="929" y="561"/>
                  </a:cubicBezTo>
                  <a:cubicBezTo>
                    <a:pt x="917" y="445"/>
                    <a:pt x="960" y="386"/>
                    <a:pt x="869" y="315"/>
                  </a:cubicBezTo>
                  <a:cubicBezTo>
                    <a:pt x="856" y="328"/>
                    <a:pt x="846" y="346"/>
                    <a:pt x="835" y="361"/>
                  </a:cubicBezTo>
                  <a:cubicBezTo>
                    <a:pt x="782" y="431"/>
                    <a:pt x="662" y="435"/>
                    <a:pt x="604" y="369"/>
                  </a:cubicBezTo>
                  <a:cubicBezTo>
                    <a:pt x="583" y="405"/>
                    <a:pt x="544" y="430"/>
                    <a:pt x="503" y="434"/>
                  </a:cubicBezTo>
                  <a:cubicBezTo>
                    <a:pt x="461" y="438"/>
                    <a:pt x="418" y="422"/>
                    <a:pt x="390" y="391"/>
                  </a:cubicBezTo>
                  <a:cubicBezTo>
                    <a:pt x="357" y="421"/>
                    <a:pt x="278" y="472"/>
                    <a:pt x="218" y="417"/>
                  </a:cubicBezTo>
                  <a:cubicBezTo>
                    <a:pt x="218" y="417"/>
                    <a:pt x="166" y="501"/>
                    <a:pt x="157" y="630"/>
                  </a:cubicBezTo>
                  <a:lnTo>
                    <a:pt x="157" y="629"/>
                  </a:lnTo>
                  <a:close/>
                </a:path>
              </a:pathLst>
            </a:custGeom>
            <a:solidFill>
              <a:srgbClr val="EBB46E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46"/>
            <p:cNvSpPr/>
            <p:nvPr/>
          </p:nvSpPr>
          <p:spPr>
            <a:xfrm>
              <a:off x="1680596" y="2628284"/>
              <a:ext cx="34997" cy="31026"/>
            </a:xfrm>
            <a:custGeom>
              <a:avLst/>
              <a:gdLst/>
              <a:ahLst/>
              <a:cxnLst/>
              <a:rect l="l" t="t" r="r" b="b"/>
              <a:pathLst>
                <a:path w="141" h="125" extrusionOk="0">
                  <a:moveTo>
                    <a:pt x="6" y="49"/>
                  </a:moveTo>
                  <a:cubicBezTo>
                    <a:pt x="13" y="66"/>
                    <a:pt x="19" y="83"/>
                    <a:pt x="31" y="98"/>
                  </a:cubicBezTo>
                  <a:cubicBezTo>
                    <a:pt x="42" y="112"/>
                    <a:pt x="59" y="125"/>
                    <a:pt x="77" y="125"/>
                  </a:cubicBezTo>
                  <a:cubicBezTo>
                    <a:pt x="97" y="126"/>
                    <a:pt x="116" y="114"/>
                    <a:pt x="127" y="98"/>
                  </a:cubicBezTo>
                  <a:cubicBezTo>
                    <a:pt x="138" y="81"/>
                    <a:pt x="142" y="61"/>
                    <a:pt x="141" y="42"/>
                  </a:cubicBezTo>
                  <a:cubicBezTo>
                    <a:pt x="140" y="24"/>
                    <a:pt x="132" y="2"/>
                    <a:pt x="114" y="0"/>
                  </a:cubicBezTo>
                  <a:cubicBezTo>
                    <a:pt x="107" y="-1"/>
                    <a:pt x="100" y="2"/>
                    <a:pt x="93" y="5"/>
                  </a:cubicBezTo>
                  <a:cubicBezTo>
                    <a:pt x="62" y="18"/>
                    <a:pt x="31" y="30"/>
                    <a:pt x="0" y="43"/>
                  </a:cubicBezTo>
                  <a:lnTo>
                    <a:pt x="6" y="49"/>
                  </a:ln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46"/>
            <p:cNvSpPr/>
            <p:nvPr/>
          </p:nvSpPr>
          <p:spPr>
            <a:xfrm>
              <a:off x="1676128" y="2626051"/>
              <a:ext cx="42691" cy="35742"/>
            </a:xfrm>
            <a:custGeom>
              <a:avLst/>
              <a:gdLst/>
              <a:ahLst/>
              <a:cxnLst/>
              <a:rect l="l" t="t" r="r" b="b"/>
              <a:pathLst>
                <a:path w="172" h="144" extrusionOk="0">
                  <a:moveTo>
                    <a:pt x="61" y="135"/>
                  </a:moveTo>
                  <a:cubicBezTo>
                    <a:pt x="62" y="132"/>
                    <a:pt x="82" y="140"/>
                    <a:pt x="111" y="129"/>
                  </a:cubicBezTo>
                  <a:cubicBezTo>
                    <a:pt x="125" y="123"/>
                    <a:pt x="140" y="112"/>
                    <a:pt x="148" y="95"/>
                  </a:cubicBezTo>
                  <a:cubicBezTo>
                    <a:pt x="157" y="78"/>
                    <a:pt x="158" y="54"/>
                    <a:pt x="150" y="34"/>
                  </a:cubicBezTo>
                  <a:cubicBezTo>
                    <a:pt x="148" y="29"/>
                    <a:pt x="145" y="24"/>
                    <a:pt x="141" y="20"/>
                  </a:cubicBezTo>
                  <a:cubicBezTo>
                    <a:pt x="138" y="16"/>
                    <a:pt x="139" y="16"/>
                    <a:pt x="134" y="17"/>
                  </a:cubicBezTo>
                  <a:cubicBezTo>
                    <a:pt x="131" y="18"/>
                    <a:pt x="124" y="21"/>
                    <a:pt x="119" y="22"/>
                  </a:cubicBezTo>
                  <a:cubicBezTo>
                    <a:pt x="114" y="25"/>
                    <a:pt x="109" y="27"/>
                    <a:pt x="104" y="29"/>
                  </a:cubicBezTo>
                  <a:cubicBezTo>
                    <a:pt x="84" y="37"/>
                    <a:pt x="66" y="44"/>
                    <a:pt x="51" y="50"/>
                  </a:cubicBezTo>
                  <a:cubicBezTo>
                    <a:pt x="21" y="61"/>
                    <a:pt x="1" y="67"/>
                    <a:pt x="0" y="65"/>
                  </a:cubicBezTo>
                  <a:cubicBezTo>
                    <a:pt x="-1" y="63"/>
                    <a:pt x="17" y="53"/>
                    <a:pt x="46" y="39"/>
                  </a:cubicBezTo>
                  <a:cubicBezTo>
                    <a:pt x="61" y="32"/>
                    <a:pt x="78" y="24"/>
                    <a:pt x="98" y="15"/>
                  </a:cubicBezTo>
                  <a:cubicBezTo>
                    <a:pt x="103" y="13"/>
                    <a:pt x="108" y="10"/>
                    <a:pt x="113" y="8"/>
                  </a:cubicBezTo>
                  <a:cubicBezTo>
                    <a:pt x="119" y="6"/>
                    <a:pt x="123" y="3"/>
                    <a:pt x="130" y="1"/>
                  </a:cubicBezTo>
                  <a:cubicBezTo>
                    <a:pt x="134" y="0"/>
                    <a:pt x="139" y="-1"/>
                    <a:pt x="144" y="2"/>
                  </a:cubicBezTo>
                  <a:cubicBezTo>
                    <a:pt x="149" y="4"/>
                    <a:pt x="152" y="7"/>
                    <a:pt x="154" y="10"/>
                  </a:cubicBezTo>
                  <a:cubicBezTo>
                    <a:pt x="158" y="15"/>
                    <a:pt x="162" y="21"/>
                    <a:pt x="165" y="28"/>
                  </a:cubicBezTo>
                  <a:cubicBezTo>
                    <a:pt x="176" y="53"/>
                    <a:pt x="173" y="81"/>
                    <a:pt x="162" y="102"/>
                  </a:cubicBezTo>
                  <a:cubicBezTo>
                    <a:pt x="150" y="124"/>
                    <a:pt x="131" y="135"/>
                    <a:pt x="114" y="140"/>
                  </a:cubicBezTo>
                  <a:cubicBezTo>
                    <a:pt x="98" y="146"/>
                    <a:pt x="83" y="144"/>
                    <a:pt x="74" y="142"/>
                  </a:cubicBezTo>
                  <a:cubicBezTo>
                    <a:pt x="65" y="140"/>
                    <a:pt x="60" y="137"/>
                    <a:pt x="61" y="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6825" rIns="90000" bIns="6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3" name="Google Shape;2073;p46"/>
          <p:cNvGrpSpPr/>
          <p:nvPr/>
        </p:nvGrpSpPr>
        <p:grpSpPr>
          <a:xfrm>
            <a:off x="1219355" y="2283479"/>
            <a:ext cx="424486" cy="412128"/>
            <a:chOff x="1055119" y="2211299"/>
            <a:chExt cx="441805" cy="428898"/>
          </a:xfrm>
        </p:grpSpPr>
        <p:sp>
          <p:nvSpPr>
            <p:cNvPr id="2074" name="Google Shape;2074;p46"/>
            <p:cNvSpPr/>
            <p:nvPr/>
          </p:nvSpPr>
          <p:spPr>
            <a:xfrm>
              <a:off x="1056360" y="2212540"/>
              <a:ext cx="440564" cy="426664"/>
            </a:xfrm>
            <a:custGeom>
              <a:avLst/>
              <a:gdLst/>
              <a:ahLst/>
              <a:cxnLst/>
              <a:rect l="l" t="t" r="r" b="b"/>
              <a:pathLst>
                <a:path w="1775" h="1719" extrusionOk="0">
                  <a:moveTo>
                    <a:pt x="1775" y="1631"/>
                  </a:moveTo>
                  <a:lnTo>
                    <a:pt x="1593" y="1310"/>
                  </a:lnTo>
                  <a:cubicBezTo>
                    <a:pt x="1674" y="1179"/>
                    <a:pt x="1720" y="1025"/>
                    <a:pt x="1720" y="860"/>
                  </a:cubicBezTo>
                  <a:cubicBezTo>
                    <a:pt x="1720" y="385"/>
                    <a:pt x="1335" y="0"/>
                    <a:pt x="860" y="0"/>
                  </a:cubicBezTo>
                  <a:cubicBezTo>
                    <a:pt x="385" y="0"/>
                    <a:pt x="0" y="385"/>
                    <a:pt x="0" y="860"/>
                  </a:cubicBezTo>
                  <a:cubicBezTo>
                    <a:pt x="0" y="1335"/>
                    <a:pt x="385" y="1719"/>
                    <a:pt x="860" y="1719"/>
                  </a:cubicBezTo>
                  <a:cubicBezTo>
                    <a:pt x="1059" y="1719"/>
                    <a:pt x="1241" y="1652"/>
                    <a:pt x="1386" y="1539"/>
                  </a:cubicBezTo>
                  <a:lnTo>
                    <a:pt x="1386" y="1539"/>
                  </a:lnTo>
                  <a:lnTo>
                    <a:pt x="1775" y="16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46"/>
            <p:cNvSpPr/>
            <p:nvPr/>
          </p:nvSpPr>
          <p:spPr>
            <a:xfrm>
              <a:off x="1055119" y="2211299"/>
              <a:ext cx="441805" cy="428898"/>
            </a:xfrm>
            <a:custGeom>
              <a:avLst/>
              <a:gdLst/>
              <a:ahLst/>
              <a:cxnLst/>
              <a:rect l="l" t="t" r="r" b="b"/>
              <a:pathLst>
                <a:path w="1780" h="1728" extrusionOk="0">
                  <a:moveTo>
                    <a:pt x="1780" y="1636"/>
                  </a:moveTo>
                  <a:cubicBezTo>
                    <a:pt x="1762" y="1632"/>
                    <a:pt x="1639" y="1604"/>
                    <a:pt x="1390" y="1547"/>
                  </a:cubicBezTo>
                  <a:lnTo>
                    <a:pt x="1386" y="1546"/>
                  </a:lnTo>
                  <a:lnTo>
                    <a:pt x="1389" y="1543"/>
                  </a:lnTo>
                  <a:lnTo>
                    <a:pt x="1389" y="1543"/>
                  </a:lnTo>
                  <a:lnTo>
                    <a:pt x="1393" y="1547"/>
                  </a:lnTo>
                  <a:cubicBezTo>
                    <a:pt x="1344" y="1585"/>
                    <a:pt x="1285" y="1622"/>
                    <a:pt x="1216" y="1653"/>
                  </a:cubicBezTo>
                  <a:cubicBezTo>
                    <a:pt x="1147" y="1684"/>
                    <a:pt x="1067" y="1709"/>
                    <a:pt x="980" y="1721"/>
                  </a:cubicBezTo>
                  <a:cubicBezTo>
                    <a:pt x="936" y="1726"/>
                    <a:pt x="890" y="1730"/>
                    <a:pt x="843" y="1728"/>
                  </a:cubicBezTo>
                  <a:cubicBezTo>
                    <a:pt x="820" y="1726"/>
                    <a:pt x="796" y="1726"/>
                    <a:pt x="772" y="1724"/>
                  </a:cubicBezTo>
                  <a:cubicBezTo>
                    <a:pt x="748" y="1720"/>
                    <a:pt x="724" y="1717"/>
                    <a:pt x="699" y="1713"/>
                  </a:cubicBezTo>
                  <a:cubicBezTo>
                    <a:pt x="602" y="1693"/>
                    <a:pt x="502" y="1656"/>
                    <a:pt x="409" y="1599"/>
                  </a:cubicBezTo>
                  <a:cubicBezTo>
                    <a:pt x="316" y="1541"/>
                    <a:pt x="230" y="1463"/>
                    <a:pt x="162" y="1368"/>
                  </a:cubicBezTo>
                  <a:cubicBezTo>
                    <a:pt x="93" y="1272"/>
                    <a:pt x="41" y="1159"/>
                    <a:pt x="16" y="1035"/>
                  </a:cubicBezTo>
                  <a:cubicBezTo>
                    <a:pt x="-8" y="912"/>
                    <a:pt x="-6" y="780"/>
                    <a:pt x="26" y="653"/>
                  </a:cubicBezTo>
                  <a:cubicBezTo>
                    <a:pt x="59" y="525"/>
                    <a:pt x="120" y="401"/>
                    <a:pt x="211" y="299"/>
                  </a:cubicBezTo>
                  <a:lnTo>
                    <a:pt x="246" y="260"/>
                  </a:lnTo>
                  <a:cubicBezTo>
                    <a:pt x="258" y="247"/>
                    <a:pt x="271" y="237"/>
                    <a:pt x="284" y="225"/>
                  </a:cubicBezTo>
                  <a:cubicBezTo>
                    <a:pt x="297" y="213"/>
                    <a:pt x="309" y="201"/>
                    <a:pt x="323" y="191"/>
                  </a:cubicBezTo>
                  <a:lnTo>
                    <a:pt x="364" y="160"/>
                  </a:lnTo>
                  <a:cubicBezTo>
                    <a:pt x="378" y="149"/>
                    <a:pt x="392" y="140"/>
                    <a:pt x="407" y="131"/>
                  </a:cubicBezTo>
                  <a:cubicBezTo>
                    <a:pt x="421" y="123"/>
                    <a:pt x="436" y="114"/>
                    <a:pt x="451" y="105"/>
                  </a:cubicBezTo>
                  <a:cubicBezTo>
                    <a:pt x="466" y="97"/>
                    <a:pt x="481" y="90"/>
                    <a:pt x="496" y="83"/>
                  </a:cubicBezTo>
                  <a:cubicBezTo>
                    <a:pt x="512" y="75"/>
                    <a:pt x="527" y="67"/>
                    <a:pt x="542" y="62"/>
                  </a:cubicBezTo>
                  <a:cubicBezTo>
                    <a:pt x="667" y="13"/>
                    <a:pt x="801" y="-7"/>
                    <a:pt x="928" y="3"/>
                  </a:cubicBezTo>
                  <a:cubicBezTo>
                    <a:pt x="1055" y="12"/>
                    <a:pt x="1177" y="49"/>
                    <a:pt x="1282" y="107"/>
                  </a:cubicBezTo>
                  <a:cubicBezTo>
                    <a:pt x="1387" y="166"/>
                    <a:pt x="1475" y="243"/>
                    <a:pt x="1544" y="331"/>
                  </a:cubicBezTo>
                  <a:cubicBezTo>
                    <a:pt x="1612" y="418"/>
                    <a:pt x="1660" y="514"/>
                    <a:pt x="1690" y="610"/>
                  </a:cubicBezTo>
                  <a:cubicBezTo>
                    <a:pt x="1720" y="706"/>
                    <a:pt x="1728" y="801"/>
                    <a:pt x="1727" y="889"/>
                  </a:cubicBezTo>
                  <a:cubicBezTo>
                    <a:pt x="1725" y="978"/>
                    <a:pt x="1709" y="1059"/>
                    <a:pt x="1685" y="1131"/>
                  </a:cubicBezTo>
                  <a:cubicBezTo>
                    <a:pt x="1662" y="1202"/>
                    <a:pt x="1631" y="1264"/>
                    <a:pt x="1599" y="1316"/>
                  </a:cubicBezTo>
                  <a:lnTo>
                    <a:pt x="1599" y="1313"/>
                  </a:lnTo>
                  <a:cubicBezTo>
                    <a:pt x="1714" y="1519"/>
                    <a:pt x="1771" y="1620"/>
                    <a:pt x="1779" y="1636"/>
                  </a:cubicBezTo>
                  <a:cubicBezTo>
                    <a:pt x="1770" y="1620"/>
                    <a:pt x="1713" y="1520"/>
                    <a:pt x="1595" y="1316"/>
                  </a:cubicBezTo>
                  <a:lnTo>
                    <a:pt x="1594" y="1315"/>
                  </a:lnTo>
                  <a:lnTo>
                    <a:pt x="1595" y="1313"/>
                  </a:lnTo>
                  <a:cubicBezTo>
                    <a:pt x="1626" y="1261"/>
                    <a:pt x="1656" y="1200"/>
                    <a:pt x="1679" y="1129"/>
                  </a:cubicBezTo>
                  <a:cubicBezTo>
                    <a:pt x="1702" y="1058"/>
                    <a:pt x="1718" y="977"/>
                    <a:pt x="1720" y="889"/>
                  </a:cubicBezTo>
                  <a:cubicBezTo>
                    <a:pt x="1720" y="802"/>
                    <a:pt x="1712" y="707"/>
                    <a:pt x="1682" y="612"/>
                  </a:cubicBezTo>
                  <a:cubicBezTo>
                    <a:pt x="1652" y="518"/>
                    <a:pt x="1604" y="423"/>
                    <a:pt x="1536" y="337"/>
                  </a:cubicBezTo>
                  <a:cubicBezTo>
                    <a:pt x="1469" y="251"/>
                    <a:pt x="1381" y="174"/>
                    <a:pt x="1277" y="116"/>
                  </a:cubicBezTo>
                  <a:cubicBezTo>
                    <a:pt x="1174" y="58"/>
                    <a:pt x="1053" y="22"/>
                    <a:pt x="927" y="13"/>
                  </a:cubicBezTo>
                  <a:cubicBezTo>
                    <a:pt x="801" y="4"/>
                    <a:pt x="670" y="23"/>
                    <a:pt x="546" y="72"/>
                  </a:cubicBezTo>
                  <a:cubicBezTo>
                    <a:pt x="530" y="77"/>
                    <a:pt x="516" y="85"/>
                    <a:pt x="501" y="92"/>
                  </a:cubicBezTo>
                  <a:cubicBezTo>
                    <a:pt x="486" y="100"/>
                    <a:pt x="470" y="107"/>
                    <a:pt x="455" y="114"/>
                  </a:cubicBezTo>
                  <a:cubicBezTo>
                    <a:pt x="441" y="123"/>
                    <a:pt x="427" y="132"/>
                    <a:pt x="412" y="140"/>
                  </a:cubicBezTo>
                  <a:cubicBezTo>
                    <a:pt x="398" y="149"/>
                    <a:pt x="383" y="158"/>
                    <a:pt x="370" y="168"/>
                  </a:cubicBezTo>
                  <a:lnTo>
                    <a:pt x="329" y="199"/>
                  </a:lnTo>
                  <a:cubicBezTo>
                    <a:pt x="315" y="209"/>
                    <a:pt x="303" y="221"/>
                    <a:pt x="291" y="232"/>
                  </a:cubicBezTo>
                  <a:cubicBezTo>
                    <a:pt x="278" y="244"/>
                    <a:pt x="265" y="255"/>
                    <a:pt x="253" y="268"/>
                  </a:cubicBezTo>
                  <a:lnTo>
                    <a:pt x="219" y="306"/>
                  </a:lnTo>
                  <a:cubicBezTo>
                    <a:pt x="129" y="407"/>
                    <a:pt x="69" y="529"/>
                    <a:pt x="36" y="655"/>
                  </a:cubicBezTo>
                  <a:cubicBezTo>
                    <a:pt x="4" y="781"/>
                    <a:pt x="2" y="911"/>
                    <a:pt x="26" y="1033"/>
                  </a:cubicBezTo>
                  <a:cubicBezTo>
                    <a:pt x="50" y="1155"/>
                    <a:pt x="101" y="1267"/>
                    <a:pt x="169" y="1362"/>
                  </a:cubicBezTo>
                  <a:cubicBezTo>
                    <a:pt x="237" y="1456"/>
                    <a:pt x="322" y="1534"/>
                    <a:pt x="414" y="1591"/>
                  </a:cubicBezTo>
                  <a:cubicBezTo>
                    <a:pt x="506" y="1648"/>
                    <a:pt x="604" y="1685"/>
                    <a:pt x="700" y="1704"/>
                  </a:cubicBezTo>
                  <a:cubicBezTo>
                    <a:pt x="725" y="1708"/>
                    <a:pt x="749" y="1712"/>
                    <a:pt x="772" y="1715"/>
                  </a:cubicBezTo>
                  <a:cubicBezTo>
                    <a:pt x="796" y="1718"/>
                    <a:pt x="820" y="1718"/>
                    <a:pt x="843" y="1719"/>
                  </a:cubicBezTo>
                  <a:cubicBezTo>
                    <a:pt x="890" y="1722"/>
                    <a:pt x="935" y="1718"/>
                    <a:pt x="978" y="1713"/>
                  </a:cubicBezTo>
                  <a:cubicBezTo>
                    <a:pt x="1065" y="1702"/>
                    <a:pt x="1143" y="1677"/>
                    <a:pt x="1212" y="1647"/>
                  </a:cubicBezTo>
                  <a:cubicBezTo>
                    <a:pt x="1281" y="1617"/>
                    <a:pt x="1339" y="1580"/>
                    <a:pt x="1388" y="1542"/>
                  </a:cubicBezTo>
                  <a:lnTo>
                    <a:pt x="1404" y="1530"/>
                  </a:lnTo>
                  <a:lnTo>
                    <a:pt x="1392" y="1546"/>
                  </a:lnTo>
                  <a:lnTo>
                    <a:pt x="1392" y="1546"/>
                  </a:lnTo>
                  <a:lnTo>
                    <a:pt x="1390" y="1542"/>
                  </a:lnTo>
                  <a:cubicBezTo>
                    <a:pt x="1637" y="1602"/>
                    <a:pt x="1760" y="1632"/>
                    <a:pt x="1779" y="1636"/>
                  </a:cubicBezTo>
                  <a:lnTo>
                    <a:pt x="1780" y="16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46"/>
            <p:cNvSpPr/>
            <p:nvPr/>
          </p:nvSpPr>
          <p:spPr>
            <a:xfrm>
              <a:off x="1166315" y="2404155"/>
              <a:ext cx="43436" cy="43436"/>
            </a:xfrm>
            <a:custGeom>
              <a:avLst/>
              <a:gdLst/>
              <a:ahLst/>
              <a:cxnLst/>
              <a:rect l="l" t="t" r="r" b="b"/>
              <a:pathLst>
                <a:path w="175" h="175" extrusionOk="0">
                  <a:moveTo>
                    <a:pt x="175" y="87"/>
                  </a:moveTo>
                  <a:cubicBezTo>
                    <a:pt x="175" y="136"/>
                    <a:pt x="136" y="175"/>
                    <a:pt x="88" y="175"/>
                  </a:cubicBezTo>
                  <a:cubicBezTo>
                    <a:pt x="39" y="175"/>
                    <a:pt x="0" y="135"/>
                    <a:pt x="0" y="87"/>
                  </a:cubicBezTo>
                  <a:cubicBezTo>
                    <a:pt x="0" y="38"/>
                    <a:pt x="39" y="0"/>
                    <a:pt x="88" y="0"/>
                  </a:cubicBezTo>
                  <a:cubicBezTo>
                    <a:pt x="136" y="0"/>
                    <a:pt x="175" y="39"/>
                    <a:pt x="175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18000" rIns="90000" bIns="18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46"/>
            <p:cNvSpPr/>
            <p:nvPr/>
          </p:nvSpPr>
          <p:spPr>
            <a:xfrm>
              <a:off x="1253187" y="2404155"/>
              <a:ext cx="43436" cy="43436"/>
            </a:xfrm>
            <a:custGeom>
              <a:avLst/>
              <a:gdLst/>
              <a:ahLst/>
              <a:cxnLst/>
              <a:rect l="l" t="t" r="r" b="b"/>
              <a:pathLst>
                <a:path w="175" h="175" extrusionOk="0">
                  <a:moveTo>
                    <a:pt x="175" y="87"/>
                  </a:moveTo>
                  <a:cubicBezTo>
                    <a:pt x="175" y="136"/>
                    <a:pt x="135" y="175"/>
                    <a:pt x="87" y="175"/>
                  </a:cubicBezTo>
                  <a:cubicBezTo>
                    <a:pt x="39" y="175"/>
                    <a:pt x="0" y="135"/>
                    <a:pt x="0" y="87"/>
                  </a:cubicBezTo>
                  <a:cubicBezTo>
                    <a:pt x="0" y="38"/>
                    <a:pt x="39" y="0"/>
                    <a:pt x="87" y="0"/>
                  </a:cubicBezTo>
                  <a:cubicBezTo>
                    <a:pt x="135" y="0"/>
                    <a:pt x="175" y="39"/>
                    <a:pt x="175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18000" rIns="90000" bIns="18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46"/>
            <p:cNvSpPr/>
            <p:nvPr/>
          </p:nvSpPr>
          <p:spPr>
            <a:xfrm>
              <a:off x="1342541" y="2404155"/>
              <a:ext cx="43436" cy="43436"/>
            </a:xfrm>
            <a:custGeom>
              <a:avLst/>
              <a:gdLst/>
              <a:ahLst/>
              <a:cxnLst/>
              <a:rect l="l" t="t" r="r" b="b"/>
              <a:pathLst>
                <a:path w="175" h="175" extrusionOk="0">
                  <a:moveTo>
                    <a:pt x="163" y="44"/>
                  </a:moveTo>
                  <a:cubicBezTo>
                    <a:pt x="187" y="86"/>
                    <a:pt x="173" y="139"/>
                    <a:pt x="131" y="163"/>
                  </a:cubicBezTo>
                  <a:cubicBezTo>
                    <a:pt x="89" y="187"/>
                    <a:pt x="36" y="173"/>
                    <a:pt x="12" y="131"/>
                  </a:cubicBezTo>
                  <a:cubicBezTo>
                    <a:pt x="-12" y="89"/>
                    <a:pt x="2" y="36"/>
                    <a:pt x="44" y="12"/>
                  </a:cubicBezTo>
                  <a:cubicBezTo>
                    <a:pt x="86" y="-12"/>
                    <a:pt x="139" y="2"/>
                    <a:pt x="163" y="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18000" rIns="90000" bIns="18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9" name="Google Shape;2079;p46"/>
          <p:cNvGrpSpPr/>
          <p:nvPr/>
        </p:nvGrpSpPr>
        <p:grpSpPr>
          <a:xfrm>
            <a:off x="6121455" y="4186716"/>
            <a:ext cx="409701" cy="396149"/>
            <a:chOff x="6157221" y="4191981"/>
            <a:chExt cx="426416" cy="412269"/>
          </a:xfrm>
        </p:grpSpPr>
        <p:sp>
          <p:nvSpPr>
            <p:cNvPr id="2080" name="Google Shape;2080;p46"/>
            <p:cNvSpPr/>
            <p:nvPr/>
          </p:nvSpPr>
          <p:spPr>
            <a:xfrm>
              <a:off x="6157221" y="4191981"/>
              <a:ext cx="426416" cy="412269"/>
            </a:xfrm>
            <a:custGeom>
              <a:avLst/>
              <a:gdLst/>
              <a:ahLst/>
              <a:cxnLst/>
              <a:rect l="l" t="t" r="r" b="b"/>
              <a:pathLst>
                <a:path w="1718" h="1661" extrusionOk="0">
                  <a:moveTo>
                    <a:pt x="0" y="0"/>
                  </a:moveTo>
                  <a:lnTo>
                    <a:pt x="1718" y="0"/>
                  </a:lnTo>
                  <a:lnTo>
                    <a:pt x="1718" y="1661"/>
                  </a:lnTo>
                  <a:lnTo>
                    <a:pt x="0" y="1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46"/>
            <p:cNvSpPr/>
            <p:nvPr/>
          </p:nvSpPr>
          <p:spPr>
            <a:xfrm>
              <a:off x="6179063" y="4345620"/>
              <a:ext cx="360145" cy="212215"/>
            </a:xfrm>
            <a:custGeom>
              <a:avLst/>
              <a:gdLst/>
              <a:ahLst/>
              <a:cxnLst/>
              <a:rect l="l" t="t" r="r" b="b"/>
              <a:pathLst>
                <a:path w="1451" h="855" extrusionOk="0">
                  <a:moveTo>
                    <a:pt x="1451" y="855"/>
                  </a:moveTo>
                  <a:lnTo>
                    <a:pt x="976" y="0"/>
                  </a:lnTo>
                  <a:lnTo>
                    <a:pt x="587" y="546"/>
                  </a:lnTo>
                  <a:lnTo>
                    <a:pt x="351" y="256"/>
                  </a:lnTo>
                  <a:lnTo>
                    <a:pt x="0" y="855"/>
                  </a:lnTo>
                  <a:lnTo>
                    <a:pt x="1451" y="8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46"/>
            <p:cNvSpPr/>
            <p:nvPr/>
          </p:nvSpPr>
          <p:spPr>
            <a:xfrm>
              <a:off x="6283806" y="4273640"/>
              <a:ext cx="61307" cy="61307"/>
            </a:xfrm>
            <a:custGeom>
              <a:avLst/>
              <a:gdLst/>
              <a:ahLst/>
              <a:cxnLst/>
              <a:rect l="l" t="t" r="r" b="b"/>
              <a:pathLst>
                <a:path w="247" h="247" extrusionOk="0">
                  <a:moveTo>
                    <a:pt x="0" y="123"/>
                  </a:moveTo>
                  <a:cubicBezTo>
                    <a:pt x="0" y="192"/>
                    <a:pt x="55" y="247"/>
                    <a:pt x="123" y="247"/>
                  </a:cubicBezTo>
                  <a:cubicBezTo>
                    <a:pt x="192" y="247"/>
                    <a:pt x="247" y="192"/>
                    <a:pt x="247" y="123"/>
                  </a:cubicBezTo>
                  <a:cubicBezTo>
                    <a:pt x="247" y="55"/>
                    <a:pt x="192" y="0"/>
                    <a:pt x="123" y="0"/>
                  </a:cubicBezTo>
                  <a:cubicBezTo>
                    <a:pt x="55" y="0"/>
                    <a:pt x="0" y="55"/>
                    <a:pt x="0" y="1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3900" rIns="90000" bIns="43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46"/>
            <p:cNvSpPr/>
            <p:nvPr/>
          </p:nvSpPr>
          <p:spPr>
            <a:xfrm>
              <a:off x="6188247" y="4223999"/>
              <a:ext cx="364365" cy="347983"/>
            </a:xfrm>
            <a:custGeom>
              <a:avLst/>
              <a:gdLst/>
              <a:ahLst/>
              <a:cxnLst/>
              <a:rect l="l" t="t" r="r" b="b"/>
              <a:pathLst>
                <a:path w="1468" h="1402" extrusionOk="0">
                  <a:moveTo>
                    <a:pt x="8" y="1395"/>
                  </a:moveTo>
                  <a:cubicBezTo>
                    <a:pt x="8" y="1395"/>
                    <a:pt x="8" y="1393"/>
                    <a:pt x="9" y="1388"/>
                  </a:cubicBezTo>
                  <a:cubicBezTo>
                    <a:pt x="9" y="1383"/>
                    <a:pt x="9" y="1377"/>
                    <a:pt x="9" y="1369"/>
                  </a:cubicBezTo>
                  <a:cubicBezTo>
                    <a:pt x="9" y="1351"/>
                    <a:pt x="9" y="1326"/>
                    <a:pt x="10" y="1294"/>
                  </a:cubicBezTo>
                  <a:cubicBezTo>
                    <a:pt x="10" y="1228"/>
                    <a:pt x="11" y="1133"/>
                    <a:pt x="11" y="1012"/>
                  </a:cubicBezTo>
                  <a:cubicBezTo>
                    <a:pt x="12" y="769"/>
                    <a:pt x="14" y="423"/>
                    <a:pt x="15" y="8"/>
                  </a:cubicBezTo>
                  <a:lnTo>
                    <a:pt x="8" y="15"/>
                  </a:lnTo>
                  <a:cubicBezTo>
                    <a:pt x="428" y="16"/>
                    <a:pt x="927" y="16"/>
                    <a:pt x="1459" y="16"/>
                  </a:cubicBezTo>
                  <a:cubicBezTo>
                    <a:pt x="1461" y="18"/>
                    <a:pt x="1444" y="1"/>
                    <a:pt x="1451" y="8"/>
                  </a:cubicBezTo>
                  <a:lnTo>
                    <a:pt x="1451" y="8"/>
                  </a:lnTo>
                  <a:lnTo>
                    <a:pt x="1451" y="196"/>
                  </a:lnTo>
                  <a:cubicBezTo>
                    <a:pt x="1451" y="259"/>
                    <a:pt x="1451" y="321"/>
                    <a:pt x="1451" y="381"/>
                  </a:cubicBezTo>
                  <a:cubicBezTo>
                    <a:pt x="1451" y="504"/>
                    <a:pt x="1451" y="623"/>
                    <a:pt x="1451" y="739"/>
                  </a:cubicBezTo>
                  <a:cubicBezTo>
                    <a:pt x="1451" y="972"/>
                    <a:pt x="1452" y="1192"/>
                    <a:pt x="1452" y="1394"/>
                  </a:cubicBezTo>
                  <a:lnTo>
                    <a:pt x="1459" y="1387"/>
                  </a:lnTo>
                  <a:cubicBezTo>
                    <a:pt x="1026" y="1389"/>
                    <a:pt x="664" y="1390"/>
                    <a:pt x="410" y="1391"/>
                  </a:cubicBezTo>
                  <a:cubicBezTo>
                    <a:pt x="283" y="1392"/>
                    <a:pt x="183" y="1392"/>
                    <a:pt x="114" y="1393"/>
                  </a:cubicBezTo>
                  <a:cubicBezTo>
                    <a:pt x="80" y="1393"/>
                    <a:pt x="54" y="1393"/>
                    <a:pt x="35" y="1394"/>
                  </a:cubicBezTo>
                  <a:cubicBezTo>
                    <a:pt x="27" y="1394"/>
                    <a:pt x="20" y="1394"/>
                    <a:pt x="15" y="1394"/>
                  </a:cubicBezTo>
                  <a:cubicBezTo>
                    <a:pt x="10" y="1394"/>
                    <a:pt x="7" y="1394"/>
                    <a:pt x="7" y="1394"/>
                  </a:cubicBezTo>
                  <a:cubicBezTo>
                    <a:pt x="7" y="1394"/>
                    <a:pt x="10" y="1395"/>
                    <a:pt x="14" y="1395"/>
                  </a:cubicBezTo>
                  <a:cubicBezTo>
                    <a:pt x="19" y="1395"/>
                    <a:pt x="25" y="1395"/>
                    <a:pt x="33" y="1395"/>
                  </a:cubicBezTo>
                  <a:cubicBezTo>
                    <a:pt x="52" y="1395"/>
                    <a:pt x="77" y="1396"/>
                    <a:pt x="110" y="1396"/>
                  </a:cubicBezTo>
                  <a:cubicBezTo>
                    <a:pt x="179" y="1396"/>
                    <a:pt x="279" y="1397"/>
                    <a:pt x="405" y="1398"/>
                  </a:cubicBezTo>
                  <a:cubicBezTo>
                    <a:pt x="660" y="1399"/>
                    <a:pt x="1023" y="1400"/>
                    <a:pt x="1458" y="1402"/>
                  </a:cubicBezTo>
                  <a:lnTo>
                    <a:pt x="1466" y="1402"/>
                  </a:lnTo>
                  <a:lnTo>
                    <a:pt x="1466" y="1394"/>
                  </a:lnTo>
                  <a:cubicBezTo>
                    <a:pt x="1466" y="1192"/>
                    <a:pt x="1466" y="972"/>
                    <a:pt x="1466" y="739"/>
                  </a:cubicBezTo>
                  <a:cubicBezTo>
                    <a:pt x="1466" y="623"/>
                    <a:pt x="1466" y="503"/>
                    <a:pt x="1466" y="381"/>
                  </a:cubicBezTo>
                  <a:cubicBezTo>
                    <a:pt x="1466" y="320"/>
                    <a:pt x="1466" y="259"/>
                    <a:pt x="1466" y="196"/>
                  </a:cubicBezTo>
                  <a:lnTo>
                    <a:pt x="1466" y="9"/>
                  </a:lnTo>
                  <a:lnTo>
                    <a:pt x="1466" y="9"/>
                  </a:lnTo>
                  <a:cubicBezTo>
                    <a:pt x="1474" y="16"/>
                    <a:pt x="1456" y="-2"/>
                    <a:pt x="1458" y="0"/>
                  </a:cubicBezTo>
                  <a:cubicBezTo>
                    <a:pt x="925" y="1"/>
                    <a:pt x="427" y="1"/>
                    <a:pt x="7" y="1"/>
                  </a:cubicBezTo>
                  <a:lnTo>
                    <a:pt x="0" y="1"/>
                  </a:lnTo>
                  <a:lnTo>
                    <a:pt x="0" y="8"/>
                  </a:lnTo>
                  <a:cubicBezTo>
                    <a:pt x="1" y="425"/>
                    <a:pt x="2" y="772"/>
                    <a:pt x="4" y="1016"/>
                  </a:cubicBezTo>
                  <a:cubicBezTo>
                    <a:pt x="4" y="1136"/>
                    <a:pt x="5" y="1231"/>
                    <a:pt x="5" y="1297"/>
                  </a:cubicBezTo>
                  <a:cubicBezTo>
                    <a:pt x="6" y="1328"/>
                    <a:pt x="6" y="1353"/>
                    <a:pt x="6" y="1370"/>
                  </a:cubicBezTo>
                  <a:cubicBezTo>
                    <a:pt x="6" y="1378"/>
                    <a:pt x="6" y="1384"/>
                    <a:pt x="6" y="1389"/>
                  </a:cubicBezTo>
                  <a:cubicBezTo>
                    <a:pt x="6" y="1393"/>
                    <a:pt x="6" y="1395"/>
                    <a:pt x="7" y="1395"/>
                  </a:cubicBezTo>
                  <a:lnTo>
                    <a:pt x="8" y="13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4" name="Google Shape;2084;p46"/>
          <p:cNvSpPr/>
          <p:nvPr/>
        </p:nvSpPr>
        <p:spPr>
          <a:xfrm>
            <a:off x="6690300" y="2104269"/>
            <a:ext cx="403759" cy="441440"/>
          </a:xfrm>
          <a:custGeom>
            <a:avLst/>
            <a:gdLst/>
            <a:ahLst/>
            <a:cxnLst/>
            <a:rect l="l" t="t" r="r" b="b"/>
            <a:pathLst>
              <a:path w="1693" h="1851" extrusionOk="0">
                <a:moveTo>
                  <a:pt x="671" y="957"/>
                </a:moveTo>
                <a:cubicBezTo>
                  <a:pt x="499" y="885"/>
                  <a:pt x="377" y="707"/>
                  <a:pt x="376" y="498"/>
                </a:cubicBezTo>
                <a:cubicBezTo>
                  <a:pt x="375" y="224"/>
                  <a:pt x="582" y="1"/>
                  <a:pt x="839" y="0"/>
                </a:cubicBezTo>
                <a:cubicBezTo>
                  <a:pt x="1096" y="-2"/>
                  <a:pt x="1305" y="220"/>
                  <a:pt x="1306" y="494"/>
                </a:cubicBezTo>
                <a:cubicBezTo>
                  <a:pt x="1307" y="705"/>
                  <a:pt x="1184" y="884"/>
                  <a:pt x="1010" y="957"/>
                </a:cubicBezTo>
                <a:cubicBezTo>
                  <a:pt x="1726" y="1065"/>
                  <a:pt x="1693" y="1843"/>
                  <a:pt x="1693" y="1843"/>
                </a:cubicBezTo>
                <a:lnTo>
                  <a:pt x="0" y="1851"/>
                </a:lnTo>
                <a:cubicBezTo>
                  <a:pt x="0" y="1851"/>
                  <a:pt x="-39" y="1064"/>
                  <a:pt x="671" y="95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5" name="Google Shape;2085;p46"/>
          <p:cNvGrpSpPr/>
          <p:nvPr/>
        </p:nvGrpSpPr>
        <p:grpSpPr>
          <a:xfrm>
            <a:off x="7336010" y="3323581"/>
            <a:ext cx="252784" cy="332947"/>
            <a:chOff x="7421330" y="3293724"/>
            <a:chExt cx="263097" cy="346495"/>
          </a:xfrm>
        </p:grpSpPr>
        <p:sp>
          <p:nvSpPr>
            <p:cNvPr id="2086" name="Google Shape;2086;p46"/>
            <p:cNvSpPr/>
            <p:nvPr/>
          </p:nvSpPr>
          <p:spPr>
            <a:xfrm>
              <a:off x="7574968" y="3403431"/>
              <a:ext cx="109458" cy="109458"/>
            </a:xfrm>
            <a:custGeom>
              <a:avLst/>
              <a:gdLst/>
              <a:ahLst/>
              <a:cxnLst/>
              <a:rect l="l" t="t" r="r" b="b"/>
              <a:pathLst>
                <a:path w="441" h="441" extrusionOk="0">
                  <a:moveTo>
                    <a:pt x="0" y="220"/>
                  </a:moveTo>
                  <a:cubicBezTo>
                    <a:pt x="0" y="342"/>
                    <a:pt x="98" y="441"/>
                    <a:pt x="220" y="441"/>
                  </a:cubicBezTo>
                  <a:cubicBezTo>
                    <a:pt x="342" y="441"/>
                    <a:pt x="441" y="343"/>
                    <a:pt x="441" y="221"/>
                  </a:cubicBezTo>
                  <a:cubicBezTo>
                    <a:pt x="441" y="99"/>
                    <a:pt x="343" y="0"/>
                    <a:pt x="221" y="0"/>
                  </a:cubicBezTo>
                  <a:cubicBezTo>
                    <a:pt x="99" y="0"/>
                    <a:pt x="0" y="98"/>
                    <a:pt x="0" y="2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46"/>
            <p:cNvSpPr/>
            <p:nvPr/>
          </p:nvSpPr>
          <p:spPr>
            <a:xfrm>
              <a:off x="7421578" y="3293724"/>
              <a:ext cx="109458" cy="109458"/>
            </a:xfrm>
            <a:custGeom>
              <a:avLst/>
              <a:gdLst/>
              <a:ahLst/>
              <a:cxnLst/>
              <a:rect l="l" t="t" r="r" b="b"/>
              <a:pathLst>
                <a:path w="441" h="441" extrusionOk="0">
                  <a:moveTo>
                    <a:pt x="0" y="221"/>
                  </a:moveTo>
                  <a:cubicBezTo>
                    <a:pt x="0" y="342"/>
                    <a:pt x="98" y="441"/>
                    <a:pt x="220" y="441"/>
                  </a:cubicBezTo>
                  <a:cubicBezTo>
                    <a:pt x="342" y="441"/>
                    <a:pt x="441" y="342"/>
                    <a:pt x="441" y="221"/>
                  </a:cubicBezTo>
                  <a:cubicBezTo>
                    <a:pt x="441" y="99"/>
                    <a:pt x="343" y="0"/>
                    <a:pt x="221" y="0"/>
                  </a:cubicBezTo>
                  <a:cubicBezTo>
                    <a:pt x="99" y="0"/>
                    <a:pt x="0" y="99"/>
                    <a:pt x="0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46"/>
            <p:cNvSpPr/>
            <p:nvPr/>
          </p:nvSpPr>
          <p:spPr>
            <a:xfrm>
              <a:off x="7421330" y="3521080"/>
              <a:ext cx="109458" cy="119138"/>
            </a:xfrm>
            <a:custGeom>
              <a:avLst/>
              <a:gdLst/>
              <a:ahLst/>
              <a:cxnLst/>
              <a:rect l="l" t="t" r="r" b="b"/>
              <a:pathLst>
                <a:path w="441" h="480" extrusionOk="0">
                  <a:moveTo>
                    <a:pt x="0" y="239"/>
                  </a:moveTo>
                  <a:cubicBezTo>
                    <a:pt x="0" y="372"/>
                    <a:pt x="98" y="480"/>
                    <a:pt x="220" y="480"/>
                  </a:cubicBezTo>
                  <a:cubicBezTo>
                    <a:pt x="342" y="480"/>
                    <a:pt x="441" y="373"/>
                    <a:pt x="441" y="240"/>
                  </a:cubicBezTo>
                  <a:cubicBezTo>
                    <a:pt x="441" y="108"/>
                    <a:pt x="343" y="0"/>
                    <a:pt x="221" y="0"/>
                  </a:cubicBezTo>
                  <a:cubicBezTo>
                    <a:pt x="99" y="0"/>
                    <a:pt x="0" y="107"/>
                    <a:pt x="0" y="2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46"/>
            <p:cNvSpPr/>
            <p:nvPr/>
          </p:nvSpPr>
          <p:spPr>
            <a:xfrm>
              <a:off x="7492068" y="3468461"/>
              <a:ext cx="154632" cy="105487"/>
            </a:xfrm>
            <a:custGeom>
              <a:avLst/>
              <a:gdLst/>
              <a:ahLst/>
              <a:cxnLst/>
              <a:rect l="l" t="t" r="r" b="b"/>
              <a:pathLst>
                <a:path w="623" h="425" extrusionOk="0">
                  <a:moveTo>
                    <a:pt x="1" y="423"/>
                  </a:moveTo>
                  <a:cubicBezTo>
                    <a:pt x="10" y="437"/>
                    <a:pt x="157" y="354"/>
                    <a:pt x="328" y="237"/>
                  </a:cubicBezTo>
                  <a:cubicBezTo>
                    <a:pt x="500" y="120"/>
                    <a:pt x="632" y="15"/>
                    <a:pt x="622" y="1"/>
                  </a:cubicBezTo>
                  <a:cubicBezTo>
                    <a:pt x="613" y="-13"/>
                    <a:pt x="466" y="71"/>
                    <a:pt x="294" y="187"/>
                  </a:cubicBezTo>
                  <a:cubicBezTo>
                    <a:pt x="123" y="304"/>
                    <a:pt x="-9" y="409"/>
                    <a:pt x="1" y="4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46"/>
            <p:cNvSpPr/>
            <p:nvPr/>
          </p:nvSpPr>
          <p:spPr>
            <a:xfrm>
              <a:off x="7487600" y="3344358"/>
              <a:ext cx="135272" cy="105239"/>
            </a:xfrm>
            <a:custGeom>
              <a:avLst/>
              <a:gdLst/>
              <a:ahLst/>
              <a:cxnLst/>
              <a:rect l="l" t="t" r="r" b="b"/>
              <a:pathLst>
                <a:path w="545" h="424" extrusionOk="0">
                  <a:moveTo>
                    <a:pt x="1" y="2"/>
                  </a:moveTo>
                  <a:cubicBezTo>
                    <a:pt x="-9" y="15"/>
                    <a:pt x="104" y="119"/>
                    <a:pt x="254" y="235"/>
                  </a:cubicBezTo>
                  <a:cubicBezTo>
                    <a:pt x="404" y="352"/>
                    <a:pt x="534" y="435"/>
                    <a:pt x="544" y="422"/>
                  </a:cubicBezTo>
                  <a:cubicBezTo>
                    <a:pt x="555" y="408"/>
                    <a:pt x="441" y="303"/>
                    <a:pt x="291" y="187"/>
                  </a:cubicBezTo>
                  <a:cubicBezTo>
                    <a:pt x="141" y="71"/>
                    <a:pt x="11" y="-12"/>
                    <a:pt x="1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1" name="Google Shape;2091;p46"/>
          <p:cNvGrpSpPr/>
          <p:nvPr/>
        </p:nvGrpSpPr>
        <p:grpSpPr>
          <a:xfrm>
            <a:off x="4478360" y="2087670"/>
            <a:ext cx="1687690" cy="1731741"/>
            <a:chOff x="4447089" y="2007522"/>
            <a:chExt cx="1756547" cy="1802207"/>
          </a:xfrm>
        </p:grpSpPr>
        <p:sp>
          <p:nvSpPr>
            <p:cNvPr id="2092" name="Google Shape;2092;p46"/>
            <p:cNvSpPr/>
            <p:nvPr/>
          </p:nvSpPr>
          <p:spPr>
            <a:xfrm>
              <a:off x="4635355" y="3549114"/>
              <a:ext cx="260615" cy="260615"/>
            </a:xfrm>
            <a:custGeom>
              <a:avLst/>
              <a:gdLst/>
              <a:ahLst/>
              <a:cxnLst/>
              <a:rect l="l" t="t" r="r" b="b"/>
              <a:pathLst>
                <a:path w="1050" h="1050" extrusionOk="0">
                  <a:moveTo>
                    <a:pt x="935" y="390"/>
                  </a:moveTo>
                  <a:lnTo>
                    <a:pt x="1040" y="408"/>
                  </a:lnTo>
                  <a:lnTo>
                    <a:pt x="1050" y="583"/>
                  </a:lnTo>
                  <a:lnTo>
                    <a:pt x="948" y="612"/>
                  </a:lnTo>
                  <a:cubicBezTo>
                    <a:pt x="940" y="650"/>
                    <a:pt x="927" y="686"/>
                    <a:pt x="910" y="720"/>
                  </a:cubicBezTo>
                  <a:lnTo>
                    <a:pt x="971" y="806"/>
                  </a:lnTo>
                  <a:lnTo>
                    <a:pt x="854" y="937"/>
                  </a:lnTo>
                  <a:lnTo>
                    <a:pt x="762" y="886"/>
                  </a:lnTo>
                  <a:cubicBezTo>
                    <a:pt x="730" y="907"/>
                    <a:pt x="696" y="923"/>
                    <a:pt x="659" y="935"/>
                  </a:cubicBezTo>
                  <a:lnTo>
                    <a:pt x="641" y="1040"/>
                  </a:lnTo>
                  <a:lnTo>
                    <a:pt x="466" y="1050"/>
                  </a:lnTo>
                  <a:lnTo>
                    <a:pt x="437" y="948"/>
                  </a:lnTo>
                  <a:cubicBezTo>
                    <a:pt x="399" y="940"/>
                    <a:pt x="363" y="927"/>
                    <a:pt x="329" y="910"/>
                  </a:cubicBezTo>
                  <a:lnTo>
                    <a:pt x="243" y="971"/>
                  </a:lnTo>
                  <a:lnTo>
                    <a:pt x="112" y="854"/>
                  </a:lnTo>
                  <a:lnTo>
                    <a:pt x="164" y="762"/>
                  </a:lnTo>
                  <a:cubicBezTo>
                    <a:pt x="143" y="730"/>
                    <a:pt x="126" y="696"/>
                    <a:pt x="114" y="659"/>
                  </a:cubicBezTo>
                  <a:lnTo>
                    <a:pt x="9" y="642"/>
                  </a:lnTo>
                  <a:lnTo>
                    <a:pt x="0" y="466"/>
                  </a:lnTo>
                  <a:lnTo>
                    <a:pt x="101" y="437"/>
                  </a:lnTo>
                  <a:cubicBezTo>
                    <a:pt x="109" y="399"/>
                    <a:pt x="122" y="363"/>
                    <a:pt x="139" y="329"/>
                  </a:cubicBezTo>
                  <a:lnTo>
                    <a:pt x="78" y="243"/>
                  </a:lnTo>
                  <a:lnTo>
                    <a:pt x="195" y="112"/>
                  </a:lnTo>
                  <a:lnTo>
                    <a:pt x="287" y="164"/>
                  </a:lnTo>
                  <a:cubicBezTo>
                    <a:pt x="319" y="143"/>
                    <a:pt x="354" y="126"/>
                    <a:pt x="390" y="114"/>
                  </a:cubicBezTo>
                  <a:lnTo>
                    <a:pt x="408" y="9"/>
                  </a:lnTo>
                  <a:lnTo>
                    <a:pt x="583" y="0"/>
                  </a:lnTo>
                  <a:lnTo>
                    <a:pt x="612" y="102"/>
                  </a:lnTo>
                  <a:cubicBezTo>
                    <a:pt x="650" y="109"/>
                    <a:pt x="686" y="122"/>
                    <a:pt x="720" y="139"/>
                  </a:cubicBezTo>
                  <a:lnTo>
                    <a:pt x="806" y="78"/>
                  </a:lnTo>
                  <a:lnTo>
                    <a:pt x="937" y="195"/>
                  </a:lnTo>
                  <a:lnTo>
                    <a:pt x="886" y="288"/>
                  </a:lnTo>
                  <a:cubicBezTo>
                    <a:pt x="907" y="319"/>
                    <a:pt x="923" y="354"/>
                    <a:pt x="935" y="390"/>
                  </a:cubicBezTo>
                  <a:moveTo>
                    <a:pt x="514" y="329"/>
                  </a:moveTo>
                  <a:cubicBezTo>
                    <a:pt x="410" y="335"/>
                    <a:pt x="331" y="424"/>
                    <a:pt x="336" y="527"/>
                  </a:cubicBezTo>
                  <a:cubicBezTo>
                    <a:pt x="342" y="631"/>
                    <a:pt x="431" y="711"/>
                    <a:pt x="535" y="705"/>
                  </a:cubicBezTo>
                  <a:cubicBezTo>
                    <a:pt x="639" y="699"/>
                    <a:pt x="718" y="610"/>
                    <a:pt x="712" y="506"/>
                  </a:cubicBezTo>
                  <a:cubicBezTo>
                    <a:pt x="706" y="403"/>
                    <a:pt x="617" y="323"/>
                    <a:pt x="514" y="3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46"/>
            <p:cNvSpPr/>
            <p:nvPr/>
          </p:nvSpPr>
          <p:spPr>
            <a:xfrm>
              <a:off x="4517331" y="2904537"/>
              <a:ext cx="501126" cy="500878"/>
            </a:xfrm>
            <a:custGeom>
              <a:avLst/>
              <a:gdLst/>
              <a:ahLst/>
              <a:cxnLst/>
              <a:rect l="l" t="t" r="r" b="b"/>
              <a:pathLst>
                <a:path w="2019" h="2018" extrusionOk="0">
                  <a:moveTo>
                    <a:pt x="1640" y="459"/>
                  </a:moveTo>
                  <a:lnTo>
                    <a:pt x="1840" y="412"/>
                  </a:lnTo>
                  <a:lnTo>
                    <a:pt x="1990" y="716"/>
                  </a:lnTo>
                  <a:lnTo>
                    <a:pt x="1830" y="845"/>
                  </a:lnTo>
                  <a:cubicBezTo>
                    <a:pt x="1845" y="919"/>
                    <a:pt x="1850" y="993"/>
                    <a:pt x="1845" y="1066"/>
                  </a:cubicBezTo>
                  <a:lnTo>
                    <a:pt x="2019" y="1174"/>
                  </a:lnTo>
                  <a:lnTo>
                    <a:pt x="1910" y="1495"/>
                  </a:lnTo>
                  <a:lnTo>
                    <a:pt x="1706" y="1474"/>
                  </a:lnTo>
                  <a:cubicBezTo>
                    <a:pt x="1666" y="1535"/>
                    <a:pt x="1617" y="1591"/>
                    <a:pt x="1560" y="1640"/>
                  </a:cubicBezTo>
                  <a:lnTo>
                    <a:pt x="1608" y="1838"/>
                  </a:lnTo>
                  <a:lnTo>
                    <a:pt x="1304" y="1988"/>
                  </a:lnTo>
                  <a:lnTo>
                    <a:pt x="1175" y="1830"/>
                  </a:lnTo>
                  <a:cubicBezTo>
                    <a:pt x="1101" y="1844"/>
                    <a:pt x="1027" y="1848"/>
                    <a:pt x="954" y="1843"/>
                  </a:cubicBezTo>
                  <a:lnTo>
                    <a:pt x="846" y="2018"/>
                  </a:lnTo>
                  <a:lnTo>
                    <a:pt x="525" y="1909"/>
                  </a:lnTo>
                  <a:lnTo>
                    <a:pt x="546" y="1706"/>
                  </a:lnTo>
                  <a:cubicBezTo>
                    <a:pt x="485" y="1666"/>
                    <a:pt x="429" y="1617"/>
                    <a:pt x="380" y="1560"/>
                  </a:cubicBezTo>
                  <a:lnTo>
                    <a:pt x="180" y="1608"/>
                  </a:lnTo>
                  <a:lnTo>
                    <a:pt x="30" y="1304"/>
                  </a:lnTo>
                  <a:lnTo>
                    <a:pt x="190" y="1175"/>
                  </a:lnTo>
                  <a:cubicBezTo>
                    <a:pt x="175" y="1101"/>
                    <a:pt x="170" y="1027"/>
                    <a:pt x="175" y="954"/>
                  </a:cubicBezTo>
                  <a:lnTo>
                    <a:pt x="0" y="846"/>
                  </a:lnTo>
                  <a:lnTo>
                    <a:pt x="110" y="525"/>
                  </a:lnTo>
                  <a:lnTo>
                    <a:pt x="314" y="546"/>
                  </a:lnTo>
                  <a:cubicBezTo>
                    <a:pt x="354" y="485"/>
                    <a:pt x="403" y="429"/>
                    <a:pt x="459" y="380"/>
                  </a:cubicBezTo>
                  <a:lnTo>
                    <a:pt x="412" y="180"/>
                  </a:lnTo>
                  <a:lnTo>
                    <a:pt x="716" y="30"/>
                  </a:lnTo>
                  <a:lnTo>
                    <a:pt x="845" y="190"/>
                  </a:lnTo>
                  <a:cubicBezTo>
                    <a:pt x="919" y="175"/>
                    <a:pt x="993" y="170"/>
                    <a:pt x="1066" y="175"/>
                  </a:cubicBezTo>
                  <a:lnTo>
                    <a:pt x="1173" y="0"/>
                  </a:lnTo>
                  <a:lnTo>
                    <a:pt x="1495" y="110"/>
                  </a:lnTo>
                  <a:lnTo>
                    <a:pt x="1473" y="314"/>
                  </a:lnTo>
                  <a:cubicBezTo>
                    <a:pt x="1534" y="354"/>
                    <a:pt x="1591" y="403"/>
                    <a:pt x="1640" y="459"/>
                  </a:cubicBezTo>
                  <a:moveTo>
                    <a:pt x="842" y="669"/>
                  </a:moveTo>
                  <a:cubicBezTo>
                    <a:pt x="662" y="758"/>
                    <a:pt x="588" y="976"/>
                    <a:pt x="677" y="1157"/>
                  </a:cubicBezTo>
                  <a:cubicBezTo>
                    <a:pt x="766" y="1337"/>
                    <a:pt x="984" y="1411"/>
                    <a:pt x="1164" y="1322"/>
                  </a:cubicBezTo>
                  <a:cubicBezTo>
                    <a:pt x="1345" y="1234"/>
                    <a:pt x="1419" y="1015"/>
                    <a:pt x="1330" y="835"/>
                  </a:cubicBezTo>
                  <a:cubicBezTo>
                    <a:pt x="1241" y="654"/>
                    <a:pt x="1023" y="580"/>
                    <a:pt x="842" y="6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46"/>
            <p:cNvSpPr/>
            <p:nvPr/>
          </p:nvSpPr>
          <p:spPr>
            <a:xfrm>
              <a:off x="5865829" y="2264911"/>
              <a:ext cx="337807" cy="338055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1105" y="310"/>
                  </a:moveTo>
                  <a:lnTo>
                    <a:pt x="1239" y="277"/>
                  </a:lnTo>
                  <a:lnTo>
                    <a:pt x="1340" y="483"/>
                  </a:lnTo>
                  <a:lnTo>
                    <a:pt x="1233" y="570"/>
                  </a:lnTo>
                  <a:cubicBezTo>
                    <a:pt x="1243" y="619"/>
                    <a:pt x="1246" y="670"/>
                    <a:pt x="1243" y="719"/>
                  </a:cubicBezTo>
                  <a:lnTo>
                    <a:pt x="1361" y="791"/>
                  </a:lnTo>
                  <a:lnTo>
                    <a:pt x="1287" y="1008"/>
                  </a:lnTo>
                  <a:lnTo>
                    <a:pt x="1150" y="993"/>
                  </a:lnTo>
                  <a:cubicBezTo>
                    <a:pt x="1122" y="1035"/>
                    <a:pt x="1089" y="1072"/>
                    <a:pt x="1051" y="1106"/>
                  </a:cubicBezTo>
                  <a:lnTo>
                    <a:pt x="1083" y="1240"/>
                  </a:lnTo>
                  <a:lnTo>
                    <a:pt x="878" y="1341"/>
                  </a:lnTo>
                  <a:lnTo>
                    <a:pt x="791" y="1234"/>
                  </a:lnTo>
                  <a:cubicBezTo>
                    <a:pt x="742" y="1244"/>
                    <a:pt x="691" y="1247"/>
                    <a:pt x="642" y="1244"/>
                  </a:cubicBezTo>
                  <a:lnTo>
                    <a:pt x="570" y="1362"/>
                  </a:lnTo>
                  <a:lnTo>
                    <a:pt x="353" y="1288"/>
                  </a:lnTo>
                  <a:lnTo>
                    <a:pt x="368" y="1151"/>
                  </a:lnTo>
                  <a:cubicBezTo>
                    <a:pt x="327" y="1123"/>
                    <a:pt x="289" y="1090"/>
                    <a:pt x="256" y="1052"/>
                  </a:cubicBezTo>
                  <a:lnTo>
                    <a:pt x="121" y="1084"/>
                  </a:lnTo>
                  <a:lnTo>
                    <a:pt x="20" y="879"/>
                  </a:lnTo>
                  <a:lnTo>
                    <a:pt x="128" y="792"/>
                  </a:lnTo>
                  <a:cubicBezTo>
                    <a:pt x="117" y="743"/>
                    <a:pt x="115" y="692"/>
                    <a:pt x="118" y="643"/>
                  </a:cubicBezTo>
                  <a:lnTo>
                    <a:pt x="0" y="571"/>
                  </a:lnTo>
                  <a:lnTo>
                    <a:pt x="73" y="354"/>
                  </a:lnTo>
                  <a:lnTo>
                    <a:pt x="211" y="369"/>
                  </a:lnTo>
                  <a:cubicBezTo>
                    <a:pt x="238" y="328"/>
                    <a:pt x="271" y="290"/>
                    <a:pt x="309" y="257"/>
                  </a:cubicBezTo>
                  <a:lnTo>
                    <a:pt x="277" y="122"/>
                  </a:lnTo>
                  <a:lnTo>
                    <a:pt x="482" y="21"/>
                  </a:lnTo>
                  <a:lnTo>
                    <a:pt x="569" y="128"/>
                  </a:lnTo>
                  <a:cubicBezTo>
                    <a:pt x="619" y="118"/>
                    <a:pt x="669" y="115"/>
                    <a:pt x="718" y="118"/>
                  </a:cubicBezTo>
                  <a:lnTo>
                    <a:pt x="791" y="0"/>
                  </a:lnTo>
                  <a:lnTo>
                    <a:pt x="1007" y="74"/>
                  </a:lnTo>
                  <a:lnTo>
                    <a:pt x="993" y="212"/>
                  </a:lnTo>
                  <a:cubicBezTo>
                    <a:pt x="1034" y="239"/>
                    <a:pt x="1072" y="272"/>
                    <a:pt x="1105" y="310"/>
                  </a:cubicBezTo>
                  <a:moveTo>
                    <a:pt x="567" y="451"/>
                  </a:moveTo>
                  <a:cubicBezTo>
                    <a:pt x="445" y="511"/>
                    <a:pt x="395" y="658"/>
                    <a:pt x="455" y="780"/>
                  </a:cubicBezTo>
                  <a:cubicBezTo>
                    <a:pt x="515" y="902"/>
                    <a:pt x="663" y="952"/>
                    <a:pt x="784" y="892"/>
                  </a:cubicBezTo>
                  <a:cubicBezTo>
                    <a:pt x="906" y="832"/>
                    <a:pt x="956" y="685"/>
                    <a:pt x="896" y="563"/>
                  </a:cubicBezTo>
                  <a:cubicBezTo>
                    <a:pt x="836" y="441"/>
                    <a:pt x="689" y="391"/>
                    <a:pt x="567" y="4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46"/>
            <p:cNvSpPr/>
            <p:nvPr/>
          </p:nvSpPr>
          <p:spPr>
            <a:xfrm>
              <a:off x="4447089" y="2007522"/>
              <a:ext cx="485241" cy="484993"/>
            </a:xfrm>
            <a:custGeom>
              <a:avLst/>
              <a:gdLst/>
              <a:ahLst/>
              <a:cxnLst/>
              <a:rect l="l" t="t" r="r" b="b"/>
              <a:pathLst>
                <a:path w="1955" h="1954" extrusionOk="0">
                  <a:moveTo>
                    <a:pt x="1587" y="444"/>
                  </a:moveTo>
                  <a:lnTo>
                    <a:pt x="1780" y="398"/>
                  </a:lnTo>
                  <a:lnTo>
                    <a:pt x="1926" y="693"/>
                  </a:lnTo>
                  <a:lnTo>
                    <a:pt x="1771" y="818"/>
                  </a:lnTo>
                  <a:cubicBezTo>
                    <a:pt x="1786" y="889"/>
                    <a:pt x="1790" y="961"/>
                    <a:pt x="1785" y="1031"/>
                  </a:cubicBezTo>
                  <a:lnTo>
                    <a:pt x="1955" y="1135"/>
                  </a:lnTo>
                  <a:lnTo>
                    <a:pt x="1849" y="1446"/>
                  </a:lnTo>
                  <a:lnTo>
                    <a:pt x="1652" y="1426"/>
                  </a:lnTo>
                  <a:cubicBezTo>
                    <a:pt x="1612" y="1485"/>
                    <a:pt x="1565" y="1539"/>
                    <a:pt x="1510" y="1587"/>
                  </a:cubicBezTo>
                  <a:lnTo>
                    <a:pt x="1557" y="1780"/>
                  </a:lnTo>
                  <a:lnTo>
                    <a:pt x="1262" y="1925"/>
                  </a:lnTo>
                  <a:lnTo>
                    <a:pt x="1137" y="1771"/>
                  </a:lnTo>
                  <a:cubicBezTo>
                    <a:pt x="1066" y="1785"/>
                    <a:pt x="994" y="1790"/>
                    <a:pt x="923" y="1785"/>
                  </a:cubicBezTo>
                  <a:lnTo>
                    <a:pt x="819" y="1954"/>
                  </a:lnTo>
                  <a:lnTo>
                    <a:pt x="508" y="1849"/>
                  </a:lnTo>
                  <a:lnTo>
                    <a:pt x="529" y="1651"/>
                  </a:lnTo>
                  <a:cubicBezTo>
                    <a:pt x="470" y="1612"/>
                    <a:pt x="415" y="1565"/>
                    <a:pt x="368" y="1510"/>
                  </a:cubicBezTo>
                  <a:lnTo>
                    <a:pt x="174" y="1556"/>
                  </a:lnTo>
                  <a:lnTo>
                    <a:pt x="29" y="1262"/>
                  </a:lnTo>
                  <a:lnTo>
                    <a:pt x="183" y="1137"/>
                  </a:lnTo>
                  <a:cubicBezTo>
                    <a:pt x="169" y="1066"/>
                    <a:pt x="165" y="994"/>
                    <a:pt x="169" y="923"/>
                  </a:cubicBezTo>
                  <a:lnTo>
                    <a:pt x="0" y="819"/>
                  </a:lnTo>
                  <a:lnTo>
                    <a:pt x="106" y="508"/>
                  </a:lnTo>
                  <a:lnTo>
                    <a:pt x="303" y="529"/>
                  </a:lnTo>
                  <a:cubicBezTo>
                    <a:pt x="342" y="470"/>
                    <a:pt x="390" y="415"/>
                    <a:pt x="444" y="367"/>
                  </a:cubicBezTo>
                  <a:lnTo>
                    <a:pt x="398" y="174"/>
                  </a:lnTo>
                  <a:lnTo>
                    <a:pt x="693" y="29"/>
                  </a:lnTo>
                  <a:lnTo>
                    <a:pt x="818" y="183"/>
                  </a:lnTo>
                  <a:cubicBezTo>
                    <a:pt x="889" y="169"/>
                    <a:pt x="961" y="164"/>
                    <a:pt x="1031" y="169"/>
                  </a:cubicBezTo>
                  <a:lnTo>
                    <a:pt x="1135" y="0"/>
                  </a:lnTo>
                  <a:lnTo>
                    <a:pt x="1446" y="105"/>
                  </a:lnTo>
                  <a:lnTo>
                    <a:pt x="1426" y="303"/>
                  </a:lnTo>
                  <a:cubicBezTo>
                    <a:pt x="1485" y="342"/>
                    <a:pt x="1539" y="390"/>
                    <a:pt x="1587" y="444"/>
                  </a:cubicBezTo>
                  <a:moveTo>
                    <a:pt x="815" y="648"/>
                  </a:moveTo>
                  <a:cubicBezTo>
                    <a:pt x="640" y="734"/>
                    <a:pt x="569" y="945"/>
                    <a:pt x="655" y="1120"/>
                  </a:cubicBezTo>
                  <a:cubicBezTo>
                    <a:pt x="741" y="1294"/>
                    <a:pt x="953" y="1366"/>
                    <a:pt x="1127" y="1280"/>
                  </a:cubicBezTo>
                  <a:cubicBezTo>
                    <a:pt x="1302" y="1194"/>
                    <a:pt x="1373" y="982"/>
                    <a:pt x="1287" y="808"/>
                  </a:cubicBezTo>
                  <a:cubicBezTo>
                    <a:pt x="1201" y="633"/>
                    <a:pt x="990" y="562"/>
                    <a:pt x="815" y="6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6" name="Google Shape;2096;p46"/>
          <p:cNvSpPr/>
          <p:nvPr/>
        </p:nvSpPr>
        <p:spPr>
          <a:xfrm>
            <a:off x="4979394" y="4342013"/>
            <a:ext cx="843292" cy="238726"/>
          </a:xfrm>
          <a:custGeom>
            <a:avLst/>
            <a:gdLst/>
            <a:ahLst/>
            <a:cxnLst/>
            <a:rect l="l" t="t" r="r" b="b"/>
            <a:pathLst>
              <a:path w="3536" h="1001" extrusionOk="0">
                <a:moveTo>
                  <a:pt x="468" y="994"/>
                </a:moveTo>
                <a:cubicBezTo>
                  <a:pt x="468" y="994"/>
                  <a:pt x="461" y="993"/>
                  <a:pt x="447" y="992"/>
                </a:cubicBezTo>
                <a:cubicBezTo>
                  <a:pt x="439" y="992"/>
                  <a:pt x="431" y="991"/>
                  <a:pt x="420" y="991"/>
                </a:cubicBezTo>
                <a:cubicBezTo>
                  <a:pt x="410" y="989"/>
                  <a:pt x="398" y="987"/>
                  <a:pt x="385" y="985"/>
                </a:cubicBezTo>
                <a:cubicBezTo>
                  <a:pt x="358" y="980"/>
                  <a:pt x="325" y="971"/>
                  <a:pt x="288" y="956"/>
                </a:cubicBezTo>
                <a:cubicBezTo>
                  <a:pt x="252" y="939"/>
                  <a:pt x="211" y="917"/>
                  <a:pt x="171" y="884"/>
                </a:cubicBezTo>
                <a:cubicBezTo>
                  <a:pt x="132" y="850"/>
                  <a:pt x="94" y="806"/>
                  <a:pt x="63" y="751"/>
                </a:cubicBezTo>
                <a:cubicBezTo>
                  <a:pt x="33" y="695"/>
                  <a:pt x="13" y="629"/>
                  <a:pt x="9" y="556"/>
                </a:cubicBezTo>
                <a:cubicBezTo>
                  <a:pt x="7" y="482"/>
                  <a:pt x="4" y="402"/>
                  <a:pt x="33" y="323"/>
                </a:cubicBezTo>
                <a:cubicBezTo>
                  <a:pt x="46" y="283"/>
                  <a:pt x="66" y="245"/>
                  <a:pt x="90" y="209"/>
                </a:cubicBezTo>
                <a:cubicBezTo>
                  <a:pt x="115" y="173"/>
                  <a:pt x="147" y="140"/>
                  <a:pt x="182" y="111"/>
                </a:cubicBezTo>
                <a:cubicBezTo>
                  <a:pt x="218" y="82"/>
                  <a:pt x="260" y="59"/>
                  <a:pt x="305" y="42"/>
                </a:cubicBezTo>
                <a:cubicBezTo>
                  <a:pt x="327" y="32"/>
                  <a:pt x="351" y="27"/>
                  <a:pt x="375" y="21"/>
                </a:cubicBezTo>
                <a:cubicBezTo>
                  <a:pt x="399" y="17"/>
                  <a:pt x="424" y="13"/>
                  <a:pt x="449" y="12"/>
                </a:cubicBezTo>
                <a:cubicBezTo>
                  <a:pt x="550" y="11"/>
                  <a:pt x="656" y="12"/>
                  <a:pt x="765" y="12"/>
                </a:cubicBezTo>
                <a:cubicBezTo>
                  <a:pt x="984" y="12"/>
                  <a:pt x="1218" y="12"/>
                  <a:pt x="1464" y="12"/>
                </a:cubicBezTo>
                <a:cubicBezTo>
                  <a:pt x="1957" y="12"/>
                  <a:pt x="2498" y="13"/>
                  <a:pt x="3066" y="13"/>
                </a:cubicBezTo>
                <a:cubicBezTo>
                  <a:pt x="3206" y="13"/>
                  <a:pt x="3342" y="80"/>
                  <a:pt x="3426" y="189"/>
                </a:cubicBezTo>
                <a:cubicBezTo>
                  <a:pt x="3467" y="242"/>
                  <a:pt x="3497" y="305"/>
                  <a:pt x="3511" y="370"/>
                </a:cubicBezTo>
                <a:cubicBezTo>
                  <a:pt x="3515" y="387"/>
                  <a:pt x="3517" y="403"/>
                  <a:pt x="3520" y="420"/>
                </a:cubicBezTo>
                <a:cubicBezTo>
                  <a:pt x="3521" y="436"/>
                  <a:pt x="3522" y="453"/>
                  <a:pt x="3523" y="470"/>
                </a:cubicBezTo>
                <a:cubicBezTo>
                  <a:pt x="3523" y="504"/>
                  <a:pt x="3523" y="537"/>
                  <a:pt x="3520" y="570"/>
                </a:cubicBezTo>
                <a:cubicBezTo>
                  <a:pt x="3510" y="702"/>
                  <a:pt x="3438" y="823"/>
                  <a:pt x="3336" y="898"/>
                </a:cubicBezTo>
                <a:cubicBezTo>
                  <a:pt x="3284" y="936"/>
                  <a:pt x="3226" y="962"/>
                  <a:pt x="3165" y="976"/>
                </a:cubicBezTo>
                <a:cubicBezTo>
                  <a:pt x="3105" y="990"/>
                  <a:pt x="3042" y="986"/>
                  <a:pt x="2981" y="987"/>
                </a:cubicBezTo>
                <a:cubicBezTo>
                  <a:pt x="2489" y="988"/>
                  <a:pt x="2045" y="988"/>
                  <a:pt x="1673" y="989"/>
                </a:cubicBezTo>
                <a:cubicBezTo>
                  <a:pt x="1301" y="990"/>
                  <a:pt x="1000" y="990"/>
                  <a:pt x="791" y="991"/>
                </a:cubicBezTo>
                <a:cubicBezTo>
                  <a:pt x="687" y="991"/>
                  <a:pt x="606" y="992"/>
                  <a:pt x="551" y="992"/>
                </a:cubicBezTo>
                <a:cubicBezTo>
                  <a:pt x="524" y="993"/>
                  <a:pt x="503" y="993"/>
                  <a:pt x="489" y="993"/>
                </a:cubicBezTo>
                <a:cubicBezTo>
                  <a:pt x="475" y="993"/>
                  <a:pt x="468" y="994"/>
                  <a:pt x="468" y="994"/>
                </a:cubicBezTo>
                <a:cubicBezTo>
                  <a:pt x="468" y="994"/>
                  <a:pt x="475" y="994"/>
                  <a:pt x="489" y="995"/>
                </a:cubicBezTo>
                <a:cubicBezTo>
                  <a:pt x="503" y="995"/>
                  <a:pt x="524" y="995"/>
                  <a:pt x="551" y="995"/>
                </a:cubicBezTo>
                <a:cubicBezTo>
                  <a:pt x="606" y="996"/>
                  <a:pt x="687" y="996"/>
                  <a:pt x="791" y="997"/>
                </a:cubicBezTo>
                <a:cubicBezTo>
                  <a:pt x="999" y="997"/>
                  <a:pt x="1301" y="998"/>
                  <a:pt x="1673" y="999"/>
                </a:cubicBezTo>
                <a:cubicBezTo>
                  <a:pt x="2045" y="999"/>
                  <a:pt x="2488" y="1000"/>
                  <a:pt x="2981" y="1000"/>
                </a:cubicBezTo>
                <a:cubicBezTo>
                  <a:pt x="3042" y="1000"/>
                  <a:pt x="3105" y="1004"/>
                  <a:pt x="3168" y="989"/>
                </a:cubicBezTo>
                <a:cubicBezTo>
                  <a:pt x="3231" y="975"/>
                  <a:pt x="3291" y="948"/>
                  <a:pt x="3343" y="909"/>
                </a:cubicBezTo>
                <a:cubicBezTo>
                  <a:pt x="3449" y="833"/>
                  <a:pt x="3523" y="708"/>
                  <a:pt x="3534" y="572"/>
                </a:cubicBezTo>
                <a:cubicBezTo>
                  <a:pt x="3536" y="538"/>
                  <a:pt x="3536" y="504"/>
                  <a:pt x="3536" y="470"/>
                </a:cubicBezTo>
                <a:cubicBezTo>
                  <a:pt x="3535" y="453"/>
                  <a:pt x="3535" y="436"/>
                  <a:pt x="3533" y="419"/>
                </a:cubicBezTo>
                <a:cubicBezTo>
                  <a:pt x="3530" y="402"/>
                  <a:pt x="3529" y="385"/>
                  <a:pt x="3525" y="368"/>
                </a:cubicBezTo>
                <a:cubicBezTo>
                  <a:pt x="3510" y="300"/>
                  <a:pt x="3479" y="236"/>
                  <a:pt x="3436" y="181"/>
                </a:cubicBezTo>
                <a:cubicBezTo>
                  <a:pt x="3351" y="69"/>
                  <a:pt x="3210" y="0"/>
                  <a:pt x="3065" y="0"/>
                </a:cubicBezTo>
                <a:cubicBezTo>
                  <a:pt x="2497" y="0"/>
                  <a:pt x="1956" y="0"/>
                  <a:pt x="1464" y="0"/>
                </a:cubicBezTo>
                <a:cubicBezTo>
                  <a:pt x="1218" y="0"/>
                  <a:pt x="984" y="1"/>
                  <a:pt x="765" y="1"/>
                </a:cubicBezTo>
                <a:cubicBezTo>
                  <a:pt x="655" y="1"/>
                  <a:pt x="550" y="0"/>
                  <a:pt x="448" y="2"/>
                </a:cubicBezTo>
                <a:cubicBezTo>
                  <a:pt x="422" y="2"/>
                  <a:pt x="397" y="7"/>
                  <a:pt x="372" y="11"/>
                </a:cubicBezTo>
                <a:cubicBezTo>
                  <a:pt x="348" y="17"/>
                  <a:pt x="324" y="23"/>
                  <a:pt x="301" y="32"/>
                </a:cubicBezTo>
                <a:cubicBezTo>
                  <a:pt x="255" y="50"/>
                  <a:pt x="212" y="73"/>
                  <a:pt x="176" y="103"/>
                </a:cubicBezTo>
                <a:cubicBezTo>
                  <a:pt x="140" y="133"/>
                  <a:pt x="108" y="167"/>
                  <a:pt x="82" y="204"/>
                </a:cubicBezTo>
                <a:cubicBezTo>
                  <a:pt x="58" y="241"/>
                  <a:pt x="37" y="280"/>
                  <a:pt x="24" y="320"/>
                </a:cubicBezTo>
                <a:cubicBezTo>
                  <a:pt x="-4" y="400"/>
                  <a:pt x="-1" y="482"/>
                  <a:pt x="1" y="556"/>
                </a:cubicBezTo>
                <a:cubicBezTo>
                  <a:pt x="5" y="630"/>
                  <a:pt x="26" y="698"/>
                  <a:pt x="57" y="754"/>
                </a:cubicBezTo>
                <a:cubicBezTo>
                  <a:pt x="88" y="810"/>
                  <a:pt x="128" y="854"/>
                  <a:pt x="168" y="888"/>
                </a:cubicBezTo>
                <a:cubicBezTo>
                  <a:pt x="209" y="921"/>
                  <a:pt x="250" y="943"/>
                  <a:pt x="287" y="959"/>
                </a:cubicBezTo>
                <a:cubicBezTo>
                  <a:pt x="324" y="974"/>
                  <a:pt x="357" y="983"/>
                  <a:pt x="384" y="988"/>
                </a:cubicBezTo>
                <a:cubicBezTo>
                  <a:pt x="398" y="989"/>
                  <a:pt x="410" y="991"/>
                  <a:pt x="420" y="993"/>
                </a:cubicBezTo>
                <a:cubicBezTo>
                  <a:pt x="430" y="993"/>
                  <a:pt x="439" y="993"/>
                  <a:pt x="446" y="994"/>
                </a:cubicBezTo>
                <a:cubicBezTo>
                  <a:pt x="460" y="994"/>
                  <a:pt x="468" y="994"/>
                  <a:pt x="468" y="9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7" name="Google Shape;2097;p46"/>
          <p:cNvGrpSpPr/>
          <p:nvPr/>
        </p:nvGrpSpPr>
        <p:grpSpPr>
          <a:xfrm>
            <a:off x="4159518" y="2191417"/>
            <a:ext cx="2410986" cy="2511169"/>
            <a:chOff x="4115239" y="2115491"/>
            <a:chExt cx="2509353" cy="2613351"/>
          </a:xfrm>
        </p:grpSpPr>
        <p:sp>
          <p:nvSpPr>
            <p:cNvPr id="2098" name="Google Shape;2098;p46"/>
            <p:cNvSpPr/>
            <p:nvPr/>
          </p:nvSpPr>
          <p:spPr>
            <a:xfrm>
              <a:off x="4792838" y="2237609"/>
              <a:ext cx="1189895" cy="2489496"/>
            </a:xfrm>
            <a:custGeom>
              <a:avLst/>
              <a:gdLst/>
              <a:ahLst/>
              <a:cxnLst/>
              <a:rect l="l" t="t" r="r" b="b"/>
              <a:pathLst>
                <a:path w="4794" h="10030" extrusionOk="0">
                  <a:moveTo>
                    <a:pt x="554" y="17"/>
                  </a:moveTo>
                  <a:lnTo>
                    <a:pt x="1262" y="13"/>
                  </a:lnTo>
                  <a:cubicBezTo>
                    <a:pt x="1357" y="13"/>
                    <a:pt x="1434" y="93"/>
                    <a:pt x="1434" y="192"/>
                  </a:cubicBezTo>
                  <a:lnTo>
                    <a:pt x="1435" y="320"/>
                  </a:lnTo>
                  <a:cubicBezTo>
                    <a:pt x="1435" y="419"/>
                    <a:pt x="1512" y="499"/>
                    <a:pt x="1607" y="498"/>
                  </a:cubicBezTo>
                  <a:lnTo>
                    <a:pt x="2986" y="492"/>
                  </a:lnTo>
                  <a:cubicBezTo>
                    <a:pt x="3081" y="491"/>
                    <a:pt x="3158" y="411"/>
                    <a:pt x="3158" y="312"/>
                  </a:cubicBezTo>
                  <a:lnTo>
                    <a:pt x="3157" y="184"/>
                  </a:lnTo>
                  <a:cubicBezTo>
                    <a:pt x="3156" y="85"/>
                    <a:pt x="3233" y="4"/>
                    <a:pt x="3328" y="4"/>
                  </a:cubicBezTo>
                  <a:lnTo>
                    <a:pt x="3577" y="3"/>
                  </a:lnTo>
                  <a:lnTo>
                    <a:pt x="4197" y="0"/>
                  </a:lnTo>
                  <a:cubicBezTo>
                    <a:pt x="4504" y="-1"/>
                    <a:pt x="4755" y="246"/>
                    <a:pt x="4756" y="553"/>
                  </a:cubicBezTo>
                  <a:lnTo>
                    <a:pt x="4794" y="9456"/>
                  </a:lnTo>
                  <a:cubicBezTo>
                    <a:pt x="4795" y="9763"/>
                    <a:pt x="4547" y="10012"/>
                    <a:pt x="4239" y="10014"/>
                  </a:cubicBezTo>
                  <a:lnTo>
                    <a:pt x="597" y="10030"/>
                  </a:lnTo>
                  <a:cubicBezTo>
                    <a:pt x="290" y="10032"/>
                    <a:pt x="39" y="9784"/>
                    <a:pt x="38" y="9478"/>
                  </a:cubicBezTo>
                  <a:lnTo>
                    <a:pt x="0" y="574"/>
                  </a:lnTo>
                  <a:cubicBezTo>
                    <a:pt x="-1" y="268"/>
                    <a:pt x="247" y="18"/>
                    <a:pt x="554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46"/>
            <p:cNvSpPr/>
            <p:nvPr/>
          </p:nvSpPr>
          <p:spPr>
            <a:xfrm>
              <a:off x="4792094" y="2236119"/>
              <a:ext cx="1192129" cy="2492723"/>
            </a:xfrm>
            <a:custGeom>
              <a:avLst/>
              <a:gdLst/>
              <a:ahLst/>
              <a:cxnLst/>
              <a:rect l="l" t="t" r="r" b="b"/>
              <a:pathLst>
                <a:path w="4803" h="10043" extrusionOk="0">
                  <a:moveTo>
                    <a:pt x="557" y="23"/>
                  </a:moveTo>
                  <a:cubicBezTo>
                    <a:pt x="557" y="23"/>
                    <a:pt x="551" y="23"/>
                    <a:pt x="538" y="23"/>
                  </a:cubicBezTo>
                  <a:cubicBezTo>
                    <a:pt x="526" y="25"/>
                    <a:pt x="506" y="23"/>
                    <a:pt x="482" y="28"/>
                  </a:cubicBezTo>
                  <a:cubicBezTo>
                    <a:pt x="432" y="34"/>
                    <a:pt x="358" y="50"/>
                    <a:pt x="273" y="100"/>
                  </a:cubicBezTo>
                  <a:cubicBezTo>
                    <a:pt x="231" y="124"/>
                    <a:pt x="188" y="159"/>
                    <a:pt x="147" y="203"/>
                  </a:cubicBezTo>
                  <a:cubicBezTo>
                    <a:pt x="106" y="248"/>
                    <a:pt x="68" y="303"/>
                    <a:pt x="41" y="369"/>
                  </a:cubicBezTo>
                  <a:cubicBezTo>
                    <a:pt x="14" y="436"/>
                    <a:pt x="-1" y="513"/>
                    <a:pt x="0" y="595"/>
                  </a:cubicBezTo>
                  <a:cubicBezTo>
                    <a:pt x="0" y="677"/>
                    <a:pt x="1" y="764"/>
                    <a:pt x="1" y="857"/>
                  </a:cubicBezTo>
                  <a:cubicBezTo>
                    <a:pt x="4" y="1597"/>
                    <a:pt x="8" y="2668"/>
                    <a:pt x="12" y="3992"/>
                  </a:cubicBezTo>
                  <a:cubicBezTo>
                    <a:pt x="18" y="5314"/>
                    <a:pt x="24" y="6890"/>
                    <a:pt x="31" y="8640"/>
                  </a:cubicBezTo>
                  <a:cubicBezTo>
                    <a:pt x="31" y="8859"/>
                    <a:pt x="32" y="9081"/>
                    <a:pt x="33" y="9305"/>
                  </a:cubicBezTo>
                  <a:cubicBezTo>
                    <a:pt x="33" y="9361"/>
                    <a:pt x="34" y="9417"/>
                    <a:pt x="34" y="9473"/>
                  </a:cubicBezTo>
                  <a:cubicBezTo>
                    <a:pt x="35" y="9530"/>
                    <a:pt x="40" y="9588"/>
                    <a:pt x="58" y="9642"/>
                  </a:cubicBezTo>
                  <a:cubicBezTo>
                    <a:pt x="75" y="9697"/>
                    <a:pt x="99" y="9749"/>
                    <a:pt x="131" y="9797"/>
                  </a:cubicBezTo>
                  <a:cubicBezTo>
                    <a:pt x="164" y="9845"/>
                    <a:pt x="204" y="9887"/>
                    <a:pt x="250" y="9923"/>
                  </a:cubicBezTo>
                  <a:cubicBezTo>
                    <a:pt x="295" y="9960"/>
                    <a:pt x="347" y="9987"/>
                    <a:pt x="401" y="10007"/>
                  </a:cubicBezTo>
                  <a:cubicBezTo>
                    <a:pt x="428" y="10018"/>
                    <a:pt x="457" y="10025"/>
                    <a:pt x="485" y="10032"/>
                  </a:cubicBezTo>
                  <a:cubicBezTo>
                    <a:pt x="514" y="10036"/>
                    <a:pt x="543" y="10041"/>
                    <a:pt x="572" y="10042"/>
                  </a:cubicBezTo>
                  <a:cubicBezTo>
                    <a:pt x="689" y="10044"/>
                    <a:pt x="804" y="10041"/>
                    <a:pt x="921" y="10042"/>
                  </a:cubicBezTo>
                  <a:cubicBezTo>
                    <a:pt x="1155" y="10041"/>
                    <a:pt x="1391" y="10040"/>
                    <a:pt x="1629" y="10039"/>
                  </a:cubicBezTo>
                  <a:cubicBezTo>
                    <a:pt x="2105" y="10036"/>
                    <a:pt x="2590" y="10034"/>
                    <a:pt x="3081" y="10032"/>
                  </a:cubicBezTo>
                  <a:cubicBezTo>
                    <a:pt x="3327" y="10031"/>
                    <a:pt x="3575" y="10030"/>
                    <a:pt x="3824" y="10029"/>
                  </a:cubicBezTo>
                  <a:cubicBezTo>
                    <a:pt x="3949" y="10028"/>
                    <a:pt x="4074" y="10027"/>
                    <a:pt x="4200" y="10027"/>
                  </a:cubicBezTo>
                  <a:cubicBezTo>
                    <a:pt x="4325" y="10032"/>
                    <a:pt x="4456" y="9999"/>
                    <a:pt x="4561" y="9926"/>
                  </a:cubicBezTo>
                  <a:cubicBezTo>
                    <a:pt x="4666" y="9853"/>
                    <a:pt x="4744" y="9744"/>
                    <a:pt x="4780" y="9622"/>
                  </a:cubicBezTo>
                  <a:cubicBezTo>
                    <a:pt x="4800" y="9562"/>
                    <a:pt x="4803" y="9497"/>
                    <a:pt x="4803" y="9434"/>
                  </a:cubicBezTo>
                  <a:cubicBezTo>
                    <a:pt x="4803" y="9372"/>
                    <a:pt x="4803" y="9309"/>
                    <a:pt x="4802" y="9247"/>
                  </a:cubicBezTo>
                  <a:cubicBezTo>
                    <a:pt x="4801" y="8998"/>
                    <a:pt x="4800" y="8750"/>
                    <a:pt x="4799" y="8504"/>
                  </a:cubicBezTo>
                  <a:cubicBezTo>
                    <a:pt x="4797" y="8012"/>
                    <a:pt x="4795" y="7527"/>
                    <a:pt x="4793" y="7051"/>
                  </a:cubicBezTo>
                  <a:cubicBezTo>
                    <a:pt x="4788" y="6099"/>
                    <a:pt x="4785" y="5180"/>
                    <a:pt x="4781" y="4306"/>
                  </a:cubicBezTo>
                  <a:cubicBezTo>
                    <a:pt x="4777" y="3431"/>
                    <a:pt x="4773" y="2600"/>
                    <a:pt x="4769" y="1821"/>
                  </a:cubicBezTo>
                  <a:cubicBezTo>
                    <a:pt x="4768" y="1432"/>
                    <a:pt x="4766" y="1056"/>
                    <a:pt x="4764" y="695"/>
                  </a:cubicBezTo>
                  <a:cubicBezTo>
                    <a:pt x="4764" y="650"/>
                    <a:pt x="4764" y="605"/>
                    <a:pt x="4764" y="560"/>
                  </a:cubicBezTo>
                  <a:cubicBezTo>
                    <a:pt x="4762" y="538"/>
                    <a:pt x="4762" y="515"/>
                    <a:pt x="4759" y="493"/>
                  </a:cubicBezTo>
                  <a:cubicBezTo>
                    <a:pt x="4755" y="471"/>
                    <a:pt x="4754" y="449"/>
                    <a:pt x="4747" y="427"/>
                  </a:cubicBezTo>
                  <a:cubicBezTo>
                    <a:pt x="4725" y="341"/>
                    <a:pt x="4684" y="260"/>
                    <a:pt x="4626" y="194"/>
                  </a:cubicBezTo>
                  <a:cubicBezTo>
                    <a:pt x="4568" y="129"/>
                    <a:pt x="4496" y="77"/>
                    <a:pt x="4418" y="43"/>
                  </a:cubicBezTo>
                  <a:cubicBezTo>
                    <a:pt x="4397" y="37"/>
                    <a:pt x="4378" y="28"/>
                    <a:pt x="4357" y="23"/>
                  </a:cubicBezTo>
                  <a:cubicBezTo>
                    <a:pt x="4337" y="18"/>
                    <a:pt x="4316" y="11"/>
                    <a:pt x="4295" y="9"/>
                  </a:cubicBezTo>
                  <a:cubicBezTo>
                    <a:pt x="4274" y="6"/>
                    <a:pt x="4254" y="2"/>
                    <a:pt x="4233" y="2"/>
                  </a:cubicBezTo>
                  <a:cubicBezTo>
                    <a:pt x="4212" y="1"/>
                    <a:pt x="4191" y="0"/>
                    <a:pt x="4170" y="1"/>
                  </a:cubicBezTo>
                  <a:cubicBezTo>
                    <a:pt x="4005" y="2"/>
                    <a:pt x="3843" y="2"/>
                    <a:pt x="3686" y="3"/>
                  </a:cubicBezTo>
                  <a:cubicBezTo>
                    <a:pt x="3607" y="4"/>
                    <a:pt x="3529" y="4"/>
                    <a:pt x="3453" y="5"/>
                  </a:cubicBezTo>
                  <a:cubicBezTo>
                    <a:pt x="3414" y="5"/>
                    <a:pt x="3376" y="5"/>
                    <a:pt x="3338" y="5"/>
                  </a:cubicBezTo>
                  <a:cubicBezTo>
                    <a:pt x="3300" y="4"/>
                    <a:pt x="3261" y="16"/>
                    <a:pt x="3230" y="38"/>
                  </a:cubicBezTo>
                  <a:cubicBezTo>
                    <a:pt x="3199" y="61"/>
                    <a:pt x="3176" y="93"/>
                    <a:pt x="3165" y="129"/>
                  </a:cubicBezTo>
                  <a:cubicBezTo>
                    <a:pt x="3152" y="165"/>
                    <a:pt x="3156" y="203"/>
                    <a:pt x="3156" y="239"/>
                  </a:cubicBezTo>
                  <a:cubicBezTo>
                    <a:pt x="3156" y="257"/>
                    <a:pt x="3156" y="275"/>
                    <a:pt x="3156" y="293"/>
                  </a:cubicBezTo>
                  <a:cubicBezTo>
                    <a:pt x="3156" y="311"/>
                    <a:pt x="3157" y="329"/>
                    <a:pt x="3154" y="346"/>
                  </a:cubicBezTo>
                  <a:cubicBezTo>
                    <a:pt x="3149" y="380"/>
                    <a:pt x="3133" y="413"/>
                    <a:pt x="3110" y="438"/>
                  </a:cubicBezTo>
                  <a:cubicBezTo>
                    <a:pt x="3087" y="464"/>
                    <a:pt x="3057" y="482"/>
                    <a:pt x="3023" y="489"/>
                  </a:cubicBezTo>
                  <a:cubicBezTo>
                    <a:pt x="3007" y="493"/>
                    <a:pt x="2990" y="493"/>
                    <a:pt x="2973" y="493"/>
                  </a:cubicBezTo>
                  <a:cubicBezTo>
                    <a:pt x="2956" y="493"/>
                    <a:pt x="2939" y="493"/>
                    <a:pt x="2922" y="493"/>
                  </a:cubicBezTo>
                  <a:cubicBezTo>
                    <a:pt x="2854" y="494"/>
                    <a:pt x="2787" y="494"/>
                    <a:pt x="2721" y="495"/>
                  </a:cubicBezTo>
                  <a:cubicBezTo>
                    <a:pt x="2458" y="496"/>
                    <a:pt x="2214" y="497"/>
                    <a:pt x="1989" y="499"/>
                  </a:cubicBezTo>
                  <a:cubicBezTo>
                    <a:pt x="1876" y="499"/>
                    <a:pt x="1768" y="500"/>
                    <a:pt x="1666" y="500"/>
                  </a:cubicBezTo>
                  <a:cubicBezTo>
                    <a:pt x="1640" y="500"/>
                    <a:pt x="1614" y="502"/>
                    <a:pt x="1590" y="500"/>
                  </a:cubicBezTo>
                  <a:cubicBezTo>
                    <a:pt x="1566" y="497"/>
                    <a:pt x="1542" y="488"/>
                    <a:pt x="1522" y="475"/>
                  </a:cubicBezTo>
                  <a:cubicBezTo>
                    <a:pt x="1481" y="450"/>
                    <a:pt x="1453" y="408"/>
                    <a:pt x="1444" y="363"/>
                  </a:cubicBezTo>
                  <a:cubicBezTo>
                    <a:pt x="1439" y="341"/>
                    <a:pt x="1440" y="318"/>
                    <a:pt x="1440" y="296"/>
                  </a:cubicBezTo>
                  <a:cubicBezTo>
                    <a:pt x="1440" y="273"/>
                    <a:pt x="1440" y="251"/>
                    <a:pt x="1440" y="229"/>
                  </a:cubicBezTo>
                  <a:cubicBezTo>
                    <a:pt x="1439" y="208"/>
                    <a:pt x="1441" y="186"/>
                    <a:pt x="1436" y="164"/>
                  </a:cubicBezTo>
                  <a:cubicBezTo>
                    <a:pt x="1432" y="143"/>
                    <a:pt x="1425" y="123"/>
                    <a:pt x="1415" y="105"/>
                  </a:cubicBezTo>
                  <a:cubicBezTo>
                    <a:pt x="1394" y="69"/>
                    <a:pt x="1361" y="42"/>
                    <a:pt x="1325" y="28"/>
                  </a:cubicBezTo>
                  <a:cubicBezTo>
                    <a:pt x="1288" y="13"/>
                    <a:pt x="1249" y="18"/>
                    <a:pt x="1215" y="18"/>
                  </a:cubicBezTo>
                  <a:cubicBezTo>
                    <a:pt x="1072" y="18"/>
                    <a:pt x="952" y="19"/>
                    <a:pt x="854" y="20"/>
                  </a:cubicBezTo>
                  <a:cubicBezTo>
                    <a:pt x="757" y="21"/>
                    <a:pt x="683" y="21"/>
                    <a:pt x="632" y="22"/>
                  </a:cubicBezTo>
                  <a:cubicBezTo>
                    <a:pt x="582" y="22"/>
                    <a:pt x="557" y="23"/>
                    <a:pt x="557" y="23"/>
                  </a:cubicBezTo>
                  <a:cubicBezTo>
                    <a:pt x="557" y="23"/>
                    <a:pt x="583" y="23"/>
                    <a:pt x="632" y="23"/>
                  </a:cubicBezTo>
                  <a:cubicBezTo>
                    <a:pt x="683" y="23"/>
                    <a:pt x="757" y="23"/>
                    <a:pt x="854" y="23"/>
                  </a:cubicBezTo>
                  <a:cubicBezTo>
                    <a:pt x="952" y="22"/>
                    <a:pt x="1072" y="22"/>
                    <a:pt x="1215" y="22"/>
                  </a:cubicBezTo>
                  <a:cubicBezTo>
                    <a:pt x="1250" y="22"/>
                    <a:pt x="1288" y="18"/>
                    <a:pt x="1323" y="32"/>
                  </a:cubicBezTo>
                  <a:cubicBezTo>
                    <a:pt x="1359" y="46"/>
                    <a:pt x="1391" y="72"/>
                    <a:pt x="1410" y="108"/>
                  </a:cubicBezTo>
                  <a:cubicBezTo>
                    <a:pt x="1420" y="125"/>
                    <a:pt x="1428" y="145"/>
                    <a:pt x="1432" y="165"/>
                  </a:cubicBezTo>
                  <a:cubicBezTo>
                    <a:pt x="1436" y="186"/>
                    <a:pt x="1434" y="207"/>
                    <a:pt x="1435" y="229"/>
                  </a:cubicBezTo>
                  <a:cubicBezTo>
                    <a:pt x="1435" y="251"/>
                    <a:pt x="1435" y="273"/>
                    <a:pt x="1435" y="295"/>
                  </a:cubicBezTo>
                  <a:cubicBezTo>
                    <a:pt x="1435" y="318"/>
                    <a:pt x="1434" y="341"/>
                    <a:pt x="1439" y="364"/>
                  </a:cubicBezTo>
                  <a:cubicBezTo>
                    <a:pt x="1448" y="410"/>
                    <a:pt x="1477" y="454"/>
                    <a:pt x="1519" y="480"/>
                  </a:cubicBezTo>
                  <a:cubicBezTo>
                    <a:pt x="1540" y="493"/>
                    <a:pt x="1564" y="502"/>
                    <a:pt x="1589" y="505"/>
                  </a:cubicBezTo>
                  <a:cubicBezTo>
                    <a:pt x="1615" y="508"/>
                    <a:pt x="1640" y="506"/>
                    <a:pt x="1666" y="506"/>
                  </a:cubicBezTo>
                  <a:cubicBezTo>
                    <a:pt x="1768" y="506"/>
                    <a:pt x="1876" y="506"/>
                    <a:pt x="1989" y="505"/>
                  </a:cubicBezTo>
                  <a:cubicBezTo>
                    <a:pt x="2214" y="505"/>
                    <a:pt x="2459" y="504"/>
                    <a:pt x="2721" y="502"/>
                  </a:cubicBezTo>
                  <a:cubicBezTo>
                    <a:pt x="2787" y="502"/>
                    <a:pt x="2854" y="502"/>
                    <a:pt x="2922" y="502"/>
                  </a:cubicBezTo>
                  <a:cubicBezTo>
                    <a:pt x="2939" y="502"/>
                    <a:pt x="2956" y="502"/>
                    <a:pt x="2973" y="502"/>
                  </a:cubicBezTo>
                  <a:cubicBezTo>
                    <a:pt x="2990" y="502"/>
                    <a:pt x="3008" y="501"/>
                    <a:pt x="3025" y="497"/>
                  </a:cubicBezTo>
                  <a:cubicBezTo>
                    <a:pt x="3060" y="490"/>
                    <a:pt x="3092" y="471"/>
                    <a:pt x="3116" y="444"/>
                  </a:cubicBezTo>
                  <a:cubicBezTo>
                    <a:pt x="3140" y="418"/>
                    <a:pt x="3156" y="383"/>
                    <a:pt x="3162" y="347"/>
                  </a:cubicBezTo>
                  <a:cubicBezTo>
                    <a:pt x="3165" y="329"/>
                    <a:pt x="3164" y="311"/>
                    <a:pt x="3164" y="293"/>
                  </a:cubicBezTo>
                  <a:cubicBezTo>
                    <a:pt x="3164" y="275"/>
                    <a:pt x="3164" y="257"/>
                    <a:pt x="3164" y="239"/>
                  </a:cubicBezTo>
                  <a:cubicBezTo>
                    <a:pt x="3165" y="203"/>
                    <a:pt x="3161" y="166"/>
                    <a:pt x="3173" y="132"/>
                  </a:cubicBezTo>
                  <a:cubicBezTo>
                    <a:pt x="3184" y="98"/>
                    <a:pt x="3206" y="68"/>
                    <a:pt x="3235" y="46"/>
                  </a:cubicBezTo>
                  <a:cubicBezTo>
                    <a:pt x="3265" y="25"/>
                    <a:pt x="3301" y="13"/>
                    <a:pt x="3339" y="15"/>
                  </a:cubicBezTo>
                  <a:cubicBezTo>
                    <a:pt x="3376" y="15"/>
                    <a:pt x="3415" y="14"/>
                    <a:pt x="3453" y="14"/>
                  </a:cubicBezTo>
                  <a:cubicBezTo>
                    <a:pt x="3530" y="14"/>
                    <a:pt x="3607" y="14"/>
                    <a:pt x="3686" y="13"/>
                  </a:cubicBezTo>
                  <a:cubicBezTo>
                    <a:pt x="3843" y="13"/>
                    <a:pt x="4005" y="12"/>
                    <a:pt x="4170" y="11"/>
                  </a:cubicBezTo>
                  <a:cubicBezTo>
                    <a:pt x="4191" y="11"/>
                    <a:pt x="4212" y="11"/>
                    <a:pt x="4232" y="13"/>
                  </a:cubicBezTo>
                  <a:cubicBezTo>
                    <a:pt x="4253" y="13"/>
                    <a:pt x="4273" y="16"/>
                    <a:pt x="4294" y="19"/>
                  </a:cubicBezTo>
                  <a:cubicBezTo>
                    <a:pt x="4315" y="22"/>
                    <a:pt x="4334" y="29"/>
                    <a:pt x="4355" y="33"/>
                  </a:cubicBezTo>
                  <a:cubicBezTo>
                    <a:pt x="4375" y="38"/>
                    <a:pt x="4394" y="47"/>
                    <a:pt x="4414" y="54"/>
                  </a:cubicBezTo>
                  <a:cubicBezTo>
                    <a:pt x="4491" y="86"/>
                    <a:pt x="4562" y="137"/>
                    <a:pt x="4618" y="202"/>
                  </a:cubicBezTo>
                  <a:cubicBezTo>
                    <a:pt x="4676" y="266"/>
                    <a:pt x="4715" y="346"/>
                    <a:pt x="4737" y="431"/>
                  </a:cubicBezTo>
                  <a:cubicBezTo>
                    <a:pt x="4760" y="515"/>
                    <a:pt x="4751" y="606"/>
                    <a:pt x="4754" y="696"/>
                  </a:cubicBezTo>
                  <a:cubicBezTo>
                    <a:pt x="4755" y="1057"/>
                    <a:pt x="4756" y="1433"/>
                    <a:pt x="4758" y="1822"/>
                  </a:cubicBezTo>
                  <a:cubicBezTo>
                    <a:pt x="4761" y="2601"/>
                    <a:pt x="4764" y="3432"/>
                    <a:pt x="4768" y="4307"/>
                  </a:cubicBezTo>
                  <a:cubicBezTo>
                    <a:pt x="4772" y="5181"/>
                    <a:pt x="4775" y="6100"/>
                    <a:pt x="4779" y="7052"/>
                  </a:cubicBezTo>
                  <a:cubicBezTo>
                    <a:pt x="4781" y="7528"/>
                    <a:pt x="4783" y="8013"/>
                    <a:pt x="4785" y="8505"/>
                  </a:cubicBezTo>
                  <a:cubicBezTo>
                    <a:pt x="4786" y="8751"/>
                    <a:pt x="4787" y="8999"/>
                    <a:pt x="4788" y="9248"/>
                  </a:cubicBezTo>
                  <a:cubicBezTo>
                    <a:pt x="4788" y="9311"/>
                    <a:pt x="4789" y="9373"/>
                    <a:pt x="4789" y="9435"/>
                  </a:cubicBezTo>
                  <a:cubicBezTo>
                    <a:pt x="4789" y="9498"/>
                    <a:pt x="4786" y="9560"/>
                    <a:pt x="4767" y="9619"/>
                  </a:cubicBezTo>
                  <a:cubicBezTo>
                    <a:pt x="4731" y="9738"/>
                    <a:pt x="4655" y="9845"/>
                    <a:pt x="4552" y="9916"/>
                  </a:cubicBezTo>
                  <a:cubicBezTo>
                    <a:pt x="4450" y="9987"/>
                    <a:pt x="4324" y="10020"/>
                    <a:pt x="4199" y="10014"/>
                  </a:cubicBezTo>
                  <a:cubicBezTo>
                    <a:pt x="4074" y="10014"/>
                    <a:pt x="3948" y="10015"/>
                    <a:pt x="3824" y="10016"/>
                  </a:cubicBezTo>
                  <a:cubicBezTo>
                    <a:pt x="3575" y="10017"/>
                    <a:pt x="3327" y="10018"/>
                    <a:pt x="3081" y="10019"/>
                  </a:cubicBezTo>
                  <a:cubicBezTo>
                    <a:pt x="2589" y="10022"/>
                    <a:pt x="2105" y="10024"/>
                    <a:pt x="1629" y="10026"/>
                  </a:cubicBezTo>
                  <a:cubicBezTo>
                    <a:pt x="1391" y="10027"/>
                    <a:pt x="1155" y="10028"/>
                    <a:pt x="921" y="10030"/>
                  </a:cubicBezTo>
                  <a:cubicBezTo>
                    <a:pt x="804" y="10030"/>
                    <a:pt x="688" y="10032"/>
                    <a:pt x="572" y="10030"/>
                  </a:cubicBezTo>
                  <a:cubicBezTo>
                    <a:pt x="544" y="10030"/>
                    <a:pt x="516" y="10024"/>
                    <a:pt x="488" y="10020"/>
                  </a:cubicBezTo>
                  <a:cubicBezTo>
                    <a:pt x="460" y="10013"/>
                    <a:pt x="432" y="10007"/>
                    <a:pt x="405" y="9996"/>
                  </a:cubicBezTo>
                  <a:cubicBezTo>
                    <a:pt x="353" y="9976"/>
                    <a:pt x="302" y="9950"/>
                    <a:pt x="258" y="9914"/>
                  </a:cubicBezTo>
                  <a:cubicBezTo>
                    <a:pt x="213" y="9879"/>
                    <a:pt x="174" y="9837"/>
                    <a:pt x="142" y="9791"/>
                  </a:cubicBezTo>
                  <a:cubicBezTo>
                    <a:pt x="111" y="9744"/>
                    <a:pt x="87" y="9693"/>
                    <a:pt x="70" y="9639"/>
                  </a:cubicBezTo>
                  <a:cubicBezTo>
                    <a:pt x="36" y="9532"/>
                    <a:pt x="49" y="9417"/>
                    <a:pt x="46" y="9305"/>
                  </a:cubicBezTo>
                  <a:cubicBezTo>
                    <a:pt x="45" y="9081"/>
                    <a:pt x="44" y="8860"/>
                    <a:pt x="43" y="8641"/>
                  </a:cubicBezTo>
                  <a:cubicBezTo>
                    <a:pt x="35" y="6891"/>
                    <a:pt x="28" y="5315"/>
                    <a:pt x="22" y="3993"/>
                  </a:cubicBezTo>
                  <a:cubicBezTo>
                    <a:pt x="15" y="2669"/>
                    <a:pt x="10" y="1598"/>
                    <a:pt x="7" y="858"/>
                  </a:cubicBezTo>
                  <a:cubicBezTo>
                    <a:pt x="6" y="765"/>
                    <a:pt x="5" y="678"/>
                    <a:pt x="5" y="596"/>
                  </a:cubicBezTo>
                  <a:cubicBezTo>
                    <a:pt x="4" y="514"/>
                    <a:pt x="18" y="438"/>
                    <a:pt x="45" y="372"/>
                  </a:cubicBezTo>
                  <a:cubicBezTo>
                    <a:pt x="72" y="306"/>
                    <a:pt x="109" y="251"/>
                    <a:pt x="149" y="206"/>
                  </a:cubicBezTo>
                  <a:cubicBezTo>
                    <a:pt x="190" y="162"/>
                    <a:pt x="233" y="128"/>
                    <a:pt x="275" y="104"/>
                  </a:cubicBezTo>
                  <a:cubicBezTo>
                    <a:pt x="358" y="53"/>
                    <a:pt x="433" y="36"/>
                    <a:pt x="482" y="30"/>
                  </a:cubicBezTo>
                  <a:cubicBezTo>
                    <a:pt x="506" y="25"/>
                    <a:pt x="525" y="26"/>
                    <a:pt x="538" y="25"/>
                  </a:cubicBezTo>
                  <a:cubicBezTo>
                    <a:pt x="550" y="24"/>
                    <a:pt x="557" y="23"/>
                    <a:pt x="557" y="23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46"/>
            <p:cNvSpPr/>
            <p:nvPr/>
          </p:nvSpPr>
          <p:spPr>
            <a:xfrm>
              <a:off x="4952186" y="3384567"/>
              <a:ext cx="697952" cy="768443"/>
            </a:xfrm>
            <a:custGeom>
              <a:avLst/>
              <a:gdLst/>
              <a:ahLst/>
              <a:cxnLst/>
              <a:rect l="l" t="t" r="r" b="b"/>
              <a:pathLst>
                <a:path w="2812" h="3096" extrusionOk="0">
                  <a:moveTo>
                    <a:pt x="6" y="3090"/>
                  </a:moveTo>
                  <a:cubicBezTo>
                    <a:pt x="6" y="3090"/>
                    <a:pt x="6" y="3085"/>
                    <a:pt x="6" y="3075"/>
                  </a:cubicBezTo>
                  <a:cubicBezTo>
                    <a:pt x="6" y="3066"/>
                    <a:pt x="6" y="3051"/>
                    <a:pt x="7" y="3032"/>
                  </a:cubicBezTo>
                  <a:cubicBezTo>
                    <a:pt x="7" y="2995"/>
                    <a:pt x="7" y="2939"/>
                    <a:pt x="7" y="2866"/>
                  </a:cubicBezTo>
                  <a:cubicBezTo>
                    <a:pt x="8" y="2721"/>
                    <a:pt x="8" y="2508"/>
                    <a:pt x="9" y="2237"/>
                  </a:cubicBezTo>
                  <a:cubicBezTo>
                    <a:pt x="10" y="1697"/>
                    <a:pt x="11" y="927"/>
                    <a:pt x="12" y="7"/>
                  </a:cubicBezTo>
                  <a:lnTo>
                    <a:pt x="6" y="13"/>
                  </a:lnTo>
                  <a:cubicBezTo>
                    <a:pt x="828" y="13"/>
                    <a:pt x="1786" y="14"/>
                    <a:pt x="2806" y="14"/>
                  </a:cubicBezTo>
                  <a:lnTo>
                    <a:pt x="2806" y="14"/>
                  </a:lnTo>
                  <a:lnTo>
                    <a:pt x="2799" y="7"/>
                  </a:lnTo>
                  <a:cubicBezTo>
                    <a:pt x="2799" y="1142"/>
                    <a:pt x="2800" y="2201"/>
                    <a:pt x="2800" y="3090"/>
                  </a:cubicBezTo>
                  <a:lnTo>
                    <a:pt x="2806" y="3084"/>
                  </a:lnTo>
                  <a:cubicBezTo>
                    <a:pt x="1964" y="3086"/>
                    <a:pt x="1265" y="3087"/>
                    <a:pt x="776" y="3087"/>
                  </a:cubicBezTo>
                  <a:cubicBezTo>
                    <a:pt x="531" y="3088"/>
                    <a:pt x="339" y="3089"/>
                    <a:pt x="208" y="3089"/>
                  </a:cubicBezTo>
                  <a:cubicBezTo>
                    <a:pt x="142" y="3090"/>
                    <a:pt x="92" y="3089"/>
                    <a:pt x="58" y="3090"/>
                  </a:cubicBezTo>
                  <a:cubicBezTo>
                    <a:pt x="24" y="3090"/>
                    <a:pt x="6" y="3090"/>
                    <a:pt x="6" y="3090"/>
                  </a:cubicBezTo>
                  <a:cubicBezTo>
                    <a:pt x="6" y="3090"/>
                    <a:pt x="23" y="3091"/>
                    <a:pt x="56" y="3091"/>
                  </a:cubicBezTo>
                  <a:cubicBezTo>
                    <a:pt x="90" y="3091"/>
                    <a:pt x="140" y="3091"/>
                    <a:pt x="205" y="3091"/>
                  </a:cubicBezTo>
                  <a:cubicBezTo>
                    <a:pt x="336" y="3092"/>
                    <a:pt x="528" y="3092"/>
                    <a:pt x="772" y="3093"/>
                  </a:cubicBezTo>
                  <a:cubicBezTo>
                    <a:pt x="1262" y="3094"/>
                    <a:pt x="1963" y="3095"/>
                    <a:pt x="2806" y="3096"/>
                  </a:cubicBezTo>
                  <a:lnTo>
                    <a:pt x="2811" y="3096"/>
                  </a:lnTo>
                  <a:lnTo>
                    <a:pt x="2811" y="3090"/>
                  </a:lnTo>
                  <a:cubicBezTo>
                    <a:pt x="2812" y="2201"/>
                    <a:pt x="2812" y="1142"/>
                    <a:pt x="2812" y="7"/>
                  </a:cubicBezTo>
                  <a:lnTo>
                    <a:pt x="2812" y="0"/>
                  </a:lnTo>
                  <a:lnTo>
                    <a:pt x="2805" y="0"/>
                  </a:lnTo>
                  <a:cubicBezTo>
                    <a:pt x="1786" y="0"/>
                    <a:pt x="827" y="1"/>
                    <a:pt x="6" y="1"/>
                  </a:cubicBezTo>
                  <a:lnTo>
                    <a:pt x="0" y="1"/>
                  </a:lnTo>
                  <a:lnTo>
                    <a:pt x="0" y="7"/>
                  </a:lnTo>
                  <a:cubicBezTo>
                    <a:pt x="1" y="929"/>
                    <a:pt x="2" y="1700"/>
                    <a:pt x="3" y="2241"/>
                  </a:cubicBezTo>
                  <a:cubicBezTo>
                    <a:pt x="4" y="2511"/>
                    <a:pt x="4" y="2723"/>
                    <a:pt x="4" y="2869"/>
                  </a:cubicBezTo>
                  <a:cubicBezTo>
                    <a:pt x="5" y="2941"/>
                    <a:pt x="5" y="2996"/>
                    <a:pt x="5" y="3034"/>
                  </a:cubicBezTo>
                  <a:cubicBezTo>
                    <a:pt x="5" y="3052"/>
                    <a:pt x="5" y="3066"/>
                    <a:pt x="5" y="3076"/>
                  </a:cubicBezTo>
                  <a:cubicBezTo>
                    <a:pt x="5" y="3085"/>
                    <a:pt x="6" y="3090"/>
                    <a:pt x="6" y="3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46"/>
            <p:cNvSpPr/>
            <p:nvPr/>
          </p:nvSpPr>
          <p:spPr>
            <a:xfrm>
              <a:off x="5179790" y="2600982"/>
              <a:ext cx="385959" cy="3227"/>
            </a:xfrm>
            <a:custGeom>
              <a:avLst/>
              <a:gdLst/>
              <a:ahLst/>
              <a:cxnLst/>
              <a:rect l="l" t="t" r="r" b="b"/>
              <a:pathLst>
                <a:path w="1555" h="13" extrusionOk="0">
                  <a:moveTo>
                    <a:pt x="0" y="7"/>
                  </a:moveTo>
                  <a:cubicBezTo>
                    <a:pt x="0" y="10"/>
                    <a:pt x="348" y="13"/>
                    <a:pt x="777" y="13"/>
                  </a:cubicBezTo>
                  <a:cubicBezTo>
                    <a:pt x="1207" y="13"/>
                    <a:pt x="1555" y="10"/>
                    <a:pt x="1555" y="7"/>
                  </a:cubicBezTo>
                  <a:cubicBezTo>
                    <a:pt x="1555" y="3"/>
                    <a:pt x="1207" y="0"/>
                    <a:pt x="777" y="0"/>
                  </a:cubicBezTo>
                  <a:cubicBezTo>
                    <a:pt x="348" y="0"/>
                    <a:pt x="0" y="3"/>
                    <a:pt x="0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46"/>
            <p:cNvSpPr/>
            <p:nvPr/>
          </p:nvSpPr>
          <p:spPr>
            <a:xfrm>
              <a:off x="4927117" y="2552582"/>
              <a:ext cx="22587" cy="22835"/>
            </a:xfrm>
            <a:custGeom>
              <a:avLst/>
              <a:gdLst/>
              <a:ahLst/>
              <a:cxnLst/>
              <a:rect l="l" t="t" r="r" b="b"/>
              <a:pathLst>
                <a:path w="91" h="92" extrusionOk="0">
                  <a:moveTo>
                    <a:pt x="0" y="46"/>
                  </a:moveTo>
                  <a:cubicBezTo>
                    <a:pt x="0" y="72"/>
                    <a:pt x="20" y="92"/>
                    <a:pt x="45" y="92"/>
                  </a:cubicBezTo>
                  <a:cubicBezTo>
                    <a:pt x="71" y="92"/>
                    <a:pt x="91" y="71"/>
                    <a:pt x="91" y="46"/>
                  </a:cubicBezTo>
                  <a:cubicBezTo>
                    <a:pt x="91" y="21"/>
                    <a:pt x="71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46"/>
            <p:cNvSpPr/>
            <p:nvPr/>
          </p:nvSpPr>
          <p:spPr>
            <a:xfrm>
              <a:off x="4927117" y="2587827"/>
              <a:ext cx="22587" cy="22835"/>
            </a:xfrm>
            <a:custGeom>
              <a:avLst/>
              <a:gdLst/>
              <a:ahLst/>
              <a:cxnLst/>
              <a:rect l="l" t="t" r="r" b="b"/>
              <a:pathLst>
                <a:path w="91" h="92" extrusionOk="0">
                  <a:moveTo>
                    <a:pt x="0" y="46"/>
                  </a:moveTo>
                  <a:cubicBezTo>
                    <a:pt x="0" y="71"/>
                    <a:pt x="20" y="92"/>
                    <a:pt x="45" y="92"/>
                  </a:cubicBezTo>
                  <a:cubicBezTo>
                    <a:pt x="71" y="92"/>
                    <a:pt x="91" y="71"/>
                    <a:pt x="91" y="46"/>
                  </a:cubicBezTo>
                  <a:cubicBezTo>
                    <a:pt x="91" y="21"/>
                    <a:pt x="71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46"/>
            <p:cNvSpPr/>
            <p:nvPr/>
          </p:nvSpPr>
          <p:spPr>
            <a:xfrm>
              <a:off x="4927117" y="2623072"/>
              <a:ext cx="22587" cy="22835"/>
            </a:xfrm>
            <a:custGeom>
              <a:avLst/>
              <a:gdLst/>
              <a:ahLst/>
              <a:cxnLst/>
              <a:rect l="l" t="t" r="r" b="b"/>
              <a:pathLst>
                <a:path w="91" h="92" extrusionOk="0">
                  <a:moveTo>
                    <a:pt x="0" y="46"/>
                  </a:moveTo>
                  <a:cubicBezTo>
                    <a:pt x="0" y="71"/>
                    <a:pt x="20" y="92"/>
                    <a:pt x="45" y="92"/>
                  </a:cubicBezTo>
                  <a:cubicBezTo>
                    <a:pt x="71" y="92"/>
                    <a:pt x="91" y="71"/>
                    <a:pt x="91" y="46"/>
                  </a:cubicBezTo>
                  <a:cubicBezTo>
                    <a:pt x="91" y="21"/>
                    <a:pt x="71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46"/>
            <p:cNvSpPr/>
            <p:nvPr/>
          </p:nvSpPr>
          <p:spPr>
            <a:xfrm>
              <a:off x="5399948" y="2840004"/>
              <a:ext cx="447514" cy="447514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7" y="1797"/>
                  </a:moveTo>
                  <a:cubicBezTo>
                    <a:pt x="7" y="1797"/>
                    <a:pt x="7" y="1794"/>
                    <a:pt x="7" y="1788"/>
                  </a:cubicBezTo>
                  <a:cubicBezTo>
                    <a:pt x="7" y="1782"/>
                    <a:pt x="7" y="1774"/>
                    <a:pt x="7" y="1763"/>
                  </a:cubicBezTo>
                  <a:cubicBezTo>
                    <a:pt x="7" y="1741"/>
                    <a:pt x="7" y="1709"/>
                    <a:pt x="8" y="1667"/>
                  </a:cubicBezTo>
                  <a:cubicBezTo>
                    <a:pt x="8" y="1583"/>
                    <a:pt x="9" y="1459"/>
                    <a:pt x="10" y="1303"/>
                  </a:cubicBezTo>
                  <a:cubicBezTo>
                    <a:pt x="10" y="990"/>
                    <a:pt x="11" y="543"/>
                    <a:pt x="13" y="8"/>
                  </a:cubicBezTo>
                  <a:lnTo>
                    <a:pt x="6" y="14"/>
                  </a:lnTo>
                  <a:cubicBezTo>
                    <a:pt x="527" y="14"/>
                    <a:pt x="1141" y="14"/>
                    <a:pt x="1796" y="15"/>
                  </a:cubicBezTo>
                  <a:lnTo>
                    <a:pt x="1796" y="15"/>
                  </a:lnTo>
                  <a:lnTo>
                    <a:pt x="1789" y="8"/>
                  </a:lnTo>
                  <a:cubicBezTo>
                    <a:pt x="1789" y="663"/>
                    <a:pt x="1789" y="1277"/>
                    <a:pt x="1790" y="1797"/>
                  </a:cubicBezTo>
                  <a:lnTo>
                    <a:pt x="1796" y="1791"/>
                  </a:lnTo>
                  <a:cubicBezTo>
                    <a:pt x="1261" y="1792"/>
                    <a:pt x="814" y="1793"/>
                    <a:pt x="501" y="1794"/>
                  </a:cubicBezTo>
                  <a:cubicBezTo>
                    <a:pt x="344" y="1795"/>
                    <a:pt x="221" y="1795"/>
                    <a:pt x="136" y="1795"/>
                  </a:cubicBezTo>
                  <a:cubicBezTo>
                    <a:pt x="95" y="1796"/>
                    <a:pt x="62" y="1796"/>
                    <a:pt x="40" y="1796"/>
                  </a:cubicBezTo>
                  <a:cubicBezTo>
                    <a:pt x="29" y="1796"/>
                    <a:pt x="21" y="1796"/>
                    <a:pt x="15" y="1796"/>
                  </a:cubicBezTo>
                  <a:cubicBezTo>
                    <a:pt x="10" y="1796"/>
                    <a:pt x="6" y="1797"/>
                    <a:pt x="6" y="1797"/>
                  </a:cubicBezTo>
                  <a:cubicBezTo>
                    <a:pt x="6" y="1797"/>
                    <a:pt x="9" y="1797"/>
                    <a:pt x="14" y="1797"/>
                  </a:cubicBezTo>
                  <a:cubicBezTo>
                    <a:pt x="20" y="1797"/>
                    <a:pt x="28" y="1797"/>
                    <a:pt x="39" y="1797"/>
                  </a:cubicBezTo>
                  <a:cubicBezTo>
                    <a:pt x="61" y="1797"/>
                    <a:pt x="92" y="1798"/>
                    <a:pt x="134" y="1798"/>
                  </a:cubicBezTo>
                  <a:cubicBezTo>
                    <a:pt x="218" y="1798"/>
                    <a:pt x="341" y="1799"/>
                    <a:pt x="497" y="1800"/>
                  </a:cubicBezTo>
                  <a:cubicBezTo>
                    <a:pt x="811" y="1800"/>
                    <a:pt x="1259" y="1802"/>
                    <a:pt x="1796" y="1803"/>
                  </a:cubicBezTo>
                  <a:lnTo>
                    <a:pt x="1802" y="1803"/>
                  </a:lnTo>
                  <a:lnTo>
                    <a:pt x="1802" y="1796"/>
                  </a:lnTo>
                  <a:cubicBezTo>
                    <a:pt x="1802" y="1276"/>
                    <a:pt x="1802" y="662"/>
                    <a:pt x="1803" y="7"/>
                  </a:cubicBezTo>
                  <a:lnTo>
                    <a:pt x="1803" y="0"/>
                  </a:lnTo>
                  <a:lnTo>
                    <a:pt x="1796" y="0"/>
                  </a:lnTo>
                  <a:cubicBezTo>
                    <a:pt x="1141" y="1"/>
                    <a:pt x="527" y="1"/>
                    <a:pt x="6" y="2"/>
                  </a:cubicBezTo>
                  <a:lnTo>
                    <a:pt x="0" y="2"/>
                  </a:lnTo>
                  <a:lnTo>
                    <a:pt x="0" y="8"/>
                  </a:lnTo>
                  <a:cubicBezTo>
                    <a:pt x="2" y="545"/>
                    <a:pt x="3" y="993"/>
                    <a:pt x="4" y="1307"/>
                  </a:cubicBezTo>
                  <a:cubicBezTo>
                    <a:pt x="4" y="1463"/>
                    <a:pt x="5" y="1585"/>
                    <a:pt x="5" y="1669"/>
                  </a:cubicBezTo>
                  <a:cubicBezTo>
                    <a:pt x="5" y="1711"/>
                    <a:pt x="6" y="1743"/>
                    <a:pt x="6" y="1765"/>
                  </a:cubicBezTo>
                  <a:cubicBezTo>
                    <a:pt x="6" y="1775"/>
                    <a:pt x="6" y="1783"/>
                    <a:pt x="6" y="1789"/>
                  </a:cubicBezTo>
                  <a:cubicBezTo>
                    <a:pt x="6" y="1794"/>
                    <a:pt x="6" y="1797"/>
                    <a:pt x="6" y="1797"/>
                  </a:cubicBezTo>
                  <a:lnTo>
                    <a:pt x="7" y="17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46"/>
            <p:cNvSpPr/>
            <p:nvPr/>
          </p:nvSpPr>
          <p:spPr>
            <a:xfrm>
              <a:off x="5403175" y="2843975"/>
              <a:ext cx="441060" cy="437089"/>
            </a:xfrm>
            <a:custGeom>
              <a:avLst/>
              <a:gdLst/>
              <a:ahLst/>
              <a:cxnLst/>
              <a:rect l="l" t="t" r="r" b="b"/>
              <a:pathLst>
                <a:path w="1777" h="1761" extrusionOk="0">
                  <a:moveTo>
                    <a:pt x="0" y="0"/>
                  </a:moveTo>
                  <a:cubicBezTo>
                    <a:pt x="0" y="0"/>
                    <a:pt x="1" y="2"/>
                    <a:pt x="3" y="5"/>
                  </a:cubicBezTo>
                  <a:cubicBezTo>
                    <a:pt x="7" y="9"/>
                    <a:pt x="11" y="14"/>
                    <a:pt x="16" y="20"/>
                  </a:cubicBezTo>
                  <a:cubicBezTo>
                    <a:pt x="28" y="33"/>
                    <a:pt x="44" y="51"/>
                    <a:pt x="65" y="74"/>
                  </a:cubicBezTo>
                  <a:cubicBezTo>
                    <a:pt x="107" y="120"/>
                    <a:pt x="170" y="187"/>
                    <a:pt x="248" y="270"/>
                  </a:cubicBezTo>
                  <a:cubicBezTo>
                    <a:pt x="404" y="434"/>
                    <a:pt x="621" y="659"/>
                    <a:pt x="867" y="902"/>
                  </a:cubicBezTo>
                  <a:cubicBezTo>
                    <a:pt x="1113" y="1145"/>
                    <a:pt x="1339" y="1360"/>
                    <a:pt x="1506" y="1515"/>
                  </a:cubicBezTo>
                  <a:cubicBezTo>
                    <a:pt x="1589" y="1591"/>
                    <a:pt x="1656" y="1654"/>
                    <a:pt x="1703" y="1696"/>
                  </a:cubicBezTo>
                  <a:cubicBezTo>
                    <a:pt x="1726" y="1716"/>
                    <a:pt x="1745" y="1733"/>
                    <a:pt x="1758" y="1745"/>
                  </a:cubicBezTo>
                  <a:cubicBezTo>
                    <a:pt x="1764" y="1750"/>
                    <a:pt x="1768" y="1753"/>
                    <a:pt x="1772" y="1757"/>
                  </a:cubicBezTo>
                  <a:cubicBezTo>
                    <a:pt x="1775" y="1760"/>
                    <a:pt x="1777" y="1761"/>
                    <a:pt x="1777" y="1761"/>
                  </a:cubicBezTo>
                  <a:cubicBezTo>
                    <a:pt x="1777" y="1761"/>
                    <a:pt x="1776" y="1759"/>
                    <a:pt x="1773" y="1756"/>
                  </a:cubicBezTo>
                  <a:cubicBezTo>
                    <a:pt x="1770" y="1752"/>
                    <a:pt x="1765" y="1748"/>
                    <a:pt x="1760" y="1743"/>
                  </a:cubicBezTo>
                  <a:cubicBezTo>
                    <a:pt x="1747" y="1730"/>
                    <a:pt x="1729" y="1714"/>
                    <a:pt x="1707" y="1692"/>
                  </a:cubicBezTo>
                  <a:cubicBezTo>
                    <a:pt x="1660" y="1648"/>
                    <a:pt x="1594" y="1585"/>
                    <a:pt x="1512" y="1508"/>
                  </a:cubicBezTo>
                  <a:cubicBezTo>
                    <a:pt x="1348" y="1352"/>
                    <a:pt x="1123" y="1136"/>
                    <a:pt x="877" y="893"/>
                  </a:cubicBezTo>
                  <a:cubicBezTo>
                    <a:pt x="632" y="650"/>
                    <a:pt x="413" y="426"/>
                    <a:pt x="255" y="263"/>
                  </a:cubicBezTo>
                  <a:cubicBezTo>
                    <a:pt x="177" y="182"/>
                    <a:pt x="114" y="116"/>
                    <a:pt x="69" y="70"/>
                  </a:cubicBezTo>
                  <a:cubicBezTo>
                    <a:pt x="47" y="48"/>
                    <a:pt x="30" y="30"/>
                    <a:pt x="18" y="18"/>
                  </a:cubicBezTo>
                  <a:cubicBezTo>
                    <a:pt x="12" y="12"/>
                    <a:pt x="8" y="8"/>
                    <a:pt x="5" y="4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46"/>
            <p:cNvSpPr/>
            <p:nvPr/>
          </p:nvSpPr>
          <p:spPr>
            <a:xfrm>
              <a:off x="5401685" y="2841990"/>
              <a:ext cx="444039" cy="444039"/>
            </a:xfrm>
            <a:custGeom>
              <a:avLst/>
              <a:gdLst/>
              <a:ahLst/>
              <a:cxnLst/>
              <a:rect l="l" t="t" r="r" b="b"/>
              <a:pathLst>
                <a:path w="1789" h="1789" extrusionOk="0">
                  <a:moveTo>
                    <a:pt x="0" y="1789"/>
                  </a:moveTo>
                  <a:cubicBezTo>
                    <a:pt x="2" y="1792"/>
                    <a:pt x="405" y="1392"/>
                    <a:pt x="899" y="899"/>
                  </a:cubicBezTo>
                  <a:cubicBezTo>
                    <a:pt x="1394" y="404"/>
                    <a:pt x="1792" y="2"/>
                    <a:pt x="1789" y="0"/>
                  </a:cubicBezTo>
                  <a:cubicBezTo>
                    <a:pt x="1786" y="-3"/>
                    <a:pt x="1384" y="395"/>
                    <a:pt x="889" y="890"/>
                  </a:cubicBezTo>
                  <a:cubicBezTo>
                    <a:pt x="396" y="1383"/>
                    <a:pt x="-3" y="1786"/>
                    <a:pt x="0" y="17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46"/>
            <p:cNvSpPr/>
            <p:nvPr/>
          </p:nvSpPr>
          <p:spPr>
            <a:xfrm>
              <a:off x="4962114" y="2850180"/>
              <a:ext cx="376031" cy="90843"/>
            </a:xfrm>
            <a:custGeom>
              <a:avLst/>
              <a:gdLst/>
              <a:ahLst/>
              <a:cxnLst/>
              <a:rect l="l" t="t" r="r" b="b"/>
              <a:pathLst>
                <a:path w="1515" h="366" extrusionOk="0">
                  <a:moveTo>
                    <a:pt x="4" y="359"/>
                  </a:moveTo>
                  <a:cubicBezTo>
                    <a:pt x="4" y="359"/>
                    <a:pt x="4" y="356"/>
                    <a:pt x="4" y="352"/>
                  </a:cubicBezTo>
                  <a:lnTo>
                    <a:pt x="5" y="334"/>
                  </a:lnTo>
                  <a:cubicBezTo>
                    <a:pt x="5" y="318"/>
                    <a:pt x="5" y="295"/>
                    <a:pt x="6" y="265"/>
                  </a:cubicBezTo>
                  <a:cubicBezTo>
                    <a:pt x="6" y="205"/>
                    <a:pt x="7" y="117"/>
                    <a:pt x="8" y="7"/>
                  </a:cubicBezTo>
                  <a:lnTo>
                    <a:pt x="4" y="11"/>
                  </a:lnTo>
                  <a:cubicBezTo>
                    <a:pt x="339" y="12"/>
                    <a:pt x="887" y="13"/>
                    <a:pt x="1507" y="14"/>
                  </a:cubicBezTo>
                  <a:lnTo>
                    <a:pt x="1507" y="14"/>
                  </a:lnTo>
                  <a:cubicBezTo>
                    <a:pt x="1493" y="0"/>
                    <a:pt x="1503" y="11"/>
                    <a:pt x="1500" y="7"/>
                  </a:cubicBezTo>
                  <a:lnTo>
                    <a:pt x="1500" y="7"/>
                  </a:lnTo>
                  <a:lnTo>
                    <a:pt x="1500" y="52"/>
                  </a:lnTo>
                  <a:cubicBezTo>
                    <a:pt x="1500" y="67"/>
                    <a:pt x="1500" y="82"/>
                    <a:pt x="1500" y="97"/>
                  </a:cubicBezTo>
                  <a:lnTo>
                    <a:pt x="1500" y="186"/>
                  </a:lnTo>
                  <a:cubicBezTo>
                    <a:pt x="1500" y="244"/>
                    <a:pt x="1500" y="302"/>
                    <a:pt x="1500" y="359"/>
                  </a:cubicBezTo>
                  <a:lnTo>
                    <a:pt x="1507" y="352"/>
                  </a:lnTo>
                  <a:cubicBezTo>
                    <a:pt x="1080" y="353"/>
                    <a:pt x="706" y="354"/>
                    <a:pt x="436" y="355"/>
                  </a:cubicBezTo>
                  <a:cubicBezTo>
                    <a:pt x="302" y="356"/>
                    <a:pt x="195" y="357"/>
                    <a:pt x="120" y="357"/>
                  </a:cubicBezTo>
                  <a:cubicBezTo>
                    <a:pt x="83" y="357"/>
                    <a:pt x="54" y="358"/>
                    <a:pt x="34" y="358"/>
                  </a:cubicBezTo>
                  <a:cubicBezTo>
                    <a:pt x="25" y="358"/>
                    <a:pt x="17" y="358"/>
                    <a:pt x="12" y="358"/>
                  </a:cubicBezTo>
                  <a:cubicBezTo>
                    <a:pt x="6" y="358"/>
                    <a:pt x="4" y="358"/>
                    <a:pt x="4" y="359"/>
                  </a:cubicBezTo>
                  <a:cubicBezTo>
                    <a:pt x="4" y="359"/>
                    <a:pt x="6" y="359"/>
                    <a:pt x="11" y="359"/>
                  </a:cubicBezTo>
                  <a:cubicBezTo>
                    <a:pt x="16" y="359"/>
                    <a:pt x="23" y="359"/>
                    <a:pt x="32" y="360"/>
                  </a:cubicBezTo>
                  <a:cubicBezTo>
                    <a:pt x="53" y="360"/>
                    <a:pt x="81" y="360"/>
                    <a:pt x="117" y="361"/>
                  </a:cubicBezTo>
                  <a:cubicBezTo>
                    <a:pt x="191" y="361"/>
                    <a:pt x="298" y="362"/>
                    <a:pt x="432" y="362"/>
                  </a:cubicBezTo>
                  <a:cubicBezTo>
                    <a:pt x="702" y="363"/>
                    <a:pt x="1078" y="364"/>
                    <a:pt x="1507" y="366"/>
                  </a:cubicBezTo>
                  <a:lnTo>
                    <a:pt x="1514" y="366"/>
                  </a:lnTo>
                  <a:lnTo>
                    <a:pt x="1514" y="359"/>
                  </a:lnTo>
                  <a:cubicBezTo>
                    <a:pt x="1514" y="302"/>
                    <a:pt x="1514" y="244"/>
                    <a:pt x="1514" y="186"/>
                  </a:cubicBezTo>
                  <a:lnTo>
                    <a:pt x="1514" y="97"/>
                  </a:lnTo>
                  <a:cubicBezTo>
                    <a:pt x="1514" y="82"/>
                    <a:pt x="1514" y="67"/>
                    <a:pt x="1514" y="52"/>
                  </a:cubicBezTo>
                  <a:lnTo>
                    <a:pt x="1514" y="8"/>
                  </a:lnTo>
                  <a:lnTo>
                    <a:pt x="1514" y="8"/>
                  </a:lnTo>
                  <a:lnTo>
                    <a:pt x="1514" y="7"/>
                  </a:lnTo>
                  <a:cubicBezTo>
                    <a:pt x="1511" y="4"/>
                    <a:pt x="1521" y="14"/>
                    <a:pt x="1507" y="0"/>
                  </a:cubicBezTo>
                  <a:lnTo>
                    <a:pt x="1507" y="0"/>
                  </a:lnTo>
                  <a:cubicBezTo>
                    <a:pt x="887" y="2"/>
                    <a:pt x="339" y="3"/>
                    <a:pt x="4" y="3"/>
                  </a:cubicBezTo>
                  <a:lnTo>
                    <a:pt x="0" y="3"/>
                  </a:lnTo>
                  <a:lnTo>
                    <a:pt x="0" y="7"/>
                  </a:lnTo>
                  <a:cubicBezTo>
                    <a:pt x="1" y="118"/>
                    <a:pt x="2" y="207"/>
                    <a:pt x="2" y="268"/>
                  </a:cubicBezTo>
                  <a:cubicBezTo>
                    <a:pt x="3" y="297"/>
                    <a:pt x="3" y="319"/>
                    <a:pt x="3" y="336"/>
                  </a:cubicBezTo>
                  <a:cubicBezTo>
                    <a:pt x="3" y="343"/>
                    <a:pt x="4" y="349"/>
                    <a:pt x="4" y="353"/>
                  </a:cubicBezTo>
                  <a:cubicBezTo>
                    <a:pt x="4" y="357"/>
                    <a:pt x="4" y="359"/>
                    <a:pt x="4" y="3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46"/>
            <p:cNvSpPr/>
            <p:nvPr/>
          </p:nvSpPr>
          <p:spPr>
            <a:xfrm>
              <a:off x="4907013" y="3039313"/>
              <a:ext cx="417481" cy="3475"/>
            </a:xfrm>
            <a:custGeom>
              <a:avLst/>
              <a:gdLst/>
              <a:ahLst/>
              <a:cxnLst/>
              <a:rect l="l" t="t" r="r" b="b"/>
              <a:pathLst>
                <a:path w="1682" h="14" extrusionOk="0">
                  <a:moveTo>
                    <a:pt x="0" y="7"/>
                  </a:moveTo>
                  <a:cubicBezTo>
                    <a:pt x="0" y="11"/>
                    <a:pt x="377" y="14"/>
                    <a:pt x="841" y="14"/>
                  </a:cubicBezTo>
                  <a:cubicBezTo>
                    <a:pt x="1306" y="14"/>
                    <a:pt x="1682" y="11"/>
                    <a:pt x="1682" y="7"/>
                  </a:cubicBezTo>
                  <a:cubicBezTo>
                    <a:pt x="1682" y="3"/>
                    <a:pt x="1306" y="0"/>
                    <a:pt x="841" y="0"/>
                  </a:cubicBezTo>
                  <a:cubicBezTo>
                    <a:pt x="377" y="0"/>
                    <a:pt x="0" y="3"/>
                    <a:pt x="0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46"/>
            <p:cNvSpPr/>
            <p:nvPr/>
          </p:nvSpPr>
          <p:spPr>
            <a:xfrm>
              <a:off x="4907013" y="3085231"/>
              <a:ext cx="417481" cy="3475"/>
            </a:xfrm>
            <a:custGeom>
              <a:avLst/>
              <a:gdLst/>
              <a:ahLst/>
              <a:cxnLst/>
              <a:rect l="l" t="t" r="r" b="b"/>
              <a:pathLst>
                <a:path w="1682" h="14" extrusionOk="0">
                  <a:moveTo>
                    <a:pt x="0" y="7"/>
                  </a:moveTo>
                  <a:cubicBezTo>
                    <a:pt x="0" y="10"/>
                    <a:pt x="377" y="14"/>
                    <a:pt x="841" y="14"/>
                  </a:cubicBezTo>
                  <a:cubicBezTo>
                    <a:pt x="1306" y="14"/>
                    <a:pt x="1682" y="10"/>
                    <a:pt x="1682" y="7"/>
                  </a:cubicBezTo>
                  <a:cubicBezTo>
                    <a:pt x="1682" y="3"/>
                    <a:pt x="1306" y="0"/>
                    <a:pt x="841" y="0"/>
                  </a:cubicBezTo>
                  <a:cubicBezTo>
                    <a:pt x="377" y="0"/>
                    <a:pt x="0" y="3"/>
                    <a:pt x="0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46"/>
            <p:cNvSpPr/>
            <p:nvPr/>
          </p:nvSpPr>
          <p:spPr>
            <a:xfrm>
              <a:off x="4907013" y="3131149"/>
              <a:ext cx="417481" cy="3227"/>
            </a:xfrm>
            <a:custGeom>
              <a:avLst/>
              <a:gdLst/>
              <a:ahLst/>
              <a:cxnLst/>
              <a:rect l="l" t="t" r="r" b="b"/>
              <a:pathLst>
                <a:path w="1682" h="13" extrusionOk="0">
                  <a:moveTo>
                    <a:pt x="0" y="7"/>
                  </a:moveTo>
                  <a:cubicBezTo>
                    <a:pt x="0" y="10"/>
                    <a:pt x="377" y="13"/>
                    <a:pt x="841" y="13"/>
                  </a:cubicBezTo>
                  <a:cubicBezTo>
                    <a:pt x="1306" y="13"/>
                    <a:pt x="1682" y="10"/>
                    <a:pt x="1682" y="7"/>
                  </a:cubicBezTo>
                  <a:cubicBezTo>
                    <a:pt x="1682" y="3"/>
                    <a:pt x="1306" y="0"/>
                    <a:pt x="841" y="0"/>
                  </a:cubicBezTo>
                  <a:cubicBezTo>
                    <a:pt x="377" y="0"/>
                    <a:pt x="0" y="3"/>
                    <a:pt x="0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46"/>
            <p:cNvSpPr/>
            <p:nvPr/>
          </p:nvSpPr>
          <p:spPr>
            <a:xfrm>
              <a:off x="4907013" y="3176819"/>
              <a:ext cx="417481" cy="3475"/>
            </a:xfrm>
            <a:custGeom>
              <a:avLst/>
              <a:gdLst/>
              <a:ahLst/>
              <a:cxnLst/>
              <a:rect l="l" t="t" r="r" b="b"/>
              <a:pathLst>
                <a:path w="1682" h="14" extrusionOk="0">
                  <a:moveTo>
                    <a:pt x="0" y="7"/>
                  </a:moveTo>
                  <a:cubicBezTo>
                    <a:pt x="0" y="11"/>
                    <a:pt x="377" y="14"/>
                    <a:pt x="841" y="14"/>
                  </a:cubicBezTo>
                  <a:cubicBezTo>
                    <a:pt x="1306" y="14"/>
                    <a:pt x="1682" y="10"/>
                    <a:pt x="1682" y="7"/>
                  </a:cubicBezTo>
                  <a:cubicBezTo>
                    <a:pt x="1682" y="3"/>
                    <a:pt x="1306" y="0"/>
                    <a:pt x="841" y="0"/>
                  </a:cubicBezTo>
                  <a:cubicBezTo>
                    <a:pt x="377" y="0"/>
                    <a:pt x="0" y="4"/>
                    <a:pt x="0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46"/>
            <p:cNvSpPr/>
            <p:nvPr/>
          </p:nvSpPr>
          <p:spPr>
            <a:xfrm>
              <a:off x="4907013" y="3222737"/>
              <a:ext cx="417481" cy="3475"/>
            </a:xfrm>
            <a:custGeom>
              <a:avLst/>
              <a:gdLst/>
              <a:ahLst/>
              <a:cxnLst/>
              <a:rect l="l" t="t" r="r" b="b"/>
              <a:pathLst>
                <a:path w="1682" h="14" extrusionOk="0">
                  <a:moveTo>
                    <a:pt x="0" y="7"/>
                  </a:moveTo>
                  <a:cubicBezTo>
                    <a:pt x="0" y="11"/>
                    <a:pt x="377" y="14"/>
                    <a:pt x="841" y="14"/>
                  </a:cubicBezTo>
                  <a:cubicBezTo>
                    <a:pt x="1306" y="14"/>
                    <a:pt x="1682" y="11"/>
                    <a:pt x="1682" y="7"/>
                  </a:cubicBezTo>
                  <a:cubicBezTo>
                    <a:pt x="1682" y="3"/>
                    <a:pt x="1306" y="0"/>
                    <a:pt x="841" y="0"/>
                  </a:cubicBezTo>
                  <a:cubicBezTo>
                    <a:pt x="377" y="0"/>
                    <a:pt x="0" y="3"/>
                    <a:pt x="0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46"/>
            <p:cNvSpPr/>
            <p:nvPr/>
          </p:nvSpPr>
          <p:spPr>
            <a:xfrm>
              <a:off x="4907013" y="3268655"/>
              <a:ext cx="417481" cy="3475"/>
            </a:xfrm>
            <a:custGeom>
              <a:avLst/>
              <a:gdLst/>
              <a:ahLst/>
              <a:cxnLst/>
              <a:rect l="l" t="t" r="r" b="b"/>
              <a:pathLst>
                <a:path w="1682" h="14" extrusionOk="0">
                  <a:moveTo>
                    <a:pt x="0" y="7"/>
                  </a:moveTo>
                  <a:cubicBezTo>
                    <a:pt x="0" y="10"/>
                    <a:pt x="377" y="14"/>
                    <a:pt x="841" y="14"/>
                  </a:cubicBezTo>
                  <a:cubicBezTo>
                    <a:pt x="1306" y="14"/>
                    <a:pt x="1682" y="10"/>
                    <a:pt x="1682" y="7"/>
                  </a:cubicBezTo>
                  <a:cubicBezTo>
                    <a:pt x="1682" y="3"/>
                    <a:pt x="1306" y="0"/>
                    <a:pt x="841" y="0"/>
                  </a:cubicBezTo>
                  <a:cubicBezTo>
                    <a:pt x="377" y="0"/>
                    <a:pt x="0" y="3"/>
                    <a:pt x="0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15" name="Google Shape;2115;p46"/>
            <p:cNvGrpSpPr/>
            <p:nvPr/>
          </p:nvGrpSpPr>
          <p:grpSpPr>
            <a:xfrm>
              <a:off x="4502439" y="2584600"/>
              <a:ext cx="291393" cy="176226"/>
              <a:chOff x="4502439" y="2584600"/>
              <a:chExt cx="291393" cy="176226"/>
            </a:xfrm>
          </p:grpSpPr>
          <p:sp>
            <p:nvSpPr>
              <p:cNvPr id="2116" name="Google Shape;2116;p46"/>
              <p:cNvSpPr/>
              <p:nvPr/>
            </p:nvSpPr>
            <p:spPr>
              <a:xfrm>
                <a:off x="4502439" y="2725581"/>
                <a:ext cx="35245" cy="35245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2" extrusionOk="0">
                    <a:moveTo>
                      <a:pt x="0" y="71"/>
                    </a:moveTo>
                    <a:cubicBezTo>
                      <a:pt x="0" y="110"/>
                      <a:pt x="32" y="142"/>
                      <a:pt x="71" y="142"/>
                    </a:cubicBezTo>
                    <a:cubicBezTo>
                      <a:pt x="110" y="142"/>
                      <a:pt x="142" y="110"/>
                      <a:pt x="142" y="71"/>
                    </a:cubicBezTo>
                    <a:cubicBezTo>
                      <a:pt x="142" y="32"/>
                      <a:pt x="110" y="0"/>
                      <a:pt x="71" y="0"/>
                    </a:cubicBezTo>
                    <a:cubicBezTo>
                      <a:pt x="32" y="0"/>
                      <a:pt x="0" y="32"/>
                      <a:pt x="0" y="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6100" rIns="90000" bIns="6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7" name="Google Shape;2117;p46"/>
              <p:cNvSpPr/>
              <p:nvPr/>
            </p:nvSpPr>
            <p:spPr>
              <a:xfrm>
                <a:off x="4520061" y="2584600"/>
                <a:ext cx="273770" cy="161830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652" extrusionOk="0">
                    <a:moveTo>
                      <a:pt x="0" y="652"/>
                    </a:moveTo>
                    <a:lnTo>
                      <a:pt x="238" y="652"/>
                    </a:lnTo>
                    <a:cubicBezTo>
                      <a:pt x="455" y="652"/>
                      <a:pt x="631" y="476"/>
                      <a:pt x="631" y="260"/>
                    </a:cubicBezTo>
                    <a:cubicBezTo>
                      <a:pt x="631" y="118"/>
                      <a:pt x="640" y="27"/>
                      <a:pt x="767" y="27"/>
                    </a:cubicBezTo>
                    <a:lnTo>
                      <a:pt x="1103" y="27"/>
                    </a:lnTo>
                    <a:lnTo>
                      <a:pt x="1103" y="0"/>
                    </a:lnTo>
                    <a:lnTo>
                      <a:pt x="767" y="0"/>
                    </a:lnTo>
                    <a:cubicBezTo>
                      <a:pt x="604" y="0"/>
                      <a:pt x="604" y="137"/>
                      <a:pt x="604" y="258"/>
                    </a:cubicBezTo>
                    <a:cubicBezTo>
                      <a:pt x="604" y="461"/>
                      <a:pt x="440" y="626"/>
                      <a:pt x="238" y="626"/>
                    </a:cubicBezTo>
                    <a:lnTo>
                      <a:pt x="0" y="626"/>
                    </a:lnTo>
                    <a:lnTo>
                      <a:pt x="0" y="6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8" name="Google Shape;2118;p46"/>
            <p:cNvGrpSpPr/>
            <p:nvPr/>
          </p:nvGrpSpPr>
          <p:grpSpPr>
            <a:xfrm>
              <a:off x="6257496" y="2484325"/>
              <a:ext cx="367095" cy="366847"/>
              <a:chOff x="6257496" y="2484325"/>
              <a:chExt cx="367095" cy="366847"/>
            </a:xfrm>
          </p:grpSpPr>
          <p:sp>
            <p:nvSpPr>
              <p:cNvPr id="2119" name="Google Shape;2119;p46"/>
              <p:cNvSpPr/>
              <p:nvPr/>
            </p:nvSpPr>
            <p:spPr>
              <a:xfrm>
                <a:off x="6257496" y="2484325"/>
                <a:ext cx="367095" cy="366847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78" extrusionOk="0">
                    <a:moveTo>
                      <a:pt x="740" y="0"/>
                    </a:moveTo>
                    <a:lnTo>
                      <a:pt x="312" y="0"/>
                    </a:lnTo>
                    <a:cubicBezTo>
                      <a:pt x="140" y="0"/>
                      <a:pt x="0" y="139"/>
                      <a:pt x="0" y="311"/>
                    </a:cubicBezTo>
                    <a:lnTo>
                      <a:pt x="0" y="1166"/>
                    </a:lnTo>
                    <a:cubicBezTo>
                      <a:pt x="0" y="1338"/>
                      <a:pt x="140" y="1478"/>
                      <a:pt x="312" y="1478"/>
                    </a:cubicBezTo>
                    <a:lnTo>
                      <a:pt x="1167" y="1478"/>
                    </a:lnTo>
                    <a:cubicBezTo>
                      <a:pt x="1339" y="1478"/>
                      <a:pt x="1479" y="1338"/>
                      <a:pt x="1479" y="1166"/>
                    </a:cubicBezTo>
                    <a:lnTo>
                      <a:pt x="1479" y="311"/>
                    </a:lnTo>
                    <a:cubicBezTo>
                      <a:pt x="1479" y="139"/>
                      <a:pt x="1339" y="0"/>
                      <a:pt x="1167" y="0"/>
                    </a:cubicBezTo>
                    <a:lnTo>
                      <a:pt x="7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0" name="Google Shape;2120;p46"/>
              <p:cNvSpPr/>
              <p:nvPr/>
            </p:nvSpPr>
            <p:spPr>
              <a:xfrm>
                <a:off x="6370429" y="2603216"/>
                <a:ext cx="130059" cy="14172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71" extrusionOk="0">
                    <a:moveTo>
                      <a:pt x="506" y="567"/>
                    </a:moveTo>
                    <a:lnTo>
                      <a:pt x="350" y="567"/>
                    </a:lnTo>
                    <a:cubicBezTo>
                      <a:pt x="341" y="567"/>
                      <a:pt x="333" y="559"/>
                      <a:pt x="333" y="550"/>
                    </a:cubicBezTo>
                    <a:lnTo>
                      <a:pt x="333" y="385"/>
                    </a:lnTo>
                    <a:cubicBezTo>
                      <a:pt x="333" y="376"/>
                      <a:pt x="326" y="369"/>
                      <a:pt x="317" y="369"/>
                    </a:cubicBezTo>
                    <a:lnTo>
                      <a:pt x="205" y="369"/>
                    </a:lnTo>
                    <a:cubicBezTo>
                      <a:pt x="196" y="369"/>
                      <a:pt x="189" y="376"/>
                      <a:pt x="189" y="385"/>
                    </a:cubicBezTo>
                    <a:lnTo>
                      <a:pt x="189" y="554"/>
                    </a:lnTo>
                    <a:cubicBezTo>
                      <a:pt x="189" y="563"/>
                      <a:pt x="181" y="571"/>
                      <a:pt x="172" y="571"/>
                    </a:cubicBezTo>
                    <a:lnTo>
                      <a:pt x="17" y="571"/>
                    </a:lnTo>
                    <a:cubicBezTo>
                      <a:pt x="7" y="571"/>
                      <a:pt x="0" y="563"/>
                      <a:pt x="0" y="554"/>
                    </a:cubicBezTo>
                    <a:lnTo>
                      <a:pt x="0" y="253"/>
                    </a:lnTo>
                    <a:cubicBezTo>
                      <a:pt x="0" y="248"/>
                      <a:pt x="2" y="244"/>
                      <a:pt x="5" y="241"/>
                    </a:cubicBezTo>
                    <a:lnTo>
                      <a:pt x="251" y="5"/>
                    </a:lnTo>
                    <a:cubicBezTo>
                      <a:pt x="257" y="-1"/>
                      <a:pt x="267" y="-1"/>
                      <a:pt x="274" y="5"/>
                    </a:cubicBezTo>
                    <a:lnTo>
                      <a:pt x="519" y="235"/>
                    </a:lnTo>
                    <a:cubicBezTo>
                      <a:pt x="522" y="238"/>
                      <a:pt x="524" y="242"/>
                      <a:pt x="524" y="247"/>
                    </a:cubicBezTo>
                    <a:lnTo>
                      <a:pt x="523" y="550"/>
                    </a:lnTo>
                    <a:cubicBezTo>
                      <a:pt x="523" y="559"/>
                      <a:pt x="516" y="567"/>
                      <a:pt x="506" y="56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1" name="Google Shape;2121;p46"/>
            <p:cNvGrpSpPr/>
            <p:nvPr/>
          </p:nvGrpSpPr>
          <p:grpSpPr>
            <a:xfrm>
              <a:off x="4115239" y="2561765"/>
              <a:ext cx="326886" cy="327134"/>
              <a:chOff x="4115239" y="2561765"/>
              <a:chExt cx="326886" cy="327134"/>
            </a:xfrm>
          </p:grpSpPr>
          <p:sp>
            <p:nvSpPr>
              <p:cNvPr id="2122" name="Google Shape;2122;p46"/>
              <p:cNvSpPr/>
              <p:nvPr/>
            </p:nvSpPr>
            <p:spPr>
              <a:xfrm>
                <a:off x="4115239" y="2561765"/>
                <a:ext cx="326886" cy="327134"/>
              </a:xfrm>
              <a:custGeom>
                <a:avLst/>
                <a:gdLst/>
                <a:ahLst/>
                <a:cxnLst/>
                <a:rect l="l" t="t" r="r" b="b"/>
                <a:pathLst>
                  <a:path w="1317" h="1318" extrusionOk="0">
                    <a:moveTo>
                      <a:pt x="659" y="0"/>
                    </a:moveTo>
                    <a:lnTo>
                      <a:pt x="312" y="0"/>
                    </a:lnTo>
                    <a:cubicBezTo>
                      <a:pt x="140" y="0"/>
                      <a:pt x="0" y="140"/>
                      <a:pt x="0" y="312"/>
                    </a:cubicBezTo>
                    <a:lnTo>
                      <a:pt x="0" y="1007"/>
                    </a:lnTo>
                    <a:cubicBezTo>
                      <a:pt x="0" y="1179"/>
                      <a:pt x="140" y="1318"/>
                      <a:pt x="312" y="1318"/>
                    </a:cubicBezTo>
                    <a:lnTo>
                      <a:pt x="1006" y="1318"/>
                    </a:lnTo>
                    <a:cubicBezTo>
                      <a:pt x="1178" y="1318"/>
                      <a:pt x="1317" y="1179"/>
                      <a:pt x="1317" y="1007"/>
                    </a:cubicBezTo>
                    <a:lnTo>
                      <a:pt x="1317" y="312"/>
                    </a:lnTo>
                    <a:cubicBezTo>
                      <a:pt x="1317" y="140"/>
                      <a:pt x="1178" y="0"/>
                      <a:pt x="1006" y="0"/>
                    </a:cubicBezTo>
                    <a:lnTo>
                      <a:pt x="6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46"/>
              <p:cNvSpPr/>
              <p:nvPr/>
            </p:nvSpPr>
            <p:spPr>
              <a:xfrm>
                <a:off x="4217747" y="2692073"/>
                <a:ext cx="114671" cy="1315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3" extrusionOk="0">
                    <a:moveTo>
                      <a:pt x="0" y="0"/>
                    </a:moveTo>
                    <a:lnTo>
                      <a:pt x="462" y="0"/>
                    </a:lnTo>
                    <a:lnTo>
                      <a:pt x="462" y="53"/>
                    </a:lnTo>
                    <a:lnTo>
                      <a:pt x="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46"/>
              <p:cNvSpPr/>
              <p:nvPr/>
            </p:nvSpPr>
            <p:spPr>
              <a:xfrm>
                <a:off x="4217747" y="2721113"/>
                <a:ext cx="114671" cy="1315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3" extrusionOk="0">
                    <a:moveTo>
                      <a:pt x="0" y="0"/>
                    </a:moveTo>
                    <a:lnTo>
                      <a:pt x="462" y="0"/>
                    </a:lnTo>
                    <a:lnTo>
                      <a:pt x="462" y="53"/>
                    </a:lnTo>
                    <a:lnTo>
                      <a:pt x="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5" name="Google Shape;2125;p46"/>
              <p:cNvSpPr/>
              <p:nvPr/>
            </p:nvSpPr>
            <p:spPr>
              <a:xfrm>
                <a:off x="4217747" y="2750153"/>
                <a:ext cx="114671" cy="1315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3" extrusionOk="0">
                    <a:moveTo>
                      <a:pt x="0" y="0"/>
                    </a:moveTo>
                    <a:lnTo>
                      <a:pt x="462" y="0"/>
                    </a:lnTo>
                    <a:lnTo>
                      <a:pt x="462" y="53"/>
                    </a:lnTo>
                    <a:lnTo>
                      <a:pt x="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6" name="Google Shape;2126;p46"/>
            <p:cNvGrpSpPr/>
            <p:nvPr/>
          </p:nvGrpSpPr>
          <p:grpSpPr>
            <a:xfrm>
              <a:off x="5370411" y="2115491"/>
              <a:ext cx="1076713" cy="331355"/>
              <a:chOff x="5370411" y="2115491"/>
              <a:chExt cx="1076713" cy="331355"/>
            </a:xfrm>
          </p:grpSpPr>
          <p:sp>
            <p:nvSpPr>
              <p:cNvPr id="2127" name="Google Shape;2127;p46"/>
              <p:cNvSpPr/>
              <p:nvPr/>
            </p:nvSpPr>
            <p:spPr>
              <a:xfrm>
                <a:off x="6412128" y="2411601"/>
                <a:ext cx="34997" cy="35245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42" extrusionOk="0">
                    <a:moveTo>
                      <a:pt x="0" y="71"/>
                    </a:moveTo>
                    <a:cubicBezTo>
                      <a:pt x="0" y="110"/>
                      <a:pt x="31" y="142"/>
                      <a:pt x="70" y="142"/>
                    </a:cubicBezTo>
                    <a:cubicBezTo>
                      <a:pt x="110" y="142"/>
                      <a:pt x="141" y="110"/>
                      <a:pt x="141" y="71"/>
                    </a:cubicBezTo>
                    <a:cubicBezTo>
                      <a:pt x="141" y="31"/>
                      <a:pt x="110" y="0"/>
                      <a:pt x="70" y="0"/>
                    </a:cubicBezTo>
                    <a:cubicBezTo>
                      <a:pt x="31" y="0"/>
                      <a:pt x="0" y="31"/>
                      <a:pt x="0" y="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6100" rIns="90000" bIns="6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8" name="Google Shape;2128;p46"/>
              <p:cNvSpPr/>
              <p:nvPr/>
            </p:nvSpPr>
            <p:spPr>
              <a:xfrm>
                <a:off x="5370411" y="2228673"/>
                <a:ext cx="35245" cy="35245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2" extrusionOk="0">
                    <a:moveTo>
                      <a:pt x="0" y="71"/>
                    </a:moveTo>
                    <a:cubicBezTo>
                      <a:pt x="0" y="111"/>
                      <a:pt x="32" y="142"/>
                      <a:pt x="71" y="142"/>
                    </a:cubicBezTo>
                    <a:cubicBezTo>
                      <a:pt x="110" y="142"/>
                      <a:pt x="142" y="110"/>
                      <a:pt x="142" y="71"/>
                    </a:cubicBezTo>
                    <a:cubicBezTo>
                      <a:pt x="142" y="31"/>
                      <a:pt x="110" y="0"/>
                      <a:pt x="71" y="0"/>
                    </a:cubicBezTo>
                    <a:cubicBezTo>
                      <a:pt x="32" y="0"/>
                      <a:pt x="0" y="32"/>
                      <a:pt x="0" y="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6100" rIns="90000" bIns="6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9" name="Google Shape;2129;p46"/>
              <p:cNvSpPr/>
              <p:nvPr/>
            </p:nvSpPr>
            <p:spPr>
              <a:xfrm>
                <a:off x="5384063" y="2115491"/>
                <a:ext cx="1048914" cy="306533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1235" extrusionOk="0">
                    <a:moveTo>
                      <a:pt x="4199" y="1235"/>
                    </a:moveTo>
                    <a:lnTo>
                      <a:pt x="4226" y="1235"/>
                    </a:lnTo>
                    <a:lnTo>
                      <a:pt x="4226" y="390"/>
                    </a:lnTo>
                    <a:cubicBezTo>
                      <a:pt x="4226" y="175"/>
                      <a:pt x="4051" y="0"/>
                      <a:pt x="3836" y="0"/>
                    </a:cubicBezTo>
                    <a:lnTo>
                      <a:pt x="390" y="0"/>
                    </a:lnTo>
                    <a:cubicBezTo>
                      <a:pt x="175" y="0"/>
                      <a:pt x="0" y="175"/>
                      <a:pt x="0" y="390"/>
                    </a:cubicBezTo>
                    <a:lnTo>
                      <a:pt x="0" y="527"/>
                    </a:lnTo>
                    <a:lnTo>
                      <a:pt x="27" y="527"/>
                    </a:lnTo>
                    <a:lnTo>
                      <a:pt x="27" y="390"/>
                    </a:lnTo>
                    <a:cubicBezTo>
                      <a:pt x="27" y="190"/>
                      <a:pt x="190" y="27"/>
                      <a:pt x="390" y="27"/>
                    </a:cubicBezTo>
                    <a:lnTo>
                      <a:pt x="3836" y="27"/>
                    </a:lnTo>
                    <a:cubicBezTo>
                      <a:pt x="4036" y="27"/>
                      <a:pt x="4199" y="190"/>
                      <a:pt x="4199" y="390"/>
                    </a:cubicBezTo>
                    <a:lnTo>
                      <a:pt x="4199" y="12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0" name="Google Shape;2130;p46"/>
            <p:cNvGrpSpPr/>
            <p:nvPr/>
          </p:nvGrpSpPr>
          <p:grpSpPr>
            <a:xfrm>
              <a:off x="5873523" y="2664274"/>
              <a:ext cx="239518" cy="416241"/>
              <a:chOff x="5873523" y="2664274"/>
              <a:chExt cx="239518" cy="416241"/>
            </a:xfrm>
          </p:grpSpPr>
          <p:sp>
            <p:nvSpPr>
              <p:cNvPr id="2131" name="Google Shape;2131;p46"/>
              <p:cNvSpPr/>
              <p:nvPr/>
            </p:nvSpPr>
            <p:spPr>
              <a:xfrm>
                <a:off x="5873523" y="3045270"/>
                <a:ext cx="35245" cy="35245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2" extrusionOk="0">
                    <a:moveTo>
                      <a:pt x="0" y="71"/>
                    </a:moveTo>
                    <a:cubicBezTo>
                      <a:pt x="0" y="110"/>
                      <a:pt x="32" y="142"/>
                      <a:pt x="71" y="142"/>
                    </a:cubicBezTo>
                    <a:cubicBezTo>
                      <a:pt x="110" y="142"/>
                      <a:pt x="142" y="110"/>
                      <a:pt x="142" y="71"/>
                    </a:cubicBezTo>
                    <a:cubicBezTo>
                      <a:pt x="142" y="32"/>
                      <a:pt x="110" y="0"/>
                      <a:pt x="71" y="0"/>
                    </a:cubicBezTo>
                    <a:cubicBezTo>
                      <a:pt x="32" y="0"/>
                      <a:pt x="0" y="32"/>
                      <a:pt x="0" y="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6100" rIns="90000" bIns="6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p46"/>
              <p:cNvSpPr/>
              <p:nvPr/>
            </p:nvSpPr>
            <p:spPr>
              <a:xfrm>
                <a:off x="5889408" y="2664274"/>
                <a:ext cx="223633" cy="40308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24" extrusionOk="0">
                    <a:moveTo>
                      <a:pt x="0" y="1624"/>
                    </a:moveTo>
                    <a:lnTo>
                      <a:pt x="690" y="1624"/>
                    </a:lnTo>
                    <a:cubicBezTo>
                      <a:pt x="806" y="1624"/>
                      <a:pt x="901" y="1529"/>
                      <a:pt x="901" y="1413"/>
                    </a:cubicBezTo>
                    <a:lnTo>
                      <a:pt x="901" y="211"/>
                    </a:lnTo>
                    <a:cubicBezTo>
                      <a:pt x="901" y="95"/>
                      <a:pt x="806" y="0"/>
                      <a:pt x="690" y="0"/>
                    </a:cubicBezTo>
                    <a:lnTo>
                      <a:pt x="342" y="0"/>
                    </a:lnTo>
                    <a:lnTo>
                      <a:pt x="342" y="27"/>
                    </a:lnTo>
                    <a:lnTo>
                      <a:pt x="690" y="27"/>
                    </a:lnTo>
                    <a:cubicBezTo>
                      <a:pt x="792" y="27"/>
                      <a:pt x="874" y="109"/>
                      <a:pt x="874" y="211"/>
                    </a:cubicBezTo>
                    <a:lnTo>
                      <a:pt x="874" y="1413"/>
                    </a:lnTo>
                    <a:cubicBezTo>
                      <a:pt x="874" y="1515"/>
                      <a:pt x="792" y="1597"/>
                      <a:pt x="690" y="1597"/>
                    </a:cubicBezTo>
                    <a:lnTo>
                      <a:pt x="0" y="1597"/>
                    </a:lnTo>
                    <a:lnTo>
                      <a:pt x="0" y="16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33" name="Google Shape;2133;p46"/>
          <p:cNvGrpSpPr/>
          <p:nvPr/>
        </p:nvGrpSpPr>
        <p:grpSpPr>
          <a:xfrm>
            <a:off x="7128775" y="2751895"/>
            <a:ext cx="473135" cy="473423"/>
            <a:chOff x="7205639" y="2698775"/>
            <a:chExt cx="492439" cy="492687"/>
          </a:xfrm>
        </p:grpSpPr>
        <p:sp>
          <p:nvSpPr>
            <p:cNvPr id="2134" name="Google Shape;2134;p46"/>
            <p:cNvSpPr/>
            <p:nvPr/>
          </p:nvSpPr>
          <p:spPr>
            <a:xfrm>
              <a:off x="7206880" y="2700761"/>
              <a:ext cx="489708" cy="489708"/>
            </a:xfrm>
            <a:custGeom>
              <a:avLst/>
              <a:gdLst/>
              <a:ahLst/>
              <a:cxnLst/>
              <a:rect l="l" t="t" r="r" b="b"/>
              <a:pathLst>
                <a:path w="1973" h="1973" extrusionOk="0">
                  <a:moveTo>
                    <a:pt x="180" y="1935"/>
                  </a:moveTo>
                  <a:lnTo>
                    <a:pt x="470" y="1827"/>
                  </a:lnTo>
                  <a:cubicBezTo>
                    <a:pt x="620" y="1919"/>
                    <a:pt x="797" y="1973"/>
                    <a:pt x="987" y="1973"/>
                  </a:cubicBezTo>
                  <a:cubicBezTo>
                    <a:pt x="1532" y="1973"/>
                    <a:pt x="1973" y="1531"/>
                    <a:pt x="1973" y="986"/>
                  </a:cubicBezTo>
                  <a:cubicBezTo>
                    <a:pt x="1973" y="441"/>
                    <a:pt x="1531" y="0"/>
                    <a:pt x="987" y="0"/>
                  </a:cubicBezTo>
                  <a:cubicBezTo>
                    <a:pt x="442" y="0"/>
                    <a:pt x="0" y="441"/>
                    <a:pt x="0" y="986"/>
                  </a:cubicBezTo>
                  <a:cubicBezTo>
                    <a:pt x="0" y="1214"/>
                    <a:pt x="77" y="1423"/>
                    <a:pt x="207" y="1590"/>
                  </a:cubicBezTo>
                  <a:lnTo>
                    <a:pt x="206" y="1590"/>
                  </a:lnTo>
                  <a:lnTo>
                    <a:pt x="180" y="19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46"/>
            <p:cNvSpPr/>
            <p:nvPr/>
          </p:nvSpPr>
          <p:spPr>
            <a:xfrm>
              <a:off x="7205639" y="2698775"/>
              <a:ext cx="492439" cy="492687"/>
            </a:xfrm>
            <a:custGeom>
              <a:avLst/>
              <a:gdLst/>
              <a:ahLst/>
              <a:cxnLst/>
              <a:rect l="l" t="t" r="r" b="b"/>
              <a:pathLst>
                <a:path w="1984" h="1985" extrusionOk="0">
                  <a:moveTo>
                    <a:pt x="185" y="1943"/>
                  </a:moveTo>
                  <a:cubicBezTo>
                    <a:pt x="185" y="1943"/>
                    <a:pt x="186" y="1935"/>
                    <a:pt x="187" y="1920"/>
                  </a:cubicBezTo>
                  <a:cubicBezTo>
                    <a:pt x="188" y="1904"/>
                    <a:pt x="190" y="1882"/>
                    <a:pt x="193" y="1853"/>
                  </a:cubicBezTo>
                  <a:cubicBezTo>
                    <a:pt x="198" y="1795"/>
                    <a:pt x="205" y="1709"/>
                    <a:pt x="214" y="1597"/>
                  </a:cubicBezTo>
                  <a:lnTo>
                    <a:pt x="209" y="1600"/>
                  </a:lnTo>
                  <a:lnTo>
                    <a:pt x="210" y="1600"/>
                  </a:lnTo>
                  <a:cubicBezTo>
                    <a:pt x="211" y="1601"/>
                    <a:pt x="213" y="1601"/>
                    <a:pt x="214" y="1600"/>
                  </a:cubicBezTo>
                  <a:cubicBezTo>
                    <a:pt x="215" y="1599"/>
                    <a:pt x="215" y="1597"/>
                    <a:pt x="214" y="1596"/>
                  </a:cubicBezTo>
                  <a:cubicBezTo>
                    <a:pt x="136" y="1494"/>
                    <a:pt x="52" y="1344"/>
                    <a:pt x="22" y="1149"/>
                  </a:cubicBezTo>
                  <a:cubicBezTo>
                    <a:pt x="14" y="1101"/>
                    <a:pt x="10" y="1050"/>
                    <a:pt x="10" y="998"/>
                  </a:cubicBezTo>
                  <a:cubicBezTo>
                    <a:pt x="13" y="945"/>
                    <a:pt x="13" y="891"/>
                    <a:pt x="24" y="836"/>
                  </a:cubicBezTo>
                  <a:cubicBezTo>
                    <a:pt x="43" y="725"/>
                    <a:pt x="81" y="611"/>
                    <a:pt x="143" y="503"/>
                  </a:cubicBezTo>
                  <a:cubicBezTo>
                    <a:pt x="206" y="396"/>
                    <a:pt x="292" y="295"/>
                    <a:pt x="400" y="213"/>
                  </a:cubicBezTo>
                  <a:cubicBezTo>
                    <a:pt x="508" y="132"/>
                    <a:pt x="637" y="69"/>
                    <a:pt x="779" y="38"/>
                  </a:cubicBezTo>
                  <a:cubicBezTo>
                    <a:pt x="1060" y="-28"/>
                    <a:pt x="1392" y="43"/>
                    <a:pt x="1632" y="253"/>
                  </a:cubicBezTo>
                  <a:cubicBezTo>
                    <a:pt x="1753" y="360"/>
                    <a:pt x="1850" y="492"/>
                    <a:pt x="1904" y="638"/>
                  </a:cubicBezTo>
                  <a:cubicBezTo>
                    <a:pt x="1960" y="784"/>
                    <a:pt x="1981" y="938"/>
                    <a:pt x="1967" y="1085"/>
                  </a:cubicBezTo>
                  <a:cubicBezTo>
                    <a:pt x="1955" y="1232"/>
                    <a:pt x="1906" y="1371"/>
                    <a:pt x="1837" y="1489"/>
                  </a:cubicBezTo>
                  <a:cubicBezTo>
                    <a:pt x="1767" y="1608"/>
                    <a:pt x="1675" y="1707"/>
                    <a:pt x="1574" y="1782"/>
                  </a:cubicBezTo>
                  <a:cubicBezTo>
                    <a:pt x="1473" y="1858"/>
                    <a:pt x="1362" y="1909"/>
                    <a:pt x="1253" y="1939"/>
                  </a:cubicBezTo>
                  <a:lnTo>
                    <a:pt x="1212" y="1950"/>
                  </a:lnTo>
                  <a:cubicBezTo>
                    <a:pt x="1199" y="1953"/>
                    <a:pt x="1186" y="1957"/>
                    <a:pt x="1172" y="1958"/>
                  </a:cubicBezTo>
                  <a:cubicBezTo>
                    <a:pt x="1145" y="1963"/>
                    <a:pt x="1118" y="1967"/>
                    <a:pt x="1092" y="1971"/>
                  </a:cubicBezTo>
                  <a:cubicBezTo>
                    <a:pt x="1039" y="1973"/>
                    <a:pt x="988" y="1978"/>
                    <a:pt x="939" y="1974"/>
                  </a:cubicBezTo>
                  <a:cubicBezTo>
                    <a:pt x="742" y="1964"/>
                    <a:pt x="584" y="1898"/>
                    <a:pt x="477" y="1832"/>
                  </a:cubicBezTo>
                  <a:cubicBezTo>
                    <a:pt x="476" y="1831"/>
                    <a:pt x="475" y="1831"/>
                    <a:pt x="474" y="1832"/>
                  </a:cubicBezTo>
                  <a:cubicBezTo>
                    <a:pt x="381" y="1868"/>
                    <a:pt x="309" y="1895"/>
                    <a:pt x="260" y="1914"/>
                  </a:cubicBezTo>
                  <a:cubicBezTo>
                    <a:pt x="236" y="1923"/>
                    <a:pt x="218" y="1930"/>
                    <a:pt x="205" y="1935"/>
                  </a:cubicBezTo>
                  <a:cubicBezTo>
                    <a:pt x="192" y="1940"/>
                    <a:pt x="185" y="1943"/>
                    <a:pt x="185" y="1943"/>
                  </a:cubicBezTo>
                  <a:cubicBezTo>
                    <a:pt x="185" y="1943"/>
                    <a:pt x="191" y="1941"/>
                    <a:pt x="204" y="1936"/>
                  </a:cubicBezTo>
                  <a:cubicBezTo>
                    <a:pt x="217" y="1932"/>
                    <a:pt x="235" y="1925"/>
                    <a:pt x="259" y="1917"/>
                  </a:cubicBezTo>
                  <a:cubicBezTo>
                    <a:pt x="309" y="1899"/>
                    <a:pt x="382" y="1872"/>
                    <a:pt x="476" y="1837"/>
                  </a:cubicBezTo>
                  <a:lnTo>
                    <a:pt x="474" y="1837"/>
                  </a:lnTo>
                  <a:cubicBezTo>
                    <a:pt x="581" y="1904"/>
                    <a:pt x="739" y="1973"/>
                    <a:pt x="938" y="1984"/>
                  </a:cubicBezTo>
                  <a:cubicBezTo>
                    <a:pt x="988" y="1987"/>
                    <a:pt x="1039" y="1983"/>
                    <a:pt x="1093" y="1981"/>
                  </a:cubicBezTo>
                  <a:cubicBezTo>
                    <a:pt x="1119" y="1977"/>
                    <a:pt x="1146" y="1973"/>
                    <a:pt x="1173" y="1968"/>
                  </a:cubicBezTo>
                  <a:cubicBezTo>
                    <a:pt x="1187" y="1967"/>
                    <a:pt x="1201" y="1964"/>
                    <a:pt x="1214" y="1960"/>
                  </a:cubicBezTo>
                  <a:cubicBezTo>
                    <a:pt x="1228" y="1956"/>
                    <a:pt x="1242" y="1953"/>
                    <a:pt x="1256" y="1949"/>
                  </a:cubicBezTo>
                  <a:cubicBezTo>
                    <a:pt x="1366" y="1919"/>
                    <a:pt x="1478" y="1868"/>
                    <a:pt x="1581" y="1792"/>
                  </a:cubicBezTo>
                  <a:cubicBezTo>
                    <a:pt x="1683" y="1716"/>
                    <a:pt x="1777" y="1616"/>
                    <a:pt x="1848" y="1496"/>
                  </a:cubicBezTo>
                  <a:cubicBezTo>
                    <a:pt x="1918" y="1376"/>
                    <a:pt x="1968" y="1236"/>
                    <a:pt x="1981" y="1087"/>
                  </a:cubicBezTo>
                  <a:cubicBezTo>
                    <a:pt x="1982" y="1071"/>
                    <a:pt x="1983" y="1055"/>
                    <a:pt x="1984" y="1039"/>
                  </a:cubicBezTo>
                  <a:lnTo>
                    <a:pt x="1984" y="958"/>
                  </a:lnTo>
                  <a:cubicBezTo>
                    <a:pt x="1980" y="849"/>
                    <a:pt x="1958" y="739"/>
                    <a:pt x="1917" y="634"/>
                  </a:cubicBezTo>
                  <a:cubicBezTo>
                    <a:pt x="1862" y="486"/>
                    <a:pt x="1764" y="351"/>
                    <a:pt x="1641" y="243"/>
                  </a:cubicBezTo>
                  <a:cubicBezTo>
                    <a:pt x="1627" y="229"/>
                    <a:pt x="1610" y="217"/>
                    <a:pt x="1594" y="205"/>
                  </a:cubicBezTo>
                  <a:lnTo>
                    <a:pt x="1546" y="169"/>
                  </a:lnTo>
                  <a:lnTo>
                    <a:pt x="1495" y="138"/>
                  </a:lnTo>
                  <a:cubicBezTo>
                    <a:pt x="1478" y="128"/>
                    <a:pt x="1461" y="118"/>
                    <a:pt x="1443" y="110"/>
                  </a:cubicBezTo>
                  <a:cubicBezTo>
                    <a:pt x="1425" y="101"/>
                    <a:pt x="1407" y="93"/>
                    <a:pt x="1390" y="84"/>
                  </a:cubicBezTo>
                  <a:cubicBezTo>
                    <a:pt x="1372" y="75"/>
                    <a:pt x="1353" y="70"/>
                    <a:pt x="1335" y="63"/>
                  </a:cubicBezTo>
                  <a:cubicBezTo>
                    <a:pt x="1316" y="56"/>
                    <a:pt x="1298" y="49"/>
                    <a:pt x="1280" y="44"/>
                  </a:cubicBezTo>
                  <a:cubicBezTo>
                    <a:pt x="1261" y="39"/>
                    <a:pt x="1242" y="34"/>
                    <a:pt x="1224" y="29"/>
                  </a:cubicBezTo>
                  <a:cubicBezTo>
                    <a:pt x="1074" y="-8"/>
                    <a:pt x="919" y="-8"/>
                    <a:pt x="775" y="25"/>
                  </a:cubicBezTo>
                  <a:cubicBezTo>
                    <a:pt x="632" y="57"/>
                    <a:pt x="501" y="120"/>
                    <a:pt x="392" y="204"/>
                  </a:cubicBezTo>
                  <a:cubicBezTo>
                    <a:pt x="283" y="286"/>
                    <a:pt x="196" y="389"/>
                    <a:pt x="133" y="498"/>
                  </a:cubicBezTo>
                  <a:cubicBezTo>
                    <a:pt x="70" y="607"/>
                    <a:pt x="31" y="723"/>
                    <a:pt x="13" y="834"/>
                  </a:cubicBezTo>
                  <a:cubicBezTo>
                    <a:pt x="3" y="890"/>
                    <a:pt x="2" y="945"/>
                    <a:pt x="0" y="998"/>
                  </a:cubicBezTo>
                  <a:cubicBezTo>
                    <a:pt x="0" y="1051"/>
                    <a:pt x="4" y="1102"/>
                    <a:pt x="12" y="1151"/>
                  </a:cubicBezTo>
                  <a:cubicBezTo>
                    <a:pt x="44" y="1347"/>
                    <a:pt x="129" y="1498"/>
                    <a:pt x="209" y="1600"/>
                  </a:cubicBezTo>
                  <a:lnTo>
                    <a:pt x="213" y="1596"/>
                  </a:lnTo>
                  <a:lnTo>
                    <a:pt x="212" y="1596"/>
                  </a:lnTo>
                  <a:cubicBezTo>
                    <a:pt x="211" y="1594"/>
                    <a:pt x="209" y="1595"/>
                    <a:pt x="208" y="1596"/>
                  </a:cubicBezTo>
                  <a:lnTo>
                    <a:pt x="208" y="1597"/>
                  </a:lnTo>
                  <a:cubicBezTo>
                    <a:pt x="200" y="1710"/>
                    <a:pt x="194" y="1796"/>
                    <a:pt x="190" y="1855"/>
                  </a:cubicBezTo>
                  <a:cubicBezTo>
                    <a:pt x="188" y="1884"/>
                    <a:pt x="187" y="1906"/>
                    <a:pt x="186" y="1921"/>
                  </a:cubicBezTo>
                  <a:cubicBezTo>
                    <a:pt x="185" y="1936"/>
                    <a:pt x="185" y="1943"/>
                    <a:pt x="185" y="19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46"/>
            <p:cNvSpPr/>
            <p:nvPr/>
          </p:nvSpPr>
          <p:spPr>
            <a:xfrm>
              <a:off x="7512917" y="2925635"/>
              <a:ext cx="39961" cy="39713"/>
            </a:xfrm>
            <a:custGeom>
              <a:avLst/>
              <a:gdLst/>
              <a:ahLst/>
              <a:cxnLst/>
              <a:rect l="l" t="t" r="r" b="b"/>
              <a:pathLst>
                <a:path w="161" h="160" extrusionOk="0">
                  <a:moveTo>
                    <a:pt x="0" y="80"/>
                  </a:moveTo>
                  <a:cubicBezTo>
                    <a:pt x="0" y="124"/>
                    <a:pt x="36" y="160"/>
                    <a:pt x="80" y="160"/>
                  </a:cubicBezTo>
                  <a:cubicBezTo>
                    <a:pt x="125" y="160"/>
                    <a:pt x="161" y="124"/>
                    <a:pt x="161" y="80"/>
                  </a:cubicBezTo>
                  <a:cubicBezTo>
                    <a:pt x="161" y="36"/>
                    <a:pt x="125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46"/>
            <p:cNvSpPr/>
            <p:nvPr/>
          </p:nvSpPr>
          <p:spPr>
            <a:xfrm>
              <a:off x="7432995" y="2925635"/>
              <a:ext cx="39961" cy="39713"/>
            </a:xfrm>
            <a:custGeom>
              <a:avLst/>
              <a:gdLst/>
              <a:ahLst/>
              <a:cxnLst/>
              <a:rect l="l" t="t" r="r" b="b"/>
              <a:pathLst>
                <a:path w="161" h="160" extrusionOk="0">
                  <a:moveTo>
                    <a:pt x="0" y="80"/>
                  </a:moveTo>
                  <a:cubicBezTo>
                    <a:pt x="0" y="124"/>
                    <a:pt x="36" y="160"/>
                    <a:pt x="80" y="160"/>
                  </a:cubicBezTo>
                  <a:cubicBezTo>
                    <a:pt x="125" y="160"/>
                    <a:pt x="161" y="124"/>
                    <a:pt x="161" y="80"/>
                  </a:cubicBezTo>
                  <a:cubicBezTo>
                    <a:pt x="161" y="36"/>
                    <a:pt x="125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600" rIns="90000" bIns="12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46"/>
            <p:cNvSpPr/>
            <p:nvPr/>
          </p:nvSpPr>
          <p:spPr>
            <a:xfrm>
              <a:off x="7350591" y="2925387"/>
              <a:ext cx="39961" cy="40209"/>
            </a:xfrm>
            <a:custGeom>
              <a:avLst/>
              <a:gdLst/>
              <a:ahLst/>
              <a:cxnLst/>
              <a:rect l="l" t="t" r="r" b="b"/>
              <a:pathLst>
                <a:path w="161" h="162" extrusionOk="0">
                  <a:moveTo>
                    <a:pt x="11" y="41"/>
                  </a:moveTo>
                  <a:cubicBezTo>
                    <a:pt x="-11" y="79"/>
                    <a:pt x="2" y="128"/>
                    <a:pt x="40" y="151"/>
                  </a:cubicBezTo>
                  <a:cubicBezTo>
                    <a:pt x="79" y="173"/>
                    <a:pt x="128" y="160"/>
                    <a:pt x="150" y="121"/>
                  </a:cubicBezTo>
                  <a:cubicBezTo>
                    <a:pt x="172" y="83"/>
                    <a:pt x="160" y="33"/>
                    <a:pt x="121" y="11"/>
                  </a:cubicBezTo>
                  <a:cubicBezTo>
                    <a:pt x="83" y="-12"/>
                    <a:pt x="33" y="2"/>
                    <a:pt x="11" y="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3300" rIns="90000" bIns="13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9" name="Google Shape;2139;p46"/>
          <p:cNvGrpSpPr/>
          <p:nvPr/>
        </p:nvGrpSpPr>
        <p:grpSpPr>
          <a:xfrm>
            <a:off x="5723201" y="2859220"/>
            <a:ext cx="1656927" cy="1841939"/>
            <a:chOff x="5742719" y="2810467"/>
            <a:chExt cx="1724528" cy="1916889"/>
          </a:xfrm>
        </p:grpSpPr>
        <p:sp>
          <p:nvSpPr>
            <p:cNvPr id="2140" name="Google Shape;2140;p46"/>
            <p:cNvSpPr/>
            <p:nvPr/>
          </p:nvSpPr>
          <p:spPr>
            <a:xfrm>
              <a:off x="5744456" y="3036583"/>
              <a:ext cx="1514051" cy="1322188"/>
            </a:xfrm>
            <a:custGeom>
              <a:avLst/>
              <a:gdLst/>
              <a:ahLst/>
              <a:cxnLst/>
              <a:rect l="l" t="t" r="r" b="b"/>
              <a:pathLst>
                <a:path w="6100" h="5327" extrusionOk="0">
                  <a:moveTo>
                    <a:pt x="6092" y="1337"/>
                  </a:moveTo>
                  <a:lnTo>
                    <a:pt x="5367" y="5020"/>
                  </a:lnTo>
                  <a:cubicBezTo>
                    <a:pt x="5325" y="5230"/>
                    <a:pt x="5119" y="5364"/>
                    <a:pt x="4911" y="5318"/>
                  </a:cubicBezTo>
                  <a:lnTo>
                    <a:pt x="297" y="4292"/>
                  </a:lnTo>
                  <a:cubicBezTo>
                    <a:pt x="96" y="4248"/>
                    <a:pt x="-32" y="4052"/>
                    <a:pt x="6" y="3850"/>
                  </a:cubicBezTo>
                  <a:lnTo>
                    <a:pt x="674" y="311"/>
                  </a:lnTo>
                  <a:cubicBezTo>
                    <a:pt x="713" y="104"/>
                    <a:pt x="913" y="-32"/>
                    <a:pt x="1119" y="7"/>
                  </a:cubicBezTo>
                  <a:lnTo>
                    <a:pt x="5790" y="891"/>
                  </a:lnTo>
                  <a:cubicBezTo>
                    <a:pt x="5998" y="930"/>
                    <a:pt x="6133" y="1131"/>
                    <a:pt x="6093" y="1337"/>
                  </a:cubicBezTo>
                  <a:lnTo>
                    <a:pt x="6092" y="13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46"/>
            <p:cNvSpPr/>
            <p:nvPr/>
          </p:nvSpPr>
          <p:spPr>
            <a:xfrm>
              <a:off x="5742719" y="3035094"/>
              <a:ext cx="1515788" cy="1324918"/>
            </a:xfrm>
            <a:custGeom>
              <a:avLst/>
              <a:gdLst/>
              <a:ahLst/>
              <a:cxnLst/>
              <a:rect l="l" t="t" r="r" b="b"/>
              <a:pathLst>
                <a:path w="6107" h="5338" extrusionOk="0">
                  <a:moveTo>
                    <a:pt x="6099" y="1343"/>
                  </a:moveTo>
                  <a:cubicBezTo>
                    <a:pt x="6099" y="1343"/>
                    <a:pt x="6100" y="1339"/>
                    <a:pt x="6101" y="1331"/>
                  </a:cubicBezTo>
                  <a:cubicBezTo>
                    <a:pt x="6102" y="1323"/>
                    <a:pt x="6106" y="1311"/>
                    <a:pt x="6106" y="1295"/>
                  </a:cubicBezTo>
                  <a:cubicBezTo>
                    <a:pt x="6109" y="1263"/>
                    <a:pt x="6108" y="1212"/>
                    <a:pt x="6088" y="1151"/>
                  </a:cubicBezTo>
                  <a:cubicBezTo>
                    <a:pt x="6078" y="1121"/>
                    <a:pt x="6063" y="1088"/>
                    <a:pt x="6041" y="1054"/>
                  </a:cubicBezTo>
                  <a:cubicBezTo>
                    <a:pt x="6019" y="1022"/>
                    <a:pt x="5989" y="989"/>
                    <a:pt x="5951" y="962"/>
                  </a:cubicBezTo>
                  <a:cubicBezTo>
                    <a:pt x="5913" y="934"/>
                    <a:pt x="5867" y="911"/>
                    <a:pt x="5814" y="898"/>
                  </a:cubicBezTo>
                  <a:cubicBezTo>
                    <a:pt x="5761" y="886"/>
                    <a:pt x="5704" y="877"/>
                    <a:pt x="5645" y="865"/>
                  </a:cubicBezTo>
                  <a:cubicBezTo>
                    <a:pt x="5167" y="774"/>
                    <a:pt x="4475" y="643"/>
                    <a:pt x="3621" y="480"/>
                  </a:cubicBezTo>
                  <a:cubicBezTo>
                    <a:pt x="3193" y="399"/>
                    <a:pt x="2725" y="310"/>
                    <a:pt x="2223" y="215"/>
                  </a:cubicBezTo>
                  <a:cubicBezTo>
                    <a:pt x="1972" y="167"/>
                    <a:pt x="1712" y="118"/>
                    <a:pt x="1444" y="67"/>
                  </a:cubicBezTo>
                  <a:cubicBezTo>
                    <a:pt x="1377" y="54"/>
                    <a:pt x="1310" y="42"/>
                    <a:pt x="1242" y="29"/>
                  </a:cubicBezTo>
                  <a:cubicBezTo>
                    <a:pt x="1208" y="22"/>
                    <a:pt x="1174" y="16"/>
                    <a:pt x="1140" y="9"/>
                  </a:cubicBezTo>
                  <a:cubicBezTo>
                    <a:pt x="1123" y="6"/>
                    <a:pt x="1105" y="4"/>
                    <a:pt x="1088" y="1"/>
                  </a:cubicBezTo>
                  <a:cubicBezTo>
                    <a:pt x="1070" y="1"/>
                    <a:pt x="1052" y="-1"/>
                    <a:pt x="1034" y="1"/>
                  </a:cubicBezTo>
                  <a:cubicBezTo>
                    <a:pt x="963" y="4"/>
                    <a:pt x="893" y="29"/>
                    <a:pt x="834" y="70"/>
                  </a:cubicBezTo>
                  <a:cubicBezTo>
                    <a:pt x="804" y="91"/>
                    <a:pt x="778" y="116"/>
                    <a:pt x="755" y="144"/>
                  </a:cubicBezTo>
                  <a:cubicBezTo>
                    <a:pt x="732" y="172"/>
                    <a:pt x="713" y="203"/>
                    <a:pt x="699" y="237"/>
                  </a:cubicBezTo>
                  <a:cubicBezTo>
                    <a:pt x="685" y="271"/>
                    <a:pt x="676" y="307"/>
                    <a:pt x="670" y="342"/>
                  </a:cubicBezTo>
                  <a:cubicBezTo>
                    <a:pt x="663" y="378"/>
                    <a:pt x="657" y="414"/>
                    <a:pt x="650" y="449"/>
                  </a:cubicBezTo>
                  <a:cubicBezTo>
                    <a:pt x="636" y="521"/>
                    <a:pt x="623" y="593"/>
                    <a:pt x="609" y="665"/>
                  </a:cubicBezTo>
                  <a:cubicBezTo>
                    <a:pt x="582" y="810"/>
                    <a:pt x="554" y="956"/>
                    <a:pt x="526" y="1104"/>
                  </a:cubicBezTo>
                  <a:cubicBezTo>
                    <a:pt x="470" y="1399"/>
                    <a:pt x="413" y="1701"/>
                    <a:pt x="355" y="2008"/>
                  </a:cubicBezTo>
                  <a:cubicBezTo>
                    <a:pt x="297" y="2316"/>
                    <a:pt x="238" y="2628"/>
                    <a:pt x="178" y="2946"/>
                  </a:cubicBezTo>
                  <a:cubicBezTo>
                    <a:pt x="148" y="3104"/>
                    <a:pt x="117" y="3265"/>
                    <a:pt x="87" y="3425"/>
                  </a:cubicBezTo>
                  <a:cubicBezTo>
                    <a:pt x="72" y="3506"/>
                    <a:pt x="57" y="3586"/>
                    <a:pt x="41" y="3668"/>
                  </a:cubicBezTo>
                  <a:cubicBezTo>
                    <a:pt x="34" y="3708"/>
                    <a:pt x="26" y="3749"/>
                    <a:pt x="18" y="3789"/>
                  </a:cubicBezTo>
                  <a:cubicBezTo>
                    <a:pt x="11" y="3830"/>
                    <a:pt x="1" y="3871"/>
                    <a:pt x="0" y="3913"/>
                  </a:cubicBezTo>
                  <a:cubicBezTo>
                    <a:pt x="-4" y="3998"/>
                    <a:pt x="22" y="4083"/>
                    <a:pt x="71" y="4151"/>
                  </a:cubicBezTo>
                  <a:cubicBezTo>
                    <a:pt x="119" y="4220"/>
                    <a:pt x="191" y="4271"/>
                    <a:pt x="270" y="4296"/>
                  </a:cubicBezTo>
                  <a:cubicBezTo>
                    <a:pt x="311" y="4308"/>
                    <a:pt x="350" y="4315"/>
                    <a:pt x="390" y="4324"/>
                  </a:cubicBezTo>
                  <a:cubicBezTo>
                    <a:pt x="430" y="4333"/>
                    <a:pt x="470" y="4342"/>
                    <a:pt x="510" y="4351"/>
                  </a:cubicBezTo>
                  <a:cubicBezTo>
                    <a:pt x="589" y="4368"/>
                    <a:pt x="668" y="4386"/>
                    <a:pt x="747" y="4403"/>
                  </a:cubicBezTo>
                  <a:cubicBezTo>
                    <a:pt x="1063" y="4474"/>
                    <a:pt x="1374" y="4543"/>
                    <a:pt x="1679" y="4610"/>
                  </a:cubicBezTo>
                  <a:cubicBezTo>
                    <a:pt x="2290" y="4746"/>
                    <a:pt x="2880" y="4877"/>
                    <a:pt x="3441" y="5001"/>
                  </a:cubicBezTo>
                  <a:cubicBezTo>
                    <a:pt x="3722" y="5063"/>
                    <a:pt x="3996" y="5124"/>
                    <a:pt x="4261" y="5183"/>
                  </a:cubicBezTo>
                  <a:cubicBezTo>
                    <a:pt x="4395" y="5213"/>
                    <a:pt x="4526" y="5242"/>
                    <a:pt x="4655" y="5271"/>
                  </a:cubicBezTo>
                  <a:cubicBezTo>
                    <a:pt x="4719" y="5285"/>
                    <a:pt x="4783" y="5299"/>
                    <a:pt x="4847" y="5313"/>
                  </a:cubicBezTo>
                  <a:cubicBezTo>
                    <a:pt x="4879" y="5320"/>
                    <a:pt x="4909" y="5328"/>
                    <a:pt x="4942" y="5333"/>
                  </a:cubicBezTo>
                  <a:cubicBezTo>
                    <a:pt x="4975" y="5339"/>
                    <a:pt x="5007" y="5339"/>
                    <a:pt x="5040" y="5336"/>
                  </a:cubicBezTo>
                  <a:cubicBezTo>
                    <a:pt x="5169" y="5323"/>
                    <a:pt x="5286" y="5241"/>
                    <a:pt x="5343" y="5129"/>
                  </a:cubicBezTo>
                  <a:cubicBezTo>
                    <a:pt x="5350" y="5115"/>
                    <a:pt x="5357" y="5101"/>
                    <a:pt x="5362" y="5086"/>
                  </a:cubicBezTo>
                  <a:lnTo>
                    <a:pt x="5370" y="5064"/>
                  </a:lnTo>
                  <a:lnTo>
                    <a:pt x="5375" y="5042"/>
                  </a:lnTo>
                  <a:cubicBezTo>
                    <a:pt x="5383" y="5012"/>
                    <a:pt x="5387" y="4982"/>
                    <a:pt x="5394" y="4952"/>
                  </a:cubicBezTo>
                  <a:cubicBezTo>
                    <a:pt x="5405" y="4893"/>
                    <a:pt x="5417" y="4834"/>
                    <a:pt x="5428" y="4776"/>
                  </a:cubicBezTo>
                  <a:cubicBezTo>
                    <a:pt x="5474" y="4543"/>
                    <a:pt x="5518" y="4319"/>
                    <a:pt x="5560" y="4106"/>
                  </a:cubicBezTo>
                  <a:cubicBezTo>
                    <a:pt x="5727" y="3252"/>
                    <a:pt x="5862" y="2562"/>
                    <a:pt x="5956" y="2084"/>
                  </a:cubicBezTo>
                  <a:cubicBezTo>
                    <a:pt x="6002" y="1845"/>
                    <a:pt x="6038" y="1660"/>
                    <a:pt x="6063" y="1534"/>
                  </a:cubicBezTo>
                  <a:cubicBezTo>
                    <a:pt x="6075" y="1472"/>
                    <a:pt x="6084" y="1424"/>
                    <a:pt x="6090" y="1391"/>
                  </a:cubicBezTo>
                  <a:cubicBezTo>
                    <a:pt x="6096" y="1359"/>
                    <a:pt x="6099" y="1342"/>
                    <a:pt x="6099" y="1342"/>
                  </a:cubicBezTo>
                  <a:cubicBezTo>
                    <a:pt x="6099" y="1342"/>
                    <a:pt x="6096" y="1359"/>
                    <a:pt x="6089" y="1391"/>
                  </a:cubicBezTo>
                  <a:cubicBezTo>
                    <a:pt x="6082" y="1423"/>
                    <a:pt x="6073" y="1471"/>
                    <a:pt x="6060" y="1534"/>
                  </a:cubicBezTo>
                  <a:cubicBezTo>
                    <a:pt x="6035" y="1659"/>
                    <a:pt x="5998" y="1845"/>
                    <a:pt x="5951" y="2083"/>
                  </a:cubicBezTo>
                  <a:cubicBezTo>
                    <a:pt x="5856" y="2560"/>
                    <a:pt x="5719" y="3251"/>
                    <a:pt x="5550" y="4104"/>
                  </a:cubicBezTo>
                  <a:cubicBezTo>
                    <a:pt x="5508" y="4317"/>
                    <a:pt x="5464" y="4540"/>
                    <a:pt x="5417" y="4773"/>
                  </a:cubicBezTo>
                  <a:cubicBezTo>
                    <a:pt x="5406" y="4831"/>
                    <a:pt x="5394" y="4891"/>
                    <a:pt x="5382" y="4950"/>
                  </a:cubicBezTo>
                  <a:cubicBezTo>
                    <a:pt x="5371" y="5010"/>
                    <a:pt x="5362" y="5070"/>
                    <a:pt x="5332" y="5124"/>
                  </a:cubicBezTo>
                  <a:cubicBezTo>
                    <a:pt x="5277" y="5233"/>
                    <a:pt x="5164" y="5312"/>
                    <a:pt x="5038" y="5324"/>
                  </a:cubicBezTo>
                  <a:cubicBezTo>
                    <a:pt x="5007" y="5327"/>
                    <a:pt x="4975" y="5327"/>
                    <a:pt x="4943" y="5321"/>
                  </a:cubicBezTo>
                  <a:cubicBezTo>
                    <a:pt x="4912" y="5317"/>
                    <a:pt x="4880" y="5308"/>
                    <a:pt x="4849" y="5302"/>
                  </a:cubicBezTo>
                  <a:cubicBezTo>
                    <a:pt x="4785" y="5288"/>
                    <a:pt x="4721" y="5273"/>
                    <a:pt x="4657" y="5259"/>
                  </a:cubicBezTo>
                  <a:cubicBezTo>
                    <a:pt x="4528" y="5230"/>
                    <a:pt x="4397" y="5201"/>
                    <a:pt x="4264" y="5171"/>
                  </a:cubicBezTo>
                  <a:cubicBezTo>
                    <a:pt x="3998" y="5112"/>
                    <a:pt x="3724" y="5051"/>
                    <a:pt x="3443" y="4989"/>
                  </a:cubicBezTo>
                  <a:cubicBezTo>
                    <a:pt x="2882" y="4864"/>
                    <a:pt x="2293" y="4733"/>
                    <a:pt x="1682" y="4597"/>
                  </a:cubicBezTo>
                  <a:cubicBezTo>
                    <a:pt x="1376" y="4529"/>
                    <a:pt x="1065" y="4460"/>
                    <a:pt x="750" y="4390"/>
                  </a:cubicBezTo>
                  <a:cubicBezTo>
                    <a:pt x="671" y="4372"/>
                    <a:pt x="592" y="4354"/>
                    <a:pt x="512" y="4337"/>
                  </a:cubicBezTo>
                  <a:cubicBezTo>
                    <a:pt x="472" y="4328"/>
                    <a:pt x="433" y="4319"/>
                    <a:pt x="393" y="4310"/>
                  </a:cubicBezTo>
                  <a:cubicBezTo>
                    <a:pt x="353" y="4301"/>
                    <a:pt x="312" y="4294"/>
                    <a:pt x="274" y="4282"/>
                  </a:cubicBezTo>
                  <a:cubicBezTo>
                    <a:pt x="198" y="4258"/>
                    <a:pt x="128" y="4209"/>
                    <a:pt x="82" y="4142"/>
                  </a:cubicBezTo>
                  <a:cubicBezTo>
                    <a:pt x="35" y="4076"/>
                    <a:pt x="9" y="3995"/>
                    <a:pt x="13" y="3913"/>
                  </a:cubicBezTo>
                  <a:cubicBezTo>
                    <a:pt x="14" y="3873"/>
                    <a:pt x="24" y="3832"/>
                    <a:pt x="31" y="3792"/>
                  </a:cubicBezTo>
                  <a:cubicBezTo>
                    <a:pt x="39" y="3751"/>
                    <a:pt x="46" y="3710"/>
                    <a:pt x="54" y="3670"/>
                  </a:cubicBezTo>
                  <a:cubicBezTo>
                    <a:pt x="70" y="3589"/>
                    <a:pt x="85" y="3508"/>
                    <a:pt x="100" y="3427"/>
                  </a:cubicBezTo>
                  <a:cubicBezTo>
                    <a:pt x="130" y="3267"/>
                    <a:pt x="161" y="3107"/>
                    <a:pt x="190" y="2948"/>
                  </a:cubicBezTo>
                  <a:cubicBezTo>
                    <a:pt x="250" y="2630"/>
                    <a:pt x="309" y="2317"/>
                    <a:pt x="367" y="2010"/>
                  </a:cubicBezTo>
                  <a:cubicBezTo>
                    <a:pt x="425" y="1703"/>
                    <a:pt x="483" y="1400"/>
                    <a:pt x="538" y="1106"/>
                  </a:cubicBezTo>
                  <a:cubicBezTo>
                    <a:pt x="566" y="958"/>
                    <a:pt x="594" y="812"/>
                    <a:pt x="621" y="667"/>
                  </a:cubicBezTo>
                  <a:cubicBezTo>
                    <a:pt x="635" y="595"/>
                    <a:pt x="648" y="523"/>
                    <a:pt x="662" y="451"/>
                  </a:cubicBezTo>
                  <a:cubicBezTo>
                    <a:pt x="669" y="415"/>
                    <a:pt x="675" y="380"/>
                    <a:pt x="682" y="344"/>
                  </a:cubicBezTo>
                  <a:cubicBezTo>
                    <a:pt x="688" y="308"/>
                    <a:pt x="697" y="274"/>
                    <a:pt x="710" y="241"/>
                  </a:cubicBezTo>
                  <a:cubicBezTo>
                    <a:pt x="724" y="209"/>
                    <a:pt x="742" y="178"/>
                    <a:pt x="764" y="151"/>
                  </a:cubicBezTo>
                  <a:cubicBezTo>
                    <a:pt x="787" y="124"/>
                    <a:pt x="812" y="99"/>
                    <a:pt x="840" y="79"/>
                  </a:cubicBezTo>
                  <a:cubicBezTo>
                    <a:pt x="898" y="40"/>
                    <a:pt x="966" y="16"/>
                    <a:pt x="1035" y="12"/>
                  </a:cubicBezTo>
                  <a:cubicBezTo>
                    <a:pt x="1052" y="10"/>
                    <a:pt x="1069" y="12"/>
                    <a:pt x="1086" y="13"/>
                  </a:cubicBezTo>
                  <a:cubicBezTo>
                    <a:pt x="1103" y="15"/>
                    <a:pt x="1120" y="17"/>
                    <a:pt x="1137" y="20"/>
                  </a:cubicBezTo>
                  <a:cubicBezTo>
                    <a:pt x="1171" y="27"/>
                    <a:pt x="1206" y="33"/>
                    <a:pt x="1239" y="40"/>
                  </a:cubicBezTo>
                  <a:cubicBezTo>
                    <a:pt x="1307" y="52"/>
                    <a:pt x="1375" y="65"/>
                    <a:pt x="1442" y="78"/>
                  </a:cubicBezTo>
                  <a:cubicBezTo>
                    <a:pt x="1709" y="128"/>
                    <a:pt x="1969" y="177"/>
                    <a:pt x="2221" y="225"/>
                  </a:cubicBezTo>
                  <a:cubicBezTo>
                    <a:pt x="2723" y="319"/>
                    <a:pt x="3191" y="408"/>
                    <a:pt x="3619" y="488"/>
                  </a:cubicBezTo>
                  <a:cubicBezTo>
                    <a:pt x="4473" y="649"/>
                    <a:pt x="5165" y="779"/>
                    <a:pt x="5643" y="869"/>
                  </a:cubicBezTo>
                  <a:cubicBezTo>
                    <a:pt x="5703" y="881"/>
                    <a:pt x="5760" y="890"/>
                    <a:pt x="5812" y="901"/>
                  </a:cubicBezTo>
                  <a:cubicBezTo>
                    <a:pt x="5864" y="914"/>
                    <a:pt x="5910" y="936"/>
                    <a:pt x="5948" y="963"/>
                  </a:cubicBezTo>
                  <a:cubicBezTo>
                    <a:pt x="5985" y="991"/>
                    <a:pt x="6015" y="1023"/>
                    <a:pt x="6038" y="1055"/>
                  </a:cubicBezTo>
                  <a:cubicBezTo>
                    <a:pt x="6060" y="1088"/>
                    <a:pt x="6075" y="1120"/>
                    <a:pt x="6085" y="1150"/>
                  </a:cubicBezTo>
                  <a:cubicBezTo>
                    <a:pt x="6105" y="1211"/>
                    <a:pt x="6106" y="1261"/>
                    <a:pt x="6104" y="1293"/>
                  </a:cubicBezTo>
                  <a:cubicBezTo>
                    <a:pt x="6104" y="1309"/>
                    <a:pt x="6101" y="1321"/>
                    <a:pt x="6100" y="1329"/>
                  </a:cubicBezTo>
                  <a:cubicBezTo>
                    <a:pt x="6099" y="1337"/>
                    <a:pt x="6099" y="1341"/>
                    <a:pt x="6099" y="1341"/>
                  </a:cubicBezTo>
                  <a:lnTo>
                    <a:pt x="6099" y="13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46"/>
            <p:cNvSpPr/>
            <p:nvPr/>
          </p:nvSpPr>
          <p:spPr>
            <a:xfrm>
              <a:off x="5779205" y="3078530"/>
              <a:ext cx="1433880" cy="1240280"/>
            </a:xfrm>
            <a:custGeom>
              <a:avLst/>
              <a:gdLst/>
              <a:ahLst/>
              <a:cxnLst/>
              <a:rect l="l" t="t" r="r" b="b"/>
              <a:pathLst>
                <a:path w="5777" h="4997" extrusionOk="0">
                  <a:moveTo>
                    <a:pt x="5770" y="1260"/>
                  </a:moveTo>
                  <a:lnTo>
                    <a:pt x="5090" y="4709"/>
                  </a:lnTo>
                  <a:cubicBezTo>
                    <a:pt x="5051" y="4905"/>
                    <a:pt x="4858" y="5032"/>
                    <a:pt x="4663" y="4988"/>
                  </a:cubicBezTo>
                  <a:lnTo>
                    <a:pt x="278" y="4020"/>
                  </a:lnTo>
                  <a:cubicBezTo>
                    <a:pt x="91" y="3979"/>
                    <a:pt x="-30" y="3796"/>
                    <a:pt x="6" y="3606"/>
                  </a:cubicBezTo>
                  <a:lnTo>
                    <a:pt x="632" y="291"/>
                  </a:lnTo>
                  <a:cubicBezTo>
                    <a:pt x="668" y="98"/>
                    <a:pt x="855" y="-29"/>
                    <a:pt x="1048" y="7"/>
                  </a:cubicBezTo>
                  <a:lnTo>
                    <a:pt x="5486" y="842"/>
                  </a:lnTo>
                  <a:cubicBezTo>
                    <a:pt x="5681" y="879"/>
                    <a:pt x="5808" y="1067"/>
                    <a:pt x="5770" y="12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46"/>
            <p:cNvSpPr/>
            <p:nvPr/>
          </p:nvSpPr>
          <p:spPr>
            <a:xfrm>
              <a:off x="5777468" y="3077040"/>
              <a:ext cx="1435618" cy="1242762"/>
            </a:xfrm>
            <a:custGeom>
              <a:avLst/>
              <a:gdLst/>
              <a:ahLst/>
              <a:cxnLst/>
              <a:rect l="l" t="t" r="r" b="b"/>
              <a:pathLst>
                <a:path w="5784" h="5007" extrusionOk="0">
                  <a:moveTo>
                    <a:pt x="5777" y="1266"/>
                  </a:moveTo>
                  <a:cubicBezTo>
                    <a:pt x="5777" y="1266"/>
                    <a:pt x="5777" y="1262"/>
                    <a:pt x="5779" y="1255"/>
                  </a:cubicBezTo>
                  <a:cubicBezTo>
                    <a:pt x="5780" y="1247"/>
                    <a:pt x="5783" y="1235"/>
                    <a:pt x="5783" y="1220"/>
                  </a:cubicBezTo>
                  <a:cubicBezTo>
                    <a:pt x="5786" y="1189"/>
                    <a:pt x="5785" y="1142"/>
                    <a:pt x="5766" y="1085"/>
                  </a:cubicBezTo>
                  <a:cubicBezTo>
                    <a:pt x="5747" y="1028"/>
                    <a:pt x="5708" y="959"/>
                    <a:pt x="5635" y="907"/>
                  </a:cubicBezTo>
                  <a:cubicBezTo>
                    <a:pt x="5599" y="881"/>
                    <a:pt x="5555" y="860"/>
                    <a:pt x="5505" y="849"/>
                  </a:cubicBezTo>
                  <a:cubicBezTo>
                    <a:pt x="5456" y="838"/>
                    <a:pt x="5402" y="829"/>
                    <a:pt x="5346" y="818"/>
                  </a:cubicBezTo>
                  <a:cubicBezTo>
                    <a:pt x="4895" y="732"/>
                    <a:pt x="4243" y="609"/>
                    <a:pt x="3436" y="456"/>
                  </a:cubicBezTo>
                  <a:cubicBezTo>
                    <a:pt x="3033" y="380"/>
                    <a:pt x="2592" y="297"/>
                    <a:pt x="2118" y="207"/>
                  </a:cubicBezTo>
                  <a:cubicBezTo>
                    <a:pt x="1881" y="162"/>
                    <a:pt x="1636" y="116"/>
                    <a:pt x="1383" y="68"/>
                  </a:cubicBezTo>
                  <a:cubicBezTo>
                    <a:pt x="1320" y="57"/>
                    <a:pt x="1256" y="45"/>
                    <a:pt x="1192" y="32"/>
                  </a:cubicBezTo>
                  <a:cubicBezTo>
                    <a:pt x="1160" y="26"/>
                    <a:pt x="1128" y="20"/>
                    <a:pt x="1096" y="14"/>
                  </a:cubicBezTo>
                  <a:cubicBezTo>
                    <a:pt x="1064" y="8"/>
                    <a:pt x="1031" y="1"/>
                    <a:pt x="997" y="1"/>
                  </a:cubicBezTo>
                  <a:cubicBezTo>
                    <a:pt x="980" y="-1"/>
                    <a:pt x="964" y="2"/>
                    <a:pt x="947" y="3"/>
                  </a:cubicBezTo>
                  <a:cubicBezTo>
                    <a:pt x="930" y="5"/>
                    <a:pt x="913" y="7"/>
                    <a:pt x="897" y="12"/>
                  </a:cubicBezTo>
                  <a:cubicBezTo>
                    <a:pt x="864" y="20"/>
                    <a:pt x="833" y="34"/>
                    <a:pt x="803" y="52"/>
                  </a:cubicBezTo>
                  <a:cubicBezTo>
                    <a:pt x="745" y="86"/>
                    <a:pt x="696" y="138"/>
                    <a:pt x="665" y="200"/>
                  </a:cubicBezTo>
                  <a:cubicBezTo>
                    <a:pt x="649" y="230"/>
                    <a:pt x="639" y="264"/>
                    <a:pt x="632" y="298"/>
                  </a:cubicBezTo>
                  <a:cubicBezTo>
                    <a:pt x="625" y="331"/>
                    <a:pt x="619" y="365"/>
                    <a:pt x="613" y="398"/>
                  </a:cubicBezTo>
                  <a:cubicBezTo>
                    <a:pt x="600" y="466"/>
                    <a:pt x="587" y="534"/>
                    <a:pt x="574" y="602"/>
                  </a:cubicBezTo>
                  <a:cubicBezTo>
                    <a:pt x="548" y="738"/>
                    <a:pt x="522" y="876"/>
                    <a:pt x="496" y="1016"/>
                  </a:cubicBezTo>
                  <a:cubicBezTo>
                    <a:pt x="443" y="1294"/>
                    <a:pt x="390" y="1580"/>
                    <a:pt x="335" y="1869"/>
                  </a:cubicBezTo>
                  <a:cubicBezTo>
                    <a:pt x="281" y="2159"/>
                    <a:pt x="224" y="2453"/>
                    <a:pt x="167" y="2753"/>
                  </a:cubicBezTo>
                  <a:cubicBezTo>
                    <a:pt x="139" y="2903"/>
                    <a:pt x="110" y="3053"/>
                    <a:pt x="82" y="3205"/>
                  </a:cubicBezTo>
                  <a:cubicBezTo>
                    <a:pt x="68" y="3281"/>
                    <a:pt x="53" y="3357"/>
                    <a:pt x="39" y="3434"/>
                  </a:cubicBezTo>
                  <a:cubicBezTo>
                    <a:pt x="32" y="3472"/>
                    <a:pt x="24" y="3510"/>
                    <a:pt x="17" y="3549"/>
                  </a:cubicBezTo>
                  <a:cubicBezTo>
                    <a:pt x="10" y="3587"/>
                    <a:pt x="1" y="3625"/>
                    <a:pt x="0" y="3665"/>
                  </a:cubicBezTo>
                  <a:cubicBezTo>
                    <a:pt x="-4" y="3745"/>
                    <a:pt x="21" y="3825"/>
                    <a:pt x="67" y="3889"/>
                  </a:cubicBezTo>
                  <a:cubicBezTo>
                    <a:pt x="113" y="3955"/>
                    <a:pt x="181" y="4002"/>
                    <a:pt x="257" y="4025"/>
                  </a:cubicBezTo>
                  <a:cubicBezTo>
                    <a:pt x="408" y="4061"/>
                    <a:pt x="558" y="4092"/>
                    <a:pt x="707" y="4126"/>
                  </a:cubicBezTo>
                  <a:cubicBezTo>
                    <a:pt x="1004" y="4192"/>
                    <a:pt x="1298" y="4256"/>
                    <a:pt x="1586" y="4320"/>
                  </a:cubicBezTo>
                  <a:cubicBezTo>
                    <a:pt x="2163" y="4447"/>
                    <a:pt x="2719" y="4570"/>
                    <a:pt x="3248" y="4686"/>
                  </a:cubicBezTo>
                  <a:cubicBezTo>
                    <a:pt x="3513" y="4745"/>
                    <a:pt x="3771" y="4802"/>
                    <a:pt x="4023" y="4857"/>
                  </a:cubicBezTo>
                  <a:cubicBezTo>
                    <a:pt x="4148" y="4884"/>
                    <a:pt x="4272" y="4912"/>
                    <a:pt x="4393" y="4939"/>
                  </a:cubicBezTo>
                  <a:cubicBezTo>
                    <a:pt x="4454" y="4952"/>
                    <a:pt x="4515" y="4965"/>
                    <a:pt x="4575" y="4979"/>
                  </a:cubicBezTo>
                  <a:cubicBezTo>
                    <a:pt x="4605" y="4985"/>
                    <a:pt x="4634" y="4992"/>
                    <a:pt x="4664" y="4998"/>
                  </a:cubicBezTo>
                  <a:cubicBezTo>
                    <a:pt x="4679" y="5001"/>
                    <a:pt x="4695" y="5004"/>
                    <a:pt x="4710" y="5006"/>
                  </a:cubicBezTo>
                  <a:cubicBezTo>
                    <a:pt x="4725" y="5006"/>
                    <a:pt x="4740" y="5008"/>
                    <a:pt x="4756" y="5007"/>
                  </a:cubicBezTo>
                  <a:cubicBezTo>
                    <a:pt x="4879" y="5005"/>
                    <a:pt x="4995" y="4936"/>
                    <a:pt x="5056" y="4834"/>
                  </a:cubicBezTo>
                  <a:cubicBezTo>
                    <a:pt x="5072" y="4810"/>
                    <a:pt x="5083" y="4782"/>
                    <a:pt x="5092" y="4755"/>
                  </a:cubicBezTo>
                  <a:cubicBezTo>
                    <a:pt x="5101" y="4726"/>
                    <a:pt x="5106" y="4698"/>
                    <a:pt x="5112" y="4670"/>
                  </a:cubicBezTo>
                  <a:cubicBezTo>
                    <a:pt x="5123" y="4614"/>
                    <a:pt x="5133" y="4559"/>
                    <a:pt x="5144" y="4504"/>
                  </a:cubicBezTo>
                  <a:cubicBezTo>
                    <a:pt x="5187" y="4284"/>
                    <a:pt x="5229" y="4073"/>
                    <a:pt x="5268" y="3872"/>
                  </a:cubicBezTo>
                  <a:cubicBezTo>
                    <a:pt x="5426" y="3067"/>
                    <a:pt x="5554" y="2416"/>
                    <a:pt x="5642" y="1965"/>
                  </a:cubicBezTo>
                  <a:cubicBezTo>
                    <a:pt x="5686" y="1740"/>
                    <a:pt x="5720" y="1565"/>
                    <a:pt x="5743" y="1447"/>
                  </a:cubicBezTo>
                  <a:cubicBezTo>
                    <a:pt x="5754" y="1387"/>
                    <a:pt x="5763" y="1342"/>
                    <a:pt x="5769" y="1312"/>
                  </a:cubicBezTo>
                  <a:cubicBezTo>
                    <a:pt x="5775" y="1281"/>
                    <a:pt x="5777" y="1266"/>
                    <a:pt x="5777" y="1266"/>
                  </a:cubicBezTo>
                  <a:cubicBezTo>
                    <a:pt x="5777" y="1266"/>
                    <a:pt x="5774" y="1281"/>
                    <a:pt x="5767" y="1311"/>
                  </a:cubicBezTo>
                  <a:cubicBezTo>
                    <a:pt x="5761" y="1342"/>
                    <a:pt x="5752" y="1387"/>
                    <a:pt x="5740" y="1446"/>
                  </a:cubicBezTo>
                  <a:cubicBezTo>
                    <a:pt x="5717" y="1565"/>
                    <a:pt x="5682" y="1739"/>
                    <a:pt x="5637" y="1964"/>
                  </a:cubicBezTo>
                  <a:cubicBezTo>
                    <a:pt x="5548" y="2414"/>
                    <a:pt x="5418" y="3065"/>
                    <a:pt x="5259" y="3870"/>
                  </a:cubicBezTo>
                  <a:cubicBezTo>
                    <a:pt x="5219" y="4071"/>
                    <a:pt x="5177" y="4282"/>
                    <a:pt x="5134" y="4502"/>
                  </a:cubicBezTo>
                  <a:cubicBezTo>
                    <a:pt x="5123" y="4557"/>
                    <a:pt x="5112" y="4612"/>
                    <a:pt x="5101" y="4668"/>
                  </a:cubicBezTo>
                  <a:cubicBezTo>
                    <a:pt x="5096" y="4696"/>
                    <a:pt x="5090" y="4724"/>
                    <a:pt x="5082" y="4751"/>
                  </a:cubicBezTo>
                  <a:cubicBezTo>
                    <a:pt x="5073" y="4778"/>
                    <a:pt x="5062" y="4805"/>
                    <a:pt x="5047" y="4829"/>
                  </a:cubicBezTo>
                  <a:cubicBezTo>
                    <a:pt x="4988" y="4927"/>
                    <a:pt x="4875" y="4994"/>
                    <a:pt x="4756" y="4996"/>
                  </a:cubicBezTo>
                  <a:cubicBezTo>
                    <a:pt x="4696" y="4998"/>
                    <a:pt x="4638" y="4979"/>
                    <a:pt x="4578" y="4967"/>
                  </a:cubicBezTo>
                  <a:cubicBezTo>
                    <a:pt x="4518" y="4954"/>
                    <a:pt x="4457" y="4940"/>
                    <a:pt x="4397" y="4927"/>
                  </a:cubicBezTo>
                  <a:cubicBezTo>
                    <a:pt x="4275" y="4900"/>
                    <a:pt x="4151" y="4873"/>
                    <a:pt x="4026" y="4845"/>
                  </a:cubicBezTo>
                  <a:cubicBezTo>
                    <a:pt x="3775" y="4789"/>
                    <a:pt x="3517" y="4732"/>
                    <a:pt x="3252" y="4674"/>
                  </a:cubicBezTo>
                  <a:cubicBezTo>
                    <a:pt x="2722" y="4557"/>
                    <a:pt x="2166" y="4434"/>
                    <a:pt x="1590" y="4307"/>
                  </a:cubicBezTo>
                  <a:cubicBezTo>
                    <a:pt x="1302" y="4243"/>
                    <a:pt x="1008" y="4178"/>
                    <a:pt x="711" y="4112"/>
                  </a:cubicBezTo>
                  <a:cubicBezTo>
                    <a:pt x="562" y="4079"/>
                    <a:pt x="411" y="4048"/>
                    <a:pt x="262" y="4012"/>
                  </a:cubicBezTo>
                  <a:cubicBezTo>
                    <a:pt x="189" y="3990"/>
                    <a:pt x="124" y="3944"/>
                    <a:pt x="80" y="3882"/>
                  </a:cubicBezTo>
                  <a:cubicBezTo>
                    <a:pt x="35" y="3820"/>
                    <a:pt x="11" y="3743"/>
                    <a:pt x="14" y="3666"/>
                  </a:cubicBezTo>
                  <a:cubicBezTo>
                    <a:pt x="15" y="3628"/>
                    <a:pt x="25" y="3590"/>
                    <a:pt x="32" y="3551"/>
                  </a:cubicBezTo>
                  <a:cubicBezTo>
                    <a:pt x="39" y="3513"/>
                    <a:pt x="46" y="3475"/>
                    <a:pt x="53" y="3436"/>
                  </a:cubicBezTo>
                  <a:cubicBezTo>
                    <a:pt x="68" y="3360"/>
                    <a:pt x="82" y="3284"/>
                    <a:pt x="96" y="3208"/>
                  </a:cubicBezTo>
                  <a:cubicBezTo>
                    <a:pt x="125" y="3056"/>
                    <a:pt x="154" y="2905"/>
                    <a:pt x="182" y="2755"/>
                  </a:cubicBezTo>
                  <a:cubicBezTo>
                    <a:pt x="239" y="2456"/>
                    <a:pt x="294" y="2161"/>
                    <a:pt x="349" y="1871"/>
                  </a:cubicBezTo>
                  <a:cubicBezTo>
                    <a:pt x="404" y="1581"/>
                    <a:pt x="457" y="1296"/>
                    <a:pt x="510" y="1018"/>
                  </a:cubicBezTo>
                  <a:cubicBezTo>
                    <a:pt x="536" y="879"/>
                    <a:pt x="562" y="740"/>
                    <a:pt x="588" y="604"/>
                  </a:cubicBezTo>
                  <a:cubicBezTo>
                    <a:pt x="601" y="536"/>
                    <a:pt x="614" y="468"/>
                    <a:pt x="626" y="400"/>
                  </a:cubicBezTo>
                  <a:cubicBezTo>
                    <a:pt x="640" y="333"/>
                    <a:pt x="646" y="264"/>
                    <a:pt x="677" y="205"/>
                  </a:cubicBezTo>
                  <a:cubicBezTo>
                    <a:pt x="707" y="145"/>
                    <a:pt x="754" y="95"/>
                    <a:pt x="811" y="62"/>
                  </a:cubicBezTo>
                  <a:cubicBezTo>
                    <a:pt x="839" y="45"/>
                    <a:pt x="870" y="32"/>
                    <a:pt x="901" y="24"/>
                  </a:cubicBezTo>
                  <a:cubicBezTo>
                    <a:pt x="917" y="19"/>
                    <a:pt x="933" y="18"/>
                    <a:pt x="949" y="14"/>
                  </a:cubicBezTo>
                  <a:cubicBezTo>
                    <a:pt x="965" y="14"/>
                    <a:pt x="982" y="11"/>
                    <a:pt x="998" y="13"/>
                  </a:cubicBezTo>
                  <a:cubicBezTo>
                    <a:pt x="1030" y="13"/>
                    <a:pt x="1062" y="20"/>
                    <a:pt x="1095" y="26"/>
                  </a:cubicBezTo>
                  <a:cubicBezTo>
                    <a:pt x="1127" y="32"/>
                    <a:pt x="1159" y="38"/>
                    <a:pt x="1191" y="44"/>
                  </a:cubicBezTo>
                  <a:cubicBezTo>
                    <a:pt x="1255" y="55"/>
                    <a:pt x="1319" y="68"/>
                    <a:pt x="1382" y="79"/>
                  </a:cubicBezTo>
                  <a:cubicBezTo>
                    <a:pt x="1634" y="127"/>
                    <a:pt x="1879" y="173"/>
                    <a:pt x="2117" y="217"/>
                  </a:cubicBezTo>
                  <a:cubicBezTo>
                    <a:pt x="2591" y="306"/>
                    <a:pt x="3032" y="389"/>
                    <a:pt x="3435" y="464"/>
                  </a:cubicBezTo>
                  <a:cubicBezTo>
                    <a:pt x="4242" y="615"/>
                    <a:pt x="4894" y="737"/>
                    <a:pt x="5346" y="822"/>
                  </a:cubicBezTo>
                  <a:cubicBezTo>
                    <a:pt x="5402" y="832"/>
                    <a:pt x="5455" y="841"/>
                    <a:pt x="5505" y="852"/>
                  </a:cubicBezTo>
                  <a:cubicBezTo>
                    <a:pt x="5555" y="863"/>
                    <a:pt x="5598" y="884"/>
                    <a:pt x="5634" y="909"/>
                  </a:cubicBezTo>
                  <a:cubicBezTo>
                    <a:pt x="5706" y="960"/>
                    <a:pt x="5745" y="1028"/>
                    <a:pt x="5764" y="1085"/>
                  </a:cubicBezTo>
                  <a:cubicBezTo>
                    <a:pt x="5784" y="1141"/>
                    <a:pt x="5785" y="1188"/>
                    <a:pt x="5783" y="1219"/>
                  </a:cubicBezTo>
                  <a:cubicBezTo>
                    <a:pt x="5783" y="1234"/>
                    <a:pt x="5779" y="1246"/>
                    <a:pt x="5779" y="1253"/>
                  </a:cubicBezTo>
                  <a:cubicBezTo>
                    <a:pt x="5778" y="1261"/>
                    <a:pt x="5777" y="1265"/>
                    <a:pt x="5777" y="1265"/>
                  </a:cubicBezTo>
                  <a:lnTo>
                    <a:pt x="5777" y="12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46"/>
            <p:cNvSpPr/>
            <p:nvPr/>
          </p:nvSpPr>
          <p:spPr>
            <a:xfrm>
              <a:off x="5877246" y="3466723"/>
              <a:ext cx="1265101" cy="275508"/>
            </a:xfrm>
            <a:custGeom>
              <a:avLst/>
              <a:gdLst/>
              <a:ahLst/>
              <a:cxnLst/>
              <a:rect l="l" t="t" r="r" b="b"/>
              <a:pathLst>
                <a:path w="5097" h="1110" extrusionOk="0">
                  <a:moveTo>
                    <a:pt x="0" y="1"/>
                  </a:moveTo>
                  <a:cubicBezTo>
                    <a:pt x="0" y="1"/>
                    <a:pt x="2" y="6"/>
                    <a:pt x="5" y="15"/>
                  </a:cubicBezTo>
                  <a:cubicBezTo>
                    <a:pt x="9" y="25"/>
                    <a:pt x="14" y="38"/>
                    <a:pt x="20" y="56"/>
                  </a:cubicBezTo>
                  <a:cubicBezTo>
                    <a:pt x="24" y="66"/>
                    <a:pt x="28" y="76"/>
                    <a:pt x="32" y="87"/>
                  </a:cubicBezTo>
                  <a:cubicBezTo>
                    <a:pt x="36" y="98"/>
                    <a:pt x="41" y="110"/>
                    <a:pt x="47" y="123"/>
                  </a:cubicBezTo>
                  <a:cubicBezTo>
                    <a:pt x="60" y="148"/>
                    <a:pt x="74" y="178"/>
                    <a:pt x="91" y="211"/>
                  </a:cubicBezTo>
                  <a:cubicBezTo>
                    <a:pt x="111" y="242"/>
                    <a:pt x="131" y="278"/>
                    <a:pt x="157" y="315"/>
                  </a:cubicBezTo>
                  <a:cubicBezTo>
                    <a:pt x="184" y="350"/>
                    <a:pt x="211" y="391"/>
                    <a:pt x="247" y="429"/>
                  </a:cubicBezTo>
                  <a:cubicBezTo>
                    <a:pt x="265" y="448"/>
                    <a:pt x="282" y="470"/>
                    <a:pt x="303" y="489"/>
                  </a:cubicBezTo>
                  <a:cubicBezTo>
                    <a:pt x="323" y="508"/>
                    <a:pt x="344" y="528"/>
                    <a:pt x="366" y="549"/>
                  </a:cubicBezTo>
                  <a:cubicBezTo>
                    <a:pt x="411" y="587"/>
                    <a:pt x="459" y="628"/>
                    <a:pt x="515" y="663"/>
                  </a:cubicBezTo>
                  <a:cubicBezTo>
                    <a:pt x="625" y="737"/>
                    <a:pt x="755" y="803"/>
                    <a:pt x="904" y="848"/>
                  </a:cubicBezTo>
                  <a:cubicBezTo>
                    <a:pt x="1053" y="892"/>
                    <a:pt x="1221" y="915"/>
                    <a:pt x="1395" y="900"/>
                  </a:cubicBezTo>
                  <a:cubicBezTo>
                    <a:pt x="1570" y="886"/>
                    <a:pt x="1748" y="832"/>
                    <a:pt x="1925" y="764"/>
                  </a:cubicBezTo>
                  <a:cubicBezTo>
                    <a:pt x="2102" y="695"/>
                    <a:pt x="2279" y="610"/>
                    <a:pt x="2467" y="540"/>
                  </a:cubicBezTo>
                  <a:cubicBezTo>
                    <a:pt x="2843" y="399"/>
                    <a:pt x="3226" y="330"/>
                    <a:pt x="3573" y="340"/>
                  </a:cubicBezTo>
                  <a:cubicBezTo>
                    <a:pt x="3747" y="344"/>
                    <a:pt x="3911" y="368"/>
                    <a:pt x="4061" y="406"/>
                  </a:cubicBezTo>
                  <a:cubicBezTo>
                    <a:pt x="4211" y="445"/>
                    <a:pt x="4345" y="498"/>
                    <a:pt x="4462" y="557"/>
                  </a:cubicBezTo>
                  <a:cubicBezTo>
                    <a:pt x="4697" y="677"/>
                    <a:pt x="4858" y="821"/>
                    <a:pt x="4956" y="931"/>
                  </a:cubicBezTo>
                  <a:cubicBezTo>
                    <a:pt x="4968" y="944"/>
                    <a:pt x="4980" y="957"/>
                    <a:pt x="4991" y="969"/>
                  </a:cubicBezTo>
                  <a:cubicBezTo>
                    <a:pt x="5001" y="982"/>
                    <a:pt x="5010" y="994"/>
                    <a:pt x="5019" y="1005"/>
                  </a:cubicBezTo>
                  <a:lnTo>
                    <a:pt x="5043" y="1036"/>
                  </a:lnTo>
                  <a:cubicBezTo>
                    <a:pt x="5050" y="1046"/>
                    <a:pt x="5057" y="1054"/>
                    <a:pt x="5062" y="1062"/>
                  </a:cubicBezTo>
                  <a:cubicBezTo>
                    <a:pt x="5073" y="1078"/>
                    <a:pt x="5082" y="1090"/>
                    <a:pt x="5088" y="1098"/>
                  </a:cubicBezTo>
                  <a:cubicBezTo>
                    <a:pt x="5094" y="1106"/>
                    <a:pt x="5097" y="1110"/>
                    <a:pt x="5097" y="1110"/>
                  </a:cubicBezTo>
                  <a:cubicBezTo>
                    <a:pt x="5097" y="1110"/>
                    <a:pt x="5094" y="1106"/>
                    <a:pt x="5089" y="1097"/>
                  </a:cubicBezTo>
                  <a:cubicBezTo>
                    <a:pt x="5083" y="1089"/>
                    <a:pt x="5075" y="1077"/>
                    <a:pt x="5065" y="1061"/>
                  </a:cubicBezTo>
                  <a:cubicBezTo>
                    <a:pt x="5059" y="1053"/>
                    <a:pt x="5053" y="1044"/>
                    <a:pt x="5046" y="1034"/>
                  </a:cubicBezTo>
                  <a:cubicBezTo>
                    <a:pt x="5039" y="1024"/>
                    <a:pt x="5031" y="1014"/>
                    <a:pt x="5022" y="1003"/>
                  </a:cubicBezTo>
                  <a:cubicBezTo>
                    <a:pt x="5014" y="991"/>
                    <a:pt x="5004" y="979"/>
                    <a:pt x="4994" y="966"/>
                  </a:cubicBezTo>
                  <a:cubicBezTo>
                    <a:pt x="4984" y="954"/>
                    <a:pt x="4972" y="941"/>
                    <a:pt x="4960" y="927"/>
                  </a:cubicBezTo>
                  <a:cubicBezTo>
                    <a:pt x="4864" y="816"/>
                    <a:pt x="4702" y="670"/>
                    <a:pt x="4467" y="549"/>
                  </a:cubicBezTo>
                  <a:cubicBezTo>
                    <a:pt x="4349" y="488"/>
                    <a:pt x="4214" y="435"/>
                    <a:pt x="4064" y="395"/>
                  </a:cubicBezTo>
                  <a:cubicBezTo>
                    <a:pt x="3914" y="356"/>
                    <a:pt x="3749" y="331"/>
                    <a:pt x="3574" y="327"/>
                  </a:cubicBezTo>
                  <a:cubicBezTo>
                    <a:pt x="3224" y="316"/>
                    <a:pt x="2840" y="386"/>
                    <a:pt x="2463" y="527"/>
                  </a:cubicBezTo>
                  <a:cubicBezTo>
                    <a:pt x="2274" y="598"/>
                    <a:pt x="2097" y="682"/>
                    <a:pt x="1920" y="751"/>
                  </a:cubicBezTo>
                  <a:cubicBezTo>
                    <a:pt x="1744" y="819"/>
                    <a:pt x="1568" y="873"/>
                    <a:pt x="1395" y="887"/>
                  </a:cubicBezTo>
                  <a:cubicBezTo>
                    <a:pt x="1222" y="903"/>
                    <a:pt x="1056" y="881"/>
                    <a:pt x="908" y="837"/>
                  </a:cubicBezTo>
                  <a:cubicBezTo>
                    <a:pt x="760" y="793"/>
                    <a:pt x="631" y="728"/>
                    <a:pt x="521" y="655"/>
                  </a:cubicBezTo>
                  <a:cubicBezTo>
                    <a:pt x="466" y="620"/>
                    <a:pt x="418" y="579"/>
                    <a:pt x="372" y="542"/>
                  </a:cubicBezTo>
                  <a:cubicBezTo>
                    <a:pt x="351" y="522"/>
                    <a:pt x="330" y="502"/>
                    <a:pt x="309" y="483"/>
                  </a:cubicBezTo>
                  <a:cubicBezTo>
                    <a:pt x="289" y="464"/>
                    <a:pt x="272" y="442"/>
                    <a:pt x="254" y="424"/>
                  </a:cubicBezTo>
                  <a:cubicBezTo>
                    <a:pt x="218" y="386"/>
                    <a:pt x="191" y="346"/>
                    <a:pt x="163" y="310"/>
                  </a:cubicBezTo>
                  <a:cubicBezTo>
                    <a:pt x="137" y="274"/>
                    <a:pt x="117" y="238"/>
                    <a:pt x="97" y="208"/>
                  </a:cubicBezTo>
                  <a:cubicBezTo>
                    <a:pt x="79" y="176"/>
                    <a:pt x="65" y="146"/>
                    <a:pt x="52" y="121"/>
                  </a:cubicBezTo>
                  <a:cubicBezTo>
                    <a:pt x="45" y="109"/>
                    <a:pt x="40" y="96"/>
                    <a:pt x="36" y="85"/>
                  </a:cubicBezTo>
                  <a:cubicBezTo>
                    <a:pt x="31" y="74"/>
                    <a:pt x="27" y="64"/>
                    <a:pt x="24" y="55"/>
                  </a:cubicBezTo>
                  <a:cubicBezTo>
                    <a:pt x="17" y="37"/>
                    <a:pt x="11" y="24"/>
                    <a:pt x="7" y="14"/>
                  </a:cubicBezTo>
                  <a:cubicBezTo>
                    <a:pt x="4" y="5"/>
                    <a:pt x="1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46"/>
            <p:cNvSpPr/>
            <p:nvPr/>
          </p:nvSpPr>
          <p:spPr>
            <a:xfrm>
              <a:off x="5826364" y="3705994"/>
              <a:ext cx="296109" cy="419466"/>
            </a:xfrm>
            <a:custGeom>
              <a:avLst/>
              <a:gdLst/>
              <a:ahLst/>
              <a:cxnLst/>
              <a:rect l="l" t="t" r="r" b="b"/>
              <a:pathLst>
                <a:path w="1193" h="1690" extrusionOk="0">
                  <a:moveTo>
                    <a:pt x="628" y="21"/>
                  </a:moveTo>
                  <a:lnTo>
                    <a:pt x="1193" y="1066"/>
                  </a:lnTo>
                  <a:lnTo>
                    <a:pt x="1165" y="1071"/>
                  </a:lnTo>
                  <a:lnTo>
                    <a:pt x="763" y="1620"/>
                  </a:lnTo>
                  <a:lnTo>
                    <a:pt x="450" y="1690"/>
                  </a:lnTo>
                  <a:cubicBezTo>
                    <a:pt x="334" y="1257"/>
                    <a:pt x="226" y="866"/>
                    <a:pt x="165" y="574"/>
                  </a:cubicBezTo>
                  <a:cubicBezTo>
                    <a:pt x="103" y="279"/>
                    <a:pt x="34" y="96"/>
                    <a:pt x="0" y="0"/>
                  </a:cubicBezTo>
                  <a:lnTo>
                    <a:pt x="628" y="21"/>
                  </a:lnTo>
                  <a:close/>
                </a:path>
              </a:pathLst>
            </a:custGeom>
            <a:solidFill>
              <a:srgbClr val="AE746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46"/>
            <p:cNvSpPr/>
            <p:nvPr/>
          </p:nvSpPr>
          <p:spPr>
            <a:xfrm>
              <a:off x="5786155" y="3475411"/>
              <a:ext cx="233313" cy="290400"/>
            </a:xfrm>
            <a:custGeom>
              <a:avLst/>
              <a:gdLst/>
              <a:ahLst/>
              <a:cxnLst/>
              <a:rect l="l" t="t" r="r" b="b"/>
              <a:pathLst>
                <a:path w="940" h="1170" extrusionOk="0">
                  <a:moveTo>
                    <a:pt x="722" y="14"/>
                  </a:moveTo>
                  <a:cubicBezTo>
                    <a:pt x="722" y="14"/>
                    <a:pt x="909" y="271"/>
                    <a:pt x="932" y="356"/>
                  </a:cubicBezTo>
                  <a:cubicBezTo>
                    <a:pt x="956" y="442"/>
                    <a:pt x="923" y="569"/>
                    <a:pt x="890" y="691"/>
                  </a:cubicBezTo>
                  <a:cubicBezTo>
                    <a:pt x="857" y="815"/>
                    <a:pt x="794" y="1013"/>
                    <a:pt x="794" y="1013"/>
                  </a:cubicBezTo>
                  <a:lnTo>
                    <a:pt x="241" y="1170"/>
                  </a:lnTo>
                  <a:lnTo>
                    <a:pt x="181" y="1022"/>
                  </a:lnTo>
                  <a:cubicBezTo>
                    <a:pt x="181" y="1022"/>
                    <a:pt x="5" y="642"/>
                    <a:pt x="0" y="590"/>
                  </a:cubicBezTo>
                  <a:cubicBezTo>
                    <a:pt x="-4" y="538"/>
                    <a:pt x="39" y="430"/>
                    <a:pt x="39" y="430"/>
                  </a:cubicBezTo>
                  <a:cubicBezTo>
                    <a:pt x="39" y="430"/>
                    <a:pt x="-5" y="304"/>
                    <a:pt x="41" y="259"/>
                  </a:cubicBezTo>
                  <a:cubicBezTo>
                    <a:pt x="87" y="215"/>
                    <a:pt x="117" y="211"/>
                    <a:pt x="117" y="211"/>
                  </a:cubicBezTo>
                  <a:cubicBezTo>
                    <a:pt x="117" y="211"/>
                    <a:pt x="24" y="104"/>
                    <a:pt x="99" y="53"/>
                  </a:cubicBezTo>
                  <a:cubicBezTo>
                    <a:pt x="174" y="2"/>
                    <a:pt x="212" y="0"/>
                    <a:pt x="212" y="0"/>
                  </a:cubicBezTo>
                  <a:lnTo>
                    <a:pt x="555" y="375"/>
                  </a:lnTo>
                  <a:cubicBezTo>
                    <a:pt x="555" y="375"/>
                    <a:pt x="623" y="439"/>
                    <a:pt x="677" y="426"/>
                  </a:cubicBezTo>
                  <a:cubicBezTo>
                    <a:pt x="731" y="414"/>
                    <a:pt x="751" y="405"/>
                    <a:pt x="712" y="316"/>
                  </a:cubicBezTo>
                  <a:cubicBezTo>
                    <a:pt x="672" y="227"/>
                    <a:pt x="640" y="200"/>
                    <a:pt x="622" y="121"/>
                  </a:cubicBezTo>
                  <a:cubicBezTo>
                    <a:pt x="604" y="42"/>
                    <a:pt x="722" y="15"/>
                    <a:pt x="722" y="15"/>
                  </a:cubicBezTo>
                  <a:lnTo>
                    <a:pt x="722" y="14"/>
                  </a:lnTo>
                  <a:close/>
                </a:path>
              </a:pathLst>
            </a:custGeom>
            <a:solidFill>
              <a:srgbClr val="AE746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46"/>
            <p:cNvSpPr/>
            <p:nvPr/>
          </p:nvSpPr>
          <p:spPr>
            <a:xfrm>
              <a:off x="6649164" y="2883688"/>
              <a:ext cx="425672" cy="910416"/>
            </a:xfrm>
            <a:custGeom>
              <a:avLst/>
              <a:gdLst/>
              <a:ahLst/>
              <a:cxnLst/>
              <a:rect l="l" t="t" r="r" b="b"/>
              <a:pathLst>
                <a:path w="1715" h="3668" extrusionOk="0">
                  <a:moveTo>
                    <a:pt x="1691" y="932"/>
                  </a:moveTo>
                  <a:lnTo>
                    <a:pt x="1715" y="2870"/>
                  </a:lnTo>
                  <a:cubicBezTo>
                    <a:pt x="1719" y="3199"/>
                    <a:pt x="1657" y="3685"/>
                    <a:pt x="1136" y="3667"/>
                  </a:cubicBezTo>
                  <a:lnTo>
                    <a:pt x="1136" y="3667"/>
                  </a:lnTo>
                  <a:cubicBezTo>
                    <a:pt x="684" y="3618"/>
                    <a:pt x="565" y="3191"/>
                    <a:pt x="561" y="2883"/>
                  </a:cubicBezTo>
                  <a:cubicBezTo>
                    <a:pt x="559" y="2737"/>
                    <a:pt x="558" y="2616"/>
                    <a:pt x="557" y="2601"/>
                  </a:cubicBezTo>
                  <a:cubicBezTo>
                    <a:pt x="557" y="2601"/>
                    <a:pt x="62" y="2560"/>
                    <a:pt x="21" y="2072"/>
                  </a:cubicBezTo>
                  <a:cubicBezTo>
                    <a:pt x="0" y="1837"/>
                    <a:pt x="-2" y="1348"/>
                    <a:pt x="2" y="906"/>
                  </a:cubicBezTo>
                  <a:cubicBezTo>
                    <a:pt x="5" y="430"/>
                    <a:pt x="374" y="38"/>
                    <a:pt x="848" y="3"/>
                  </a:cubicBezTo>
                  <a:lnTo>
                    <a:pt x="895" y="0"/>
                  </a:lnTo>
                  <a:cubicBezTo>
                    <a:pt x="1406" y="-8"/>
                    <a:pt x="1697" y="422"/>
                    <a:pt x="1691" y="932"/>
                  </a:cubicBezTo>
                  <a:close/>
                </a:path>
              </a:pathLst>
            </a:custGeom>
            <a:solidFill>
              <a:srgbClr val="AE746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46"/>
            <p:cNvSpPr/>
            <p:nvPr/>
          </p:nvSpPr>
          <p:spPr>
            <a:xfrm>
              <a:off x="6787166" y="3470943"/>
              <a:ext cx="154632" cy="89602"/>
            </a:xfrm>
            <a:custGeom>
              <a:avLst/>
              <a:gdLst/>
              <a:ahLst/>
              <a:cxnLst/>
              <a:rect l="l" t="t" r="r" b="b"/>
              <a:pathLst>
                <a:path w="623" h="361" extrusionOk="0">
                  <a:moveTo>
                    <a:pt x="0" y="235"/>
                  </a:moveTo>
                  <a:cubicBezTo>
                    <a:pt x="0" y="235"/>
                    <a:pt x="310" y="230"/>
                    <a:pt x="623" y="0"/>
                  </a:cubicBezTo>
                  <a:cubicBezTo>
                    <a:pt x="623" y="0"/>
                    <a:pt x="494" y="369"/>
                    <a:pt x="3" y="360"/>
                  </a:cubicBezTo>
                  <a:lnTo>
                    <a:pt x="0" y="235"/>
                  </a:lnTo>
                  <a:close/>
                </a:path>
              </a:pathLst>
            </a:custGeom>
            <a:solidFill>
              <a:srgbClr val="8B5D5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46"/>
            <p:cNvSpPr/>
            <p:nvPr/>
          </p:nvSpPr>
          <p:spPr>
            <a:xfrm>
              <a:off x="6856415" y="3136610"/>
              <a:ext cx="74710" cy="21594"/>
            </a:xfrm>
            <a:custGeom>
              <a:avLst/>
              <a:gdLst/>
              <a:ahLst/>
              <a:cxnLst/>
              <a:rect l="l" t="t" r="r" b="b"/>
              <a:pathLst>
                <a:path w="301" h="87" extrusionOk="0">
                  <a:moveTo>
                    <a:pt x="1" y="86"/>
                  </a:moveTo>
                  <a:cubicBezTo>
                    <a:pt x="11" y="96"/>
                    <a:pt x="67" y="51"/>
                    <a:pt x="149" y="49"/>
                  </a:cubicBezTo>
                  <a:cubicBezTo>
                    <a:pt x="231" y="45"/>
                    <a:pt x="292" y="87"/>
                    <a:pt x="300" y="76"/>
                  </a:cubicBezTo>
                  <a:cubicBezTo>
                    <a:pt x="305" y="72"/>
                    <a:pt x="295" y="54"/>
                    <a:pt x="268" y="35"/>
                  </a:cubicBezTo>
                  <a:cubicBezTo>
                    <a:pt x="242" y="16"/>
                    <a:pt x="197" y="-1"/>
                    <a:pt x="146" y="0"/>
                  </a:cubicBezTo>
                  <a:cubicBezTo>
                    <a:pt x="95" y="2"/>
                    <a:pt x="53" y="23"/>
                    <a:pt x="29" y="43"/>
                  </a:cubicBezTo>
                  <a:cubicBezTo>
                    <a:pt x="4" y="64"/>
                    <a:pt x="-4" y="82"/>
                    <a:pt x="1" y="87"/>
                  </a:cubicBezTo>
                  <a:lnTo>
                    <a:pt x="1" y="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46"/>
            <p:cNvSpPr/>
            <p:nvPr/>
          </p:nvSpPr>
          <p:spPr>
            <a:xfrm>
              <a:off x="6857408" y="3184017"/>
              <a:ext cx="32763" cy="31522"/>
            </a:xfrm>
            <a:custGeom>
              <a:avLst/>
              <a:gdLst/>
              <a:ahLst/>
              <a:cxnLst/>
              <a:rect l="l" t="t" r="r" b="b"/>
              <a:pathLst>
                <a:path w="132" h="127" extrusionOk="0">
                  <a:moveTo>
                    <a:pt x="0" y="65"/>
                  </a:moveTo>
                  <a:cubicBezTo>
                    <a:pt x="1" y="100"/>
                    <a:pt x="32" y="127"/>
                    <a:pt x="68" y="127"/>
                  </a:cubicBezTo>
                  <a:cubicBezTo>
                    <a:pt x="105" y="126"/>
                    <a:pt x="133" y="97"/>
                    <a:pt x="132" y="62"/>
                  </a:cubicBezTo>
                  <a:cubicBezTo>
                    <a:pt x="131" y="27"/>
                    <a:pt x="100" y="-1"/>
                    <a:pt x="63" y="0"/>
                  </a:cubicBezTo>
                  <a:cubicBezTo>
                    <a:pt x="27" y="1"/>
                    <a:pt x="-2" y="30"/>
                    <a:pt x="0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700" rIns="90000" bIns="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46"/>
            <p:cNvSpPr/>
            <p:nvPr/>
          </p:nvSpPr>
          <p:spPr>
            <a:xfrm>
              <a:off x="6757381" y="3143560"/>
              <a:ext cx="48400" cy="157858"/>
            </a:xfrm>
            <a:custGeom>
              <a:avLst/>
              <a:gdLst/>
              <a:ahLst/>
              <a:cxnLst/>
              <a:rect l="l" t="t" r="r" b="b"/>
              <a:pathLst>
                <a:path w="195" h="636" extrusionOk="0">
                  <a:moveTo>
                    <a:pt x="195" y="627"/>
                  </a:moveTo>
                  <a:cubicBezTo>
                    <a:pt x="195" y="623"/>
                    <a:pt x="148" y="618"/>
                    <a:pt x="72" y="614"/>
                  </a:cubicBezTo>
                  <a:cubicBezTo>
                    <a:pt x="53" y="614"/>
                    <a:pt x="34" y="611"/>
                    <a:pt x="30" y="599"/>
                  </a:cubicBezTo>
                  <a:cubicBezTo>
                    <a:pt x="25" y="585"/>
                    <a:pt x="31" y="564"/>
                    <a:pt x="39" y="541"/>
                  </a:cubicBezTo>
                  <a:cubicBezTo>
                    <a:pt x="53" y="493"/>
                    <a:pt x="69" y="443"/>
                    <a:pt x="85" y="391"/>
                  </a:cubicBezTo>
                  <a:cubicBezTo>
                    <a:pt x="148" y="177"/>
                    <a:pt x="193" y="2"/>
                    <a:pt x="184" y="0"/>
                  </a:cubicBezTo>
                  <a:cubicBezTo>
                    <a:pt x="176" y="-3"/>
                    <a:pt x="117" y="168"/>
                    <a:pt x="54" y="382"/>
                  </a:cubicBezTo>
                  <a:cubicBezTo>
                    <a:pt x="38" y="435"/>
                    <a:pt x="24" y="485"/>
                    <a:pt x="10" y="533"/>
                  </a:cubicBezTo>
                  <a:cubicBezTo>
                    <a:pt x="4" y="555"/>
                    <a:pt x="-6" y="581"/>
                    <a:pt x="5" y="609"/>
                  </a:cubicBezTo>
                  <a:cubicBezTo>
                    <a:pt x="12" y="623"/>
                    <a:pt x="26" y="632"/>
                    <a:pt x="39" y="634"/>
                  </a:cubicBezTo>
                  <a:cubicBezTo>
                    <a:pt x="52" y="637"/>
                    <a:pt x="62" y="637"/>
                    <a:pt x="72" y="636"/>
                  </a:cubicBezTo>
                  <a:cubicBezTo>
                    <a:pt x="148" y="635"/>
                    <a:pt x="195" y="632"/>
                    <a:pt x="195" y="628"/>
                  </a:cubicBezTo>
                  <a:lnTo>
                    <a:pt x="195" y="6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46"/>
            <p:cNvSpPr/>
            <p:nvPr/>
          </p:nvSpPr>
          <p:spPr>
            <a:xfrm>
              <a:off x="6865102" y="3066368"/>
              <a:ext cx="75951" cy="20105"/>
            </a:xfrm>
            <a:custGeom>
              <a:avLst/>
              <a:gdLst/>
              <a:ahLst/>
              <a:cxnLst/>
              <a:rect l="l" t="t" r="r" b="b"/>
              <a:pathLst>
                <a:path w="306" h="81" extrusionOk="0">
                  <a:moveTo>
                    <a:pt x="1" y="62"/>
                  </a:moveTo>
                  <a:cubicBezTo>
                    <a:pt x="9" y="80"/>
                    <a:pt x="74" y="66"/>
                    <a:pt x="153" y="70"/>
                  </a:cubicBezTo>
                  <a:cubicBezTo>
                    <a:pt x="232" y="73"/>
                    <a:pt x="296" y="92"/>
                    <a:pt x="305" y="74"/>
                  </a:cubicBezTo>
                  <a:cubicBezTo>
                    <a:pt x="309" y="66"/>
                    <a:pt x="297" y="49"/>
                    <a:pt x="270" y="33"/>
                  </a:cubicBezTo>
                  <a:cubicBezTo>
                    <a:pt x="244" y="17"/>
                    <a:pt x="202" y="3"/>
                    <a:pt x="155" y="1"/>
                  </a:cubicBezTo>
                  <a:cubicBezTo>
                    <a:pt x="108" y="-1"/>
                    <a:pt x="66" y="10"/>
                    <a:pt x="38" y="24"/>
                  </a:cubicBezTo>
                  <a:cubicBezTo>
                    <a:pt x="11" y="38"/>
                    <a:pt x="-3" y="53"/>
                    <a:pt x="1" y="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46"/>
            <p:cNvSpPr/>
            <p:nvPr/>
          </p:nvSpPr>
          <p:spPr>
            <a:xfrm>
              <a:off x="6672495" y="3103598"/>
              <a:ext cx="74710" cy="17126"/>
            </a:xfrm>
            <a:custGeom>
              <a:avLst/>
              <a:gdLst/>
              <a:ahLst/>
              <a:cxnLst/>
              <a:rect l="l" t="t" r="r" b="b"/>
              <a:pathLst>
                <a:path w="301" h="69" extrusionOk="0">
                  <a:moveTo>
                    <a:pt x="0" y="64"/>
                  </a:moveTo>
                  <a:cubicBezTo>
                    <a:pt x="9" y="78"/>
                    <a:pt x="73" y="62"/>
                    <a:pt x="150" y="60"/>
                  </a:cubicBezTo>
                  <a:cubicBezTo>
                    <a:pt x="227" y="56"/>
                    <a:pt x="292" y="67"/>
                    <a:pt x="300" y="52"/>
                  </a:cubicBezTo>
                  <a:cubicBezTo>
                    <a:pt x="304" y="44"/>
                    <a:pt x="291" y="31"/>
                    <a:pt x="264" y="19"/>
                  </a:cubicBezTo>
                  <a:cubicBezTo>
                    <a:pt x="237" y="8"/>
                    <a:pt x="196" y="-1"/>
                    <a:pt x="149" y="1"/>
                  </a:cubicBezTo>
                  <a:cubicBezTo>
                    <a:pt x="103" y="2"/>
                    <a:pt x="62" y="15"/>
                    <a:pt x="36" y="29"/>
                  </a:cubicBezTo>
                  <a:cubicBezTo>
                    <a:pt x="9" y="42"/>
                    <a:pt x="-3" y="57"/>
                    <a:pt x="0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46"/>
            <p:cNvSpPr/>
            <p:nvPr/>
          </p:nvSpPr>
          <p:spPr>
            <a:xfrm>
              <a:off x="7065404" y="3199406"/>
              <a:ext cx="85134" cy="127577"/>
            </a:xfrm>
            <a:custGeom>
              <a:avLst/>
              <a:gdLst/>
              <a:ahLst/>
              <a:cxnLst/>
              <a:rect l="l" t="t" r="r" b="b"/>
              <a:pathLst>
                <a:path w="343" h="514" extrusionOk="0">
                  <a:moveTo>
                    <a:pt x="0" y="24"/>
                  </a:moveTo>
                  <a:cubicBezTo>
                    <a:pt x="8" y="20"/>
                    <a:pt x="329" y="-99"/>
                    <a:pt x="342" y="236"/>
                  </a:cubicBezTo>
                  <a:cubicBezTo>
                    <a:pt x="356" y="570"/>
                    <a:pt x="17" y="515"/>
                    <a:pt x="16" y="505"/>
                  </a:cubicBezTo>
                  <a:cubicBezTo>
                    <a:pt x="15" y="496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AE746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46"/>
            <p:cNvSpPr/>
            <p:nvPr/>
          </p:nvSpPr>
          <p:spPr>
            <a:xfrm>
              <a:off x="7093451" y="3225716"/>
              <a:ext cx="35742" cy="72972"/>
            </a:xfrm>
            <a:custGeom>
              <a:avLst/>
              <a:gdLst/>
              <a:ahLst/>
              <a:cxnLst/>
              <a:rect l="l" t="t" r="r" b="b"/>
              <a:pathLst>
                <a:path w="144" h="294" extrusionOk="0">
                  <a:moveTo>
                    <a:pt x="0" y="268"/>
                  </a:moveTo>
                  <a:cubicBezTo>
                    <a:pt x="1" y="267"/>
                    <a:pt x="6" y="272"/>
                    <a:pt x="16" y="276"/>
                  </a:cubicBezTo>
                  <a:cubicBezTo>
                    <a:pt x="26" y="280"/>
                    <a:pt x="43" y="283"/>
                    <a:pt x="60" y="276"/>
                  </a:cubicBezTo>
                  <a:cubicBezTo>
                    <a:pt x="95" y="261"/>
                    <a:pt x="122" y="204"/>
                    <a:pt x="121" y="143"/>
                  </a:cubicBezTo>
                  <a:cubicBezTo>
                    <a:pt x="121" y="113"/>
                    <a:pt x="113" y="84"/>
                    <a:pt x="101" y="60"/>
                  </a:cubicBezTo>
                  <a:cubicBezTo>
                    <a:pt x="90" y="36"/>
                    <a:pt x="74" y="20"/>
                    <a:pt x="56" y="18"/>
                  </a:cubicBezTo>
                  <a:cubicBezTo>
                    <a:pt x="38" y="14"/>
                    <a:pt x="25" y="26"/>
                    <a:pt x="22" y="35"/>
                  </a:cubicBezTo>
                  <a:cubicBezTo>
                    <a:pt x="17" y="45"/>
                    <a:pt x="20" y="51"/>
                    <a:pt x="18" y="52"/>
                  </a:cubicBezTo>
                  <a:cubicBezTo>
                    <a:pt x="17" y="53"/>
                    <a:pt x="11" y="46"/>
                    <a:pt x="13" y="32"/>
                  </a:cubicBezTo>
                  <a:cubicBezTo>
                    <a:pt x="14" y="26"/>
                    <a:pt x="18" y="18"/>
                    <a:pt x="25" y="11"/>
                  </a:cubicBezTo>
                  <a:cubicBezTo>
                    <a:pt x="33" y="4"/>
                    <a:pt x="45" y="0"/>
                    <a:pt x="57" y="1"/>
                  </a:cubicBezTo>
                  <a:cubicBezTo>
                    <a:pt x="83" y="2"/>
                    <a:pt x="107" y="25"/>
                    <a:pt x="120" y="51"/>
                  </a:cubicBezTo>
                  <a:cubicBezTo>
                    <a:pt x="135" y="77"/>
                    <a:pt x="144" y="109"/>
                    <a:pt x="144" y="143"/>
                  </a:cubicBezTo>
                  <a:cubicBezTo>
                    <a:pt x="145" y="211"/>
                    <a:pt x="113" y="275"/>
                    <a:pt x="65" y="291"/>
                  </a:cubicBezTo>
                  <a:cubicBezTo>
                    <a:pt x="42" y="299"/>
                    <a:pt x="22" y="292"/>
                    <a:pt x="12" y="285"/>
                  </a:cubicBezTo>
                  <a:cubicBezTo>
                    <a:pt x="1" y="277"/>
                    <a:pt x="-1" y="269"/>
                    <a:pt x="0" y="269"/>
                  </a:cubicBezTo>
                  <a:lnTo>
                    <a:pt x="0" y="268"/>
                  </a:lnTo>
                  <a:close/>
                </a:path>
              </a:pathLst>
            </a:custGeom>
            <a:solidFill>
              <a:srgbClr val="8B5D5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46"/>
            <p:cNvSpPr/>
            <p:nvPr/>
          </p:nvSpPr>
          <p:spPr>
            <a:xfrm>
              <a:off x="6825389" y="3303156"/>
              <a:ext cx="44180" cy="53860"/>
            </a:xfrm>
            <a:custGeom>
              <a:avLst/>
              <a:gdLst/>
              <a:ahLst/>
              <a:cxnLst/>
              <a:rect l="l" t="t" r="r" b="b"/>
              <a:pathLst>
                <a:path w="178" h="217" extrusionOk="0">
                  <a:moveTo>
                    <a:pt x="0" y="216"/>
                  </a:moveTo>
                  <a:cubicBezTo>
                    <a:pt x="-3" y="208"/>
                    <a:pt x="62" y="188"/>
                    <a:pt x="108" y="127"/>
                  </a:cubicBezTo>
                  <a:cubicBezTo>
                    <a:pt x="131" y="96"/>
                    <a:pt x="144" y="63"/>
                    <a:pt x="155" y="39"/>
                  </a:cubicBezTo>
                  <a:cubicBezTo>
                    <a:pt x="164" y="15"/>
                    <a:pt x="172" y="0"/>
                    <a:pt x="175" y="1"/>
                  </a:cubicBezTo>
                  <a:cubicBezTo>
                    <a:pt x="179" y="2"/>
                    <a:pt x="178" y="18"/>
                    <a:pt x="173" y="45"/>
                  </a:cubicBezTo>
                  <a:cubicBezTo>
                    <a:pt x="167" y="71"/>
                    <a:pt x="156" y="108"/>
                    <a:pt x="129" y="143"/>
                  </a:cubicBezTo>
                  <a:cubicBezTo>
                    <a:pt x="104" y="177"/>
                    <a:pt x="69" y="198"/>
                    <a:pt x="44" y="208"/>
                  </a:cubicBezTo>
                  <a:cubicBezTo>
                    <a:pt x="18" y="218"/>
                    <a:pt x="1" y="219"/>
                    <a:pt x="0" y="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3100" rIns="90000" bIns="33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46"/>
            <p:cNvSpPr/>
            <p:nvPr/>
          </p:nvSpPr>
          <p:spPr>
            <a:xfrm>
              <a:off x="6488079" y="2810467"/>
              <a:ext cx="693733" cy="420956"/>
            </a:xfrm>
            <a:custGeom>
              <a:avLst/>
              <a:gdLst/>
              <a:ahLst/>
              <a:cxnLst/>
              <a:rect l="l" t="t" r="r" b="b"/>
              <a:pathLst>
                <a:path w="2795" h="1696" extrusionOk="0">
                  <a:moveTo>
                    <a:pt x="2" y="762"/>
                  </a:moveTo>
                  <a:cubicBezTo>
                    <a:pt x="8" y="743"/>
                    <a:pt x="22" y="727"/>
                    <a:pt x="39" y="716"/>
                  </a:cubicBezTo>
                  <a:cubicBezTo>
                    <a:pt x="77" y="694"/>
                    <a:pt x="122" y="696"/>
                    <a:pt x="164" y="696"/>
                  </a:cubicBezTo>
                  <a:cubicBezTo>
                    <a:pt x="294" y="694"/>
                    <a:pt x="422" y="654"/>
                    <a:pt x="531" y="584"/>
                  </a:cubicBezTo>
                  <a:cubicBezTo>
                    <a:pt x="582" y="510"/>
                    <a:pt x="640" y="441"/>
                    <a:pt x="702" y="377"/>
                  </a:cubicBezTo>
                  <a:cubicBezTo>
                    <a:pt x="850" y="224"/>
                    <a:pt x="972" y="121"/>
                    <a:pt x="1098" y="70"/>
                  </a:cubicBezTo>
                  <a:cubicBezTo>
                    <a:pt x="1261" y="4"/>
                    <a:pt x="1533" y="-22"/>
                    <a:pt x="1703" y="22"/>
                  </a:cubicBezTo>
                  <a:cubicBezTo>
                    <a:pt x="1873" y="67"/>
                    <a:pt x="2025" y="205"/>
                    <a:pt x="2049" y="379"/>
                  </a:cubicBezTo>
                  <a:cubicBezTo>
                    <a:pt x="2144" y="298"/>
                    <a:pt x="2287" y="299"/>
                    <a:pt x="2403" y="345"/>
                  </a:cubicBezTo>
                  <a:lnTo>
                    <a:pt x="2406" y="344"/>
                  </a:lnTo>
                  <a:cubicBezTo>
                    <a:pt x="2535" y="390"/>
                    <a:pt x="2609" y="526"/>
                    <a:pt x="2647" y="658"/>
                  </a:cubicBezTo>
                  <a:cubicBezTo>
                    <a:pt x="2685" y="789"/>
                    <a:pt x="2701" y="931"/>
                    <a:pt x="2771" y="1049"/>
                  </a:cubicBezTo>
                  <a:cubicBezTo>
                    <a:pt x="2786" y="1074"/>
                    <a:pt x="2803" y="1103"/>
                    <a:pt x="2790" y="1129"/>
                  </a:cubicBezTo>
                  <a:cubicBezTo>
                    <a:pt x="2780" y="1149"/>
                    <a:pt x="2755" y="1157"/>
                    <a:pt x="2733" y="1154"/>
                  </a:cubicBezTo>
                  <a:cubicBezTo>
                    <a:pt x="2711" y="1151"/>
                    <a:pt x="2692" y="1138"/>
                    <a:pt x="2673" y="1127"/>
                  </a:cubicBezTo>
                  <a:cubicBezTo>
                    <a:pt x="2687" y="1161"/>
                    <a:pt x="2702" y="1196"/>
                    <a:pt x="2716" y="1230"/>
                  </a:cubicBezTo>
                  <a:cubicBezTo>
                    <a:pt x="2669" y="1238"/>
                    <a:pt x="2621" y="1235"/>
                    <a:pt x="2576" y="1221"/>
                  </a:cubicBezTo>
                  <a:cubicBezTo>
                    <a:pt x="2548" y="1344"/>
                    <a:pt x="2515" y="1485"/>
                    <a:pt x="2484" y="1568"/>
                  </a:cubicBezTo>
                  <a:cubicBezTo>
                    <a:pt x="2430" y="1568"/>
                    <a:pt x="2380" y="1572"/>
                    <a:pt x="2347" y="1602"/>
                  </a:cubicBezTo>
                  <a:cubicBezTo>
                    <a:pt x="2302" y="1642"/>
                    <a:pt x="2281" y="1719"/>
                    <a:pt x="2206" y="1690"/>
                  </a:cubicBezTo>
                  <a:cubicBezTo>
                    <a:pt x="2168" y="1675"/>
                    <a:pt x="2133" y="1595"/>
                    <a:pt x="2120" y="1556"/>
                  </a:cubicBezTo>
                  <a:cubicBezTo>
                    <a:pt x="2035" y="1297"/>
                    <a:pt x="2007" y="1020"/>
                    <a:pt x="2038" y="749"/>
                  </a:cubicBezTo>
                  <a:cubicBezTo>
                    <a:pt x="1984" y="692"/>
                    <a:pt x="1920" y="646"/>
                    <a:pt x="1848" y="613"/>
                  </a:cubicBezTo>
                  <a:lnTo>
                    <a:pt x="1854" y="618"/>
                  </a:lnTo>
                  <a:cubicBezTo>
                    <a:pt x="1718" y="571"/>
                    <a:pt x="1564" y="524"/>
                    <a:pt x="1434" y="588"/>
                  </a:cubicBezTo>
                  <a:cubicBezTo>
                    <a:pt x="1334" y="638"/>
                    <a:pt x="1275" y="742"/>
                    <a:pt x="1200" y="825"/>
                  </a:cubicBezTo>
                  <a:cubicBezTo>
                    <a:pt x="1057" y="983"/>
                    <a:pt x="866" y="1068"/>
                    <a:pt x="653" y="1078"/>
                  </a:cubicBezTo>
                  <a:cubicBezTo>
                    <a:pt x="646" y="1215"/>
                    <a:pt x="658" y="1409"/>
                    <a:pt x="650" y="1547"/>
                  </a:cubicBezTo>
                  <a:lnTo>
                    <a:pt x="535" y="1327"/>
                  </a:lnTo>
                  <a:lnTo>
                    <a:pt x="535" y="1328"/>
                  </a:lnTo>
                  <a:cubicBezTo>
                    <a:pt x="525" y="1312"/>
                    <a:pt x="517" y="1295"/>
                    <a:pt x="510" y="1279"/>
                  </a:cubicBezTo>
                  <a:lnTo>
                    <a:pt x="507" y="1274"/>
                  </a:lnTo>
                  <a:lnTo>
                    <a:pt x="507" y="1273"/>
                  </a:lnTo>
                  <a:cubicBezTo>
                    <a:pt x="495" y="1247"/>
                    <a:pt x="484" y="1221"/>
                    <a:pt x="469" y="1195"/>
                  </a:cubicBezTo>
                  <a:lnTo>
                    <a:pt x="467" y="1196"/>
                  </a:lnTo>
                  <a:cubicBezTo>
                    <a:pt x="393" y="1262"/>
                    <a:pt x="283" y="1162"/>
                    <a:pt x="342" y="1081"/>
                  </a:cubicBezTo>
                  <a:cubicBezTo>
                    <a:pt x="354" y="1065"/>
                    <a:pt x="368" y="1051"/>
                    <a:pt x="384" y="1040"/>
                  </a:cubicBezTo>
                  <a:cubicBezTo>
                    <a:pt x="349" y="1072"/>
                    <a:pt x="299" y="1087"/>
                    <a:pt x="254" y="1073"/>
                  </a:cubicBezTo>
                  <a:cubicBezTo>
                    <a:pt x="209" y="1059"/>
                    <a:pt x="175" y="1014"/>
                    <a:pt x="179" y="968"/>
                  </a:cubicBezTo>
                  <a:cubicBezTo>
                    <a:pt x="181" y="936"/>
                    <a:pt x="204" y="908"/>
                    <a:pt x="233" y="895"/>
                  </a:cubicBezTo>
                  <a:cubicBezTo>
                    <a:pt x="173" y="900"/>
                    <a:pt x="111" y="887"/>
                    <a:pt x="59" y="857"/>
                  </a:cubicBezTo>
                  <a:cubicBezTo>
                    <a:pt x="24" y="837"/>
                    <a:pt x="-9" y="805"/>
                    <a:pt x="2" y="76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46"/>
            <p:cNvSpPr/>
            <p:nvPr/>
          </p:nvSpPr>
          <p:spPr>
            <a:xfrm>
              <a:off x="6958427" y="2918437"/>
              <a:ext cx="177963" cy="205017"/>
            </a:xfrm>
            <a:custGeom>
              <a:avLst/>
              <a:gdLst/>
              <a:ahLst/>
              <a:cxnLst/>
              <a:rect l="l" t="t" r="r" b="b"/>
              <a:pathLst>
                <a:path w="717" h="826" extrusionOk="0">
                  <a:moveTo>
                    <a:pt x="1" y="0"/>
                  </a:moveTo>
                  <a:cubicBezTo>
                    <a:pt x="1" y="0"/>
                    <a:pt x="21" y="13"/>
                    <a:pt x="50" y="45"/>
                  </a:cubicBezTo>
                  <a:cubicBezTo>
                    <a:pt x="78" y="77"/>
                    <a:pt x="110" y="132"/>
                    <a:pt x="124" y="207"/>
                  </a:cubicBezTo>
                  <a:cubicBezTo>
                    <a:pt x="132" y="244"/>
                    <a:pt x="137" y="286"/>
                    <a:pt x="137" y="331"/>
                  </a:cubicBezTo>
                  <a:cubicBezTo>
                    <a:pt x="137" y="376"/>
                    <a:pt x="133" y="424"/>
                    <a:pt x="130" y="475"/>
                  </a:cubicBezTo>
                  <a:cubicBezTo>
                    <a:pt x="127" y="526"/>
                    <a:pt x="123" y="579"/>
                    <a:pt x="126" y="635"/>
                  </a:cubicBezTo>
                  <a:cubicBezTo>
                    <a:pt x="128" y="663"/>
                    <a:pt x="131" y="691"/>
                    <a:pt x="137" y="719"/>
                  </a:cubicBezTo>
                  <a:cubicBezTo>
                    <a:pt x="143" y="747"/>
                    <a:pt x="151" y="777"/>
                    <a:pt x="172" y="801"/>
                  </a:cubicBezTo>
                  <a:cubicBezTo>
                    <a:pt x="188" y="821"/>
                    <a:pt x="216" y="829"/>
                    <a:pt x="241" y="825"/>
                  </a:cubicBezTo>
                  <a:cubicBezTo>
                    <a:pt x="265" y="820"/>
                    <a:pt x="287" y="807"/>
                    <a:pt x="302" y="790"/>
                  </a:cubicBezTo>
                  <a:cubicBezTo>
                    <a:pt x="334" y="753"/>
                    <a:pt x="342" y="707"/>
                    <a:pt x="350" y="666"/>
                  </a:cubicBezTo>
                  <a:lnTo>
                    <a:pt x="339" y="667"/>
                  </a:lnTo>
                  <a:cubicBezTo>
                    <a:pt x="356" y="704"/>
                    <a:pt x="373" y="740"/>
                    <a:pt x="399" y="769"/>
                  </a:cubicBezTo>
                  <a:cubicBezTo>
                    <a:pt x="424" y="799"/>
                    <a:pt x="459" y="818"/>
                    <a:pt x="494" y="821"/>
                  </a:cubicBezTo>
                  <a:cubicBezTo>
                    <a:pt x="511" y="823"/>
                    <a:pt x="529" y="820"/>
                    <a:pt x="544" y="812"/>
                  </a:cubicBezTo>
                  <a:cubicBezTo>
                    <a:pt x="559" y="805"/>
                    <a:pt x="570" y="792"/>
                    <a:pt x="578" y="779"/>
                  </a:cubicBezTo>
                  <a:cubicBezTo>
                    <a:pt x="586" y="765"/>
                    <a:pt x="589" y="750"/>
                    <a:pt x="588" y="736"/>
                  </a:cubicBezTo>
                  <a:cubicBezTo>
                    <a:pt x="588" y="721"/>
                    <a:pt x="582" y="707"/>
                    <a:pt x="573" y="697"/>
                  </a:cubicBezTo>
                  <a:lnTo>
                    <a:pt x="568" y="702"/>
                  </a:lnTo>
                  <a:cubicBezTo>
                    <a:pt x="605" y="745"/>
                    <a:pt x="645" y="768"/>
                    <a:pt x="672" y="780"/>
                  </a:cubicBezTo>
                  <a:cubicBezTo>
                    <a:pt x="686" y="787"/>
                    <a:pt x="697" y="790"/>
                    <a:pt x="705" y="793"/>
                  </a:cubicBezTo>
                  <a:cubicBezTo>
                    <a:pt x="713" y="795"/>
                    <a:pt x="717" y="796"/>
                    <a:pt x="717" y="796"/>
                  </a:cubicBezTo>
                  <a:cubicBezTo>
                    <a:pt x="717" y="796"/>
                    <a:pt x="713" y="794"/>
                    <a:pt x="705" y="791"/>
                  </a:cubicBezTo>
                  <a:cubicBezTo>
                    <a:pt x="698" y="788"/>
                    <a:pt x="687" y="784"/>
                    <a:pt x="674" y="777"/>
                  </a:cubicBezTo>
                  <a:cubicBezTo>
                    <a:pt x="647" y="763"/>
                    <a:pt x="609" y="740"/>
                    <a:pt x="573" y="697"/>
                  </a:cubicBezTo>
                  <a:lnTo>
                    <a:pt x="567" y="702"/>
                  </a:lnTo>
                  <a:cubicBezTo>
                    <a:pt x="584" y="719"/>
                    <a:pt x="585" y="750"/>
                    <a:pt x="570" y="774"/>
                  </a:cubicBezTo>
                  <a:cubicBezTo>
                    <a:pt x="563" y="786"/>
                    <a:pt x="553" y="798"/>
                    <a:pt x="540" y="804"/>
                  </a:cubicBezTo>
                  <a:cubicBezTo>
                    <a:pt x="526" y="811"/>
                    <a:pt x="510" y="813"/>
                    <a:pt x="494" y="811"/>
                  </a:cubicBezTo>
                  <a:cubicBezTo>
                    <a:pt x="462" y="808"/>
                    <a:pt x="429" y="790"/>
                    <a:pt x="406" y="762"/>
                  </a:cubicBezTo>
                  <a:cubicBezTo>
                    <a:pt x="382" y="734"/>
                    <a:pt x="365" y="699"/>
                    <a:pt x="349" y="662"/>
                  </a:cubicBezTo>
                  <a:lnTo>
                    <a:pt x="342" y="647"/>
                  </a:lnTo>
                  <a:lnTo>
                    <a:pt x="338" y="664"/>
                  </a:lnTo>
                  <a:cubicBezTo>
                    <a:pt x="331" y="705"/>
                    <a:pt x="322" y="749"/>
                    <a:pt x="294" y="782"/>
                  </a:cubicBezTo>
                  <a:cubicBezTo>
                    <a:pt x="279" y="798"/>
                    <a:pt x="260" y="810"/>
                    <a:pt x="238" y="813"/>
                  </a:cubicBezTo>
                  <a:cubicBezTo>
                    <a:pt x="217" y="818"/>
                    <a:pt x="194" y="810"/>
                    <a:pt x="180" y="794"/>
                  </a:cubicBezTo>
                  <a:cubicBezTo>
                    <a:pt x="161" y="773"/>
                    <a:pt x="154" y="745"/>
                    <a:pt x="148" y="717"/>
                  </a:cubicBezTo>
                  <a:cubicBezTo>
                    <a:pt x="142" y="689"/>
                    <a:pt x="139" y="662"/>
                    <a:pt x="137" y="634"/>
                  </a:cubicBezTo>
                  <a:cubicBezTo>
                    <a:pt x="134" y="579"/>
                    <a:pt x="137" y="526"/>
                    <a:pt x="140" y="475"/>
                  </a:cubicBezTo>
                  <a:cubicBezTo>
                    <a:pt x="143" y="425"/>
                    <a:pt x="146" y="376"/>
                    <a:pt x="146" y="331"/>
                  </a:cubicBezTo>
                  <a:cubicBezTo>
                    <a:pt x="146" y="285"/>
                    <a:pt x="140" y="243"/>
                    <a:pt x="132" y="205"/>
                  </a:cubicBezTo>
                  <a:cubicBezTo>
                    <a:pt x="116" y="129"/>
                    <a:pt x="82" y="73"/>
                    <a:pt x="52" y="42"/>
                  </a:cubicBezTo>
                  <a:cubicBezTo>
                    <a:pt x="22" y="10"/>
                    <a:pt x="0" y="0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46"/>
            <p:cNvSpPr/>
            <p:nvPr/>
          </p:nvSpPr>
          <p:spPr>
            <a:xfrm>
              <a:off x="6583638" y="2850429"/>
              <a:ext cx="370570" cy="205514"/>
            </a:xfrm>
            <a:custGeom>
              <a:avLst/>
              <a:gdLst/>
              <a:ahLst/>
              <a:cxnLst/>
              <a:rect l="l" t="t" r="r" b="b"/>
              <a:pathLst>
                <a:path w="1493" h="828" extrusionOk="0">
                  <a:moveTo>
                    <a:pt x="0" y="749"/>
                  </a:moveTo>
                  <a:cubicBezTo>
                    <a:pt x="0" y="749"/>
                    <a:pt x="1" y="751"/>
                    <a:pt x="4" y="753"/>
                  </a:cubicBezTo>
                  <a:cubicBezTo>
                    <a:pt x="7" y="755"/>
                    <a:pt x="11" y="758"/>
                    <a:pt x="16" y="762"/>
                  </a:cubicBezTo>
                  <a:cubicBezTo>
                    <a:pt x="21" y="766"/>
                    <a:pt x="28" y="770"/>
                    <a:pt x="37" y="775"/>
                  </a:cubicBezTo>
                  <a:cubicBezTo>
                    <a:pt x="45" y="780"/>
                    <a:pt x="55" y="786"/>
                    <a:pt x="66" y="790"/>
                  </a:cubicBezTo>
                  <a:cubicBezTo>
                    <a:pt x="111" y="812"/>
                    <a:pt x="184" y="833"/>
                    <a:pt x="275" y="828"/>
                  </a:cubicBezTo>
                  <a:cubicBezTo>
                    <a:pt x="365" y="823"/>
                    <a:pt x="473" y="791"/>
                    <a:pt x="570" y="719"/>
                  </a:cubicBezTo>
                  <a:cubicBezTo>
                    <a:pt x="668" y="649"/>
                    <a:pt x="753" y="546"/>
                    <a:pt x="823" y="427"/>
                  </a:cubicBezTo>
                  <a:cubicBezTo>
                    <a:pt x="859" y="368"/>
                    <a:pt x="888" y="308"/>
                    <a:pt x="920" y="252"/>
                  </a:cubicBezTo>
                  <a:cubicBezTo>
                    <a:pt x="951" y="196"/>
                    <a:pt x="986" y="144"/>
                    <a:pt x="1029" y="103"/>
                  </a:cubicBezTo>
                  <a:cubicBezTo>
                    <a:pt x="1070" y="62"/>
                    <a:pt x="1119" y="32"/>
                    <a:pt x="1169" y="18"/>
                  </a:cubicBezTo>
                  <a:cubicBezTo>
                    <a:pt x="1194" y="10"/>
                    <a:pt x="1220" y="9"/>
                    <a:pt x="1243" y="9"/>
                  </a:cubicBezTo>
                  <a:cubicBezTo>
                    <a:pt x="1267" y="11"/>
                    <a:pt x="1290" y="15"/>
                    <a:pt x="1311" y="22"/>
                  </a:cubicBezTo>
                  <a:cubicBezTo>
                    <a:pt x="1353" y="36"/>
                    <a:pt x="1387" y="60"/>
                    <a:pt x="1413" y="84"/>
                  </a:cubicBezTo>
                  <a:cubicBezTo>
                    <a:pt x="1439" y="108"/>
                    <a:pt x="1456" y="133"/>
                    <a:pt x="1468" y="155"/>
                  </a:cubicBezTo>
                  <a:cubicBezTo>
                    <a:pt x="1490" y="200"/>
                    <a:pt x="1492" y="229"/>
                    <a:pt x="1493" y="228"/>
                  </a:cubicBezTo>
                  <a:cubicBezTo>
                    <a:pt x="1493" y="228"/>
                    <a:pt x="1493" y="226"/>
                    <a:pt x="1493" y="223"/>
                  </a:cubicBezTo>
                  <a:cubicBezTo>
                    <a:pt x="1493" y="219"/>
                    <a:pt x="1492" y="214"/>
                    <a:pt x="1491" y="208"/>
                  </a:cubicBezTo>
                  <a:cubicBezTo>
                    <a:pt x="1488" y="195"/>
                    <a:pt x="1483" y="176"/>
                    <a:pt x="1472" y="153"/>
                  </a:cubicBezTo>
                  <a:cubicBezTo>
                    <a:pt x="1461" y="131"/>
                    <a:pt x="1444" y="104"/>
                    <a:pt x="1417" y="79"/>
                  </a:cubicBezTo>
                  <a:cubicBezTo>
                    <a:pt x="1392" y="54"/>
                    <a:pt x="1357" y="30"/>
                    <a:pt x="1314" y="15"/>
                  </a:cubicBezTo>
                  <a:cubicBezTo>
                    <a:pt x="1292" y="7"/>
                    <a:pt x="1268" y="2"/>
                    <a:pt x="1244" y="1"/>
                  </a:cubicBezTo>
                  <a:cubicBezTo>
                    <a:pt x="1219" y="0"/>
                    <a:pt x="1192" y="1"/>
                    <a:pt x="1166" y="9"/>
                  </a:cubicBezTo>
                  <a:cubicBezTo>
                    <a:pt x="1114" y="23"/>
                    <a:pt x="1064" y="54"/>
                    <a:pt x="1021" y="96"/>
                  </a:cubicBezTo>
                  <a:cubicBezTo>
                    <a:pt x="977" y="137"/>
                    <a:pt x="941" y="190"/>
                    <a:pt x="909" y="247"/>
                  </a:cubicBezTo>
                  <a:cubicBezTo>
                    <a:pt x="877" y="303"/>
                    <a:pt x="848" y="363"/>
                    <a:pt x="813" y="422"/>
                  </a:cubicBezTo>
                  <a:cubicBezTo>
                    <a:pt x="743" y="539"/>
                    <a:pt x="659" y="642"/>
                    <a:pt x="563" y="711"/>
                  </a:cubicBezTo>
                  <a:cubicBezTo>
                    <a:pt x="469" y="782"/>
                    <a:pt x="363" y="814"/>
                    <a:pt x="274" y="820"/>
                  </a:cubicBezTo>
                  <a:cubicBezTo>
                    <a:pt x="185" y="827"/>
                    <a:pt x="113" y="807"/>
                    <a:pt x="68" y="787"/>
                  </a:cubicBezTo>
                  <a:cubicBezTo>
                    <a:pt x="22" y="766"/>
                    <a:pt x="0" y="748"/>
                    <a:pt x="0" y="750"/>
                  </a:cubicBezTo>
                  <a:lnTo>
                    <a:pt x="0" y="749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46"/>
            <p:cNvSpPr/>
            <p:nvPr/>
          </p:nvSpPr>
          <p:spPr>
            <a:xfrm>
              <a:off x="6572468" y="2982970"/>
              <a:ext cx="128570" cy="19856"/>
            </a:xfrm>
            <a:custGeom>
              <a:avLst/>
              <a:gdLst/>
              <a:ahLst/>
              <a:cxnLst/>
              <a:rect l="l" t="t" r="r" b="b"/>
              <a:pathLst>
                <a:path w="518" h="80" extrusionOk="0">
                  <a:moveTo>
                    <a:pt x="0" y="1"/>
                  </a:moveTo>
                  <a:cubicBezTo>
                    <a:pt x="0" y="1"/>
                    <a:pt x="6" y="6"/>
                    <a:pt x="18" y="13"/>
                  </a:cubicBezTo>
                  <a:cubicBezTo>
                    <a:pt x="30" y="20"/>
                    <a:pt x="47" y="29"/>
                    <a:pt x="70" y="39"/>
                  </a:cubicBezTo>
                  <a:cubicBezTo>
                    <a:pt x="92" y="49"/>
                    <a:pt x="120" y="59"/>
                    <a:pt x="152" y="66"/>
                  </a:cubicBezTo>
                  <a:cubicBezTo>
                    <a:pt x="183" y="73"/>
                    <a:pt x="219" y="79"/>
                    <a:pt x="257" y="80"/>
                  </a:cubicBezTo>
                  <a:cubicBezTo>
                    <a:pt x="294" y="81"/>
                    <a:pt x="330" y="78"/>
                    <a:pt x="362" y="73"/>
                  </a:cubicBezTo>
                  <a:cubicBezTo>
                    <a:pt x="394" y="67"/>
                    <a:pt x="423" y="60"/>
                    <a:pt x="446" y="51"/>
                  </a:cubicBezTo>
                  <a:cubicBezTo>
                    <a:pt x="469" y="43"/>
                    <a:pt x="487" y="35"/>
                    <a:pt x="499" y="28"/>
                  </a:cubicBezTo>
                  <a:cubicBezTo>
                    <a:pt x="512" y="22"/>
                    <a:pt x="518" y="18"/>
                    <a:pt x="518" y="17"/>
                  </a:cubicBezTo>
                  <a:cubicBezTo>
                    <a:pt x="517" y="15"/>
                    <a:pt x="490" y="29"/>
                    <a:pt x="444" y="44"/>
                  </a:cubicBezTo>
                  <a:cubicBezTo>
                    <a:pt x="421" y="51"/>
                    <a:pt x="392" y="58"/>
                    <a:pt x="361" y="63"/>
                  </a:cubicBezTo>
                  <a:cubicBezTo>
                    <a:pt x="329" y="67"/>
                    <a:pt x="294" y="70"/>
                    <a:pt x="257" y="69"/>
                  </a:cubicBezTo>
                  <a:cubicBezTo>
                    <a:pt x="220" y="68"/>
                    <a:pt x="185" y="63"/>
                    <a:pt x="154" y="56"/>
                  </a:cubicBezTo>
                  <a:cubicBezTo>
                    <a:pt x="123" y="49"/>
                    <a:pt x="95" y="41"/>
                    <a:pt x="73" y="32"/>
                  </a:cubicBezTo>
                  <a:cubicBezTo>
                    <a:pt x="27" y="15"/>
                    <a:pt x="1" y="-1"/>
                    <a:pt x="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46"/>
            <p:cNvSpPr/>
            <p:nvPr/>
          </p:nvSpPr>
          <p:spPr>
            <a:xfrm>
              <a:off x="6671502" y="3144304"/>
              <a:ext cx="74710" cy="21594"/>
            </a:xfrm>
            <a:custGeom>
              <a:avLst/>
              <a:gdLst/>
              <a:ahLst/>
              <a:cxnLst/>
              <a:rect l="l" t="t" r="r" b="b"/>
              <a:pathLst>
                <a:path w="301" h="87" extrusionOk="0">
                  <a:moveTo>
                    <a:pt x="1" y="86"/>
                  </a:moveTo>
                  <a:cubicBezTo>
                    <a:pt x="10" y="96"/>
                    <a:pt x="67" y="51"/>
                    <a:pt x="149" y="49"/>
                  </a:cubicBezTo>
                  <a:cubicBezTo>
                    <a:pt x="230" y="45"/>
                    <a:pt x="291" y="87"/>
                    <a:pt x="300" y="76"/>
                  </a:cubicBezTo>
                  <a:cubicBezTo>
                    <a:pt x="304" y="72"/>
                    <a:pt x="294" y="54"/>
                    <a:pt x="267" y="35"/>
                  </a:cubicBezTo>
                  <a:cubicBezTo>
                    <a:pt x="241" y="16"/>
                    <a:pt x="197" y="-1"/>
                    <a:pt x="146" y="0"/>
                  </a:cubicBezTo>
                  <a:cubicBezTo>
                    <a:pt x="95" y="2"/>
                    <a:pt x="53" y="23"/>
                    <a:pt x="28" y="43"/>
                  </a:cubicBezTo>
                  <a:cubicBezTo>
                    <a:pt x="4" y="64"/>
                    <a:pt x="-4" y="82"/>
                    <a:pt x="1" y="87"/>
                  </a:cubicBezTo>
                  <a:lnTo>
                    <a:pt x="1" y="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46"/>
            <p:cNvSpPr/>
            <p:nvPr/>
          </p:nvSpPr>
          <p:spPr>
            <a:xfrm>
              <a:off x="6674977" y="3189974"/>
              <a:ext cx="32763" cy="31274"/>
            </a:xfrm>
            <a:custGeom>
              <a:avLst/>
              <a:gdLst/>
              <a:ahLst/>
              <a:cxnLst/>
              <a:rect l="l" t="t" r="r" b="b"/>
              <a:pathLst>
                <a:path w="132" h="126" extrusionOk="0">
                  <a:moveTo>
                    <a:pt x="0" y="65"/>
                  </a:moveTo>
                  <a:cubicBezTo>
                    <a:pt x="1" y="99"/>
                    <a:pt x="33" y="126"/>
                    <a:pt x="69" y="126"/>
                  </a:cubicBezTo>
                  <a:cubicBezTo>
                    <a:pt x="106" y="125"/>
                    <a:pt x="134" y="97"/>
                    <a:pt x="132" y="62"/>
                  </a:cubicBezTo>
                  <a:cubicBezTo>
                    <a:pt x="131" y="27"/>
                    <a:pt x="101" y="-1"/>
                    <a:pt x="64" y="0"/>
                  </a:cubicBezTo>
                  <a:cubicBezTo>
                    <a:pt x="28" y="1"/>
                    <a:pt x="-1" y="30"/>
                    <a:pt x="0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50" rIns="90000" bIns="3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46"/>
            <p:cNvSpPr/>
            <p:nvPr/>
          </p:nvSpPr>
          <p:spPr>
            <a:xfrm>
              <a:off x="7287299" y="3860378"/>
              <a:ext cx="179949" cy="674869"/>
            </a:xfrm>
            <a:custGeom>
              <a:avLst/>
              <a:gdLst/>
              <a:ahLst/>
              <a:cxnLst/>
              <a:rect l="l" t="t" r="r" b="b"/>
              <a:pathLst>
                <a:path w="725" h="2719" extrusionOk="0">
                  <a:moveTo>
                    <a:pt x="392" y="0"/>
                  </a:moveTo>
                  <a:cubicBezTo>
                    <a:pt x="392" y="0"/>
                    <a:pt x="740" y="1981"/>
                    <a:pt x="724" y="2166"/>
                  </a:cubicBezTo>
                  <a:cubicBezTo>
                    <a:pt x="707" y="2351"/>
                    <a:pt x="614" y="2646"/>
                    <a:pt x="404" y="2697"/>
                  </a:cubicBezTo>
                  <a:cubicBezTo>
                    <a:pt x="193" y="2747"/>
                    <a:pt x="0" y="2697"/>
                    <a:pt x="0" y="2697"/>
                  </a:cubicBezTo>
                  <a:lnTo>
                    <a:pt x="252" y="264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46"/>
            <p:cNvSpPr/>
            <p:nvPr/>
          </p:nvSpPr>
          <p:spPr>
            <a:xfrm>
              <a:off x="6574950" y="3510656"/>
              <a:ext cx="810638" cy="1216701"/>
            </a:xfrm>
            <a:custGeom>
              <a:avLst/>
              <a:gdLst/>
              <a:ahLst/>
              <a:cxnLst/>
              <a:rect l="l" t="t" r="r" b="b"/>
              <a:pathLst>
                <a:path w="3266" h="4902" extrusionOk="0">
                  <a:moveTo>
                    <a:pt x="441" y="547"/>
                  </a:moveTo>
                  <a:lnTo>
                    <a:pt x="712" y="470"/>
                  </a:lnTo>
                  <a:lnTo>
                    <a:pt x="766" y="256"/>
                  </a:lnTo>
                  <a:cubicBezTo>
                    <a:pt x="766" y="256"/>
                    <a:pt x="1103" y="7"/>
                    <a:pt x="1658" y="0"/>
                  </a:cubicBezTo>
                  <a:cubicBezTo>
                    <a:pt x="1829" y="-2"/>
                    <a:pt x="2070" y="65"/>
                    <a:pt x="2205" y="170"/>
                  </a:cubicBezTo>
                  <a:lnTo>
                    <a:pt x="2240" y="388"/>
                  </a:lnTo>
                  <a:cubicBezTo>
                    <a:pt x="2240" y="388"/>
                    <a:pt x="2658" y="684"/>
                    <a:pt x="2750" y="772"/>
                  </a:cubicBezTo>
                  <a:cubicBezTo>
                    <a:pt x="3136" y="1137"/>
                    <a:pt x="3217" y="1286"/>
                    <a:pt x="3262" y="1409"/>
                  </a:cubicBezTo>
                  <a:cubicBezTo>
                    <a:pt x="3307" y="1533"/>
                    <a:pt x="2994" y="4401"/>
                    <a:pt x="2994" y="4401"/>
                  </a:cubicBezTo>
                  <a:lnTo>
                    <a:pt x="2930" y="4902"/>
                  </a:lnTo>
                  <a:lnTo>
                    <a:pt x="20" y="4888"/>
                  </a:lnTo>
                  <a:lnTo>
                    <a:pt x="0" y="2349"/>
                  </a:lnTo>
                  <a:lnTo>
                    <a:pt x="440" y="548"/>
                  </a:lnTo>
                  <a:lnTo>
                    <a:pt x="441" y="5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46"/>
            <p:cNvSpPr/>
            <p:nvPr/>
          </p:nvSpPr>
          <p:spPr>
            <a:xfrm>
              <a:off x="5909761" y="3646921"/>
              <a:ext cx="915876" cy="630192"/>
            </a:xfrm>
            <a:custGeom>
              <a:avLst/>
              <a:gdLst/>
              <a:ahLst/>
              <a:cxnLst/>
              <a:rect l="l" t="t" r="r" b="b"/>
              <a:pathLst>
                <a:path w="3690" h="2539" extrusionOk="0">
                  <a:moveTo>
                    <a:pt x="3448" y="6"/>
                  </a:moveTo>
                  <a:cubicBezTo>
                    <a:pt x="3448" y="6"/>
                    <a:pt x="3122" y="-12"/>
                    <a:pt x="3078" y="12"/>
                  </a:cubicBezTo>
                  <a:cubicBezTo>
                    <a:pt x="3035" y="36"/>
                    <a:pt x="2707" y="209"/>
                    <a:pt x="2403" y="452"/>
                  </a:cubicBezTo>
                  <a:cubicBezTo>
                    <a:pt x="2098" y="696"/>
                    <a:pt x="1230" y="1254"/>
                    <a:pt x="1230" y="1254"/>
                  </a:cubicBezTo>
                  <a:cubicBezTo>
                    <a:pt x="1230" y="1254"/>
                    <a:pt x="1110" y="1138"/>
                    <a:pt x="998" y="1270"/>
                  </a:cubicBezTo>
                  <a:lnTo>
                    <a:pt x="747" y="1069"/>
                  </a:lnTo>
                  <a:cubicBezTo>
                    <a:pt x="747" y="1069"/>
                    <a:pt x="103" y="1313"/>
                    <a:pt x="2" y="1800"/>
                  </a:cubicBezTo>
                  <a:cubicBezTo>
                    <a:pt x="2" y="1800"/>
                    <a:pt x="-34" y="1994"/>
                    <a:pt x="169" y="2101"/>
                  </a:cubicBezTo>
                  <a:cubicBezTo>
                    <a:pt x="169" y="2101"/>
                    <a:pt x="708" y="2583"/>
                    <a:pt x="1144" y="2536"/>
                  </a:cubicBezTo>
                  <a:cubicBezTo>
                    <a:pt x="1605" y="2487"/>
                    <a:pt x="2635" y="2005"/>
                    <a:pt x="2687" y="1985"/>
                  </a:cubicBezTo>
                  <a:lnTo>
                    <a:pt x="3398" y="1670"/>
                  </a:lnTo>
                  <a:cubicBezTo>
                    <a:pt x="3398" y="1670"/>
                    <a:pt x="3834" y="838"/>
                    <a:pt x="3641" y="421"/>
                  </a:cubicBezTo>
                  <a:lnTo>
                    <a:pt x="3449" y="5"/>
                  </a:lnTo>
                  <a:lnTo>
                    <a:pt x="3448" y="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46"/>
            <p:cNvSpPr/>
            <p:nvPr/>
          </p:nvSpPr>
          <p:spPr>
            <a:xfrm>
              <a:off x="6157470" y="3959660"/>
              <a:ext cx="11417" cy="109707"/>
            </a:xfrm>
            <a:custGeom>
              <a:avLst/>
              <a:gdLst/>
              <a:ahLst/>
              <a:cxnLst/>
              <a:rect l="l" t="t" r="r" b="b"/>
              <a:pathLst>
                <a:path w="46" h="442" extrusionOk="0">
                  <a:moveTo>
                    <a:pt x="7" y="442"/>
                  </a:moveTo>
                  <a:cubicBezTo>
                    <a:pt x="8" y="443"/>
                    <a:pt x="18" y="420"/>
                    <a:pt x="28" y="380"/>
                  </a:cubicBezTo>
                  <a:cubicBezTo>
                    <a:pt x="38" y="340"/>
                    <a:pt x="47" y="283"/>
                    <a:pt x="46" y="221"/>
                  </a:cubicBezTo>
                  <a:cubicBezTo>
                    <a:pt x="45" y="158"/>
                    <a:pt x="35" y="102"/>
                    <a:pt x="24" y="62"/>
                  </a:cubicBezTo>
                  <a:cubicBezTo>
                    <a:pt x="12" y="23"/>
                    <a:pt x="2" y="0"/>
                    <a:pt x="0" y="0"/>
                  </a:cubicBezTo>
                  <a:cubicBezTo>
                    <a:pt x="-2" y="1"/>
                    <a:pt x="6" y="25"/>
                    <a:pt x="15" y="65"/>
                  </a:cubicBezTo>
                  <a:cubicBezTo>
                    <a:pt x="24" y="104"/>
                    <a:pt x="32" y="159"/>
                    <a:pt x="33" y="221"/>
                  </a:cubicBezTo>
                  <a:cubicBezTo>
                    <a:pt x="34" y="283"/>
                    <a:pt x="27" y="338"/>
                    <a:pt x="19" y="378"/>
                  </a:cubicBezTo>
                  <a:cubicBezTo>
                    <a:pt x="12" y="418"/>
                    <a:pt x="5" y="442"/>
                    <a:pt x="7" y="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46"/>
            <p:cNvSpPr/>
            <p:nvPr/>
          </p:nvSpPr>
          <p:spPr>
            <a:xfrm>
              <a:off x="6751424" y="3593060"/>
              <a:ext cx="379505" cy="34252"/>
            </a:xfrm>
            <a:custGeom>
              <a:avLst/>
              <a:gdLst/>
              <a:ahLst/>
              <a:cxnLst/>
              <a:rect l="l" t="t" r="r" b="b"/>
              <a:pathLst>
                <a:path w="1529" h="138" extrusionOk="0">
                  <a:moveTo>
                    <a:pt x="0" y="138"/>
                  </a:moveTo>
                  <a:cubicBezTo>
                    <a:pt x="0" y="138"/>
                    <a:pt x="6" y="137"/>
                    <a:pt x="16" y="135"/>
                  </a:cubicBezTo>
                  <a:cubicBezTo>
                    <a:pt x="27" y="132"/>
                    <a:pt x="41" y="128"/>
                    <a:pt x="59" y="124"/>
                  </a:cubicBezTo>
                  <a:cubicBezTo>
                    <a:pt x="97" y="114"/>
                    <a:pt x="152" y="101"/>
                    <a:pt x="221" y="88"/>
                  </a:cubicBezTo>
                  <a:cubicBezTo>
                    <a:pt x="357" y="61"/>
                    <a:pt x="549" y="36"/>
                    <a:pt x="761" y="21"/>
                  </a:cubicBezTo>
                  <a:cubicBezTo>
                    <a:pt x="974" y="8"/>
                    <a:pt x="1167" y="10"/>
                    <a:pt x="1306" y="23"/>
                  </a:cubicBezTo>
                  <a:cubicBezTo>
                    <a:pt x="1375" y="29"/>
                    <a:pt x="1431" y="37"/>
                    <a:pt x="1469" y="45"/>
                  </a:cubicBezTo>
                  <a:cubicBezTo>
                    <a:pt x="1487" y="48"/>
                    <a:pt x="1502" y="51"/>
                    <a:pt x="1513" y="53"/>
                  </a:cubicBezTo>
                  <a:cubicBezTo>
                    <a:pt x="1524" y="55"/>
                    <a:pt x="1529" y="56"/>
                    <a:pt x="1529" y="55"/>
                  </a:cubicBezTo>
                  <a:cubicBezTo>
                    <a:pt x="1529" y="55"/>
                    <a:pt x="1524" y="53"/>
                    <a:pt x="1514" y="51"/>
                  </a:cubicBezTo>
                  <a:cubicBezTo>
                    <a:pt x="1503" y="48"/>
                    <a:pt x="1488" y="44"/>
                    <a:pt x="1470" y="40"/>
                  </a:cubicBezTo>
                  <a:cubicBezTo>
                    <a:pt x="1432" y="31"/>
                    <a:pt x="1376" y="21"/>
                    <a:pt x="1307" y="14"/>
                  </a:cubicBezTo>
                  <a:cubicBezTo>
                    <a:pt x="1167" y="-2"/>
                    <a:pt x="973" y="-5"/>
                    <a:pt x="760" y="8"/>
                  </a:cubicBezTo>
                  <a:cubicBezTo>
                    <a:pt x="547" y="23"/>
                    <a:pt x="355" y="50"/>
                    <a:pt x="219" y="79"/>
                  </a:cubicBezTo>
                  <a:cubicBezTo>
                    <a:pt x="150" y="93"/>
                    <a:pt x="95" y="108"/>
                    <a:pt x="58" y="119"/>
                  </a:cubicBezTo>
                  <a:cubicBezTo>
                    <a:pt x="40" y="124"/>
                    <a:pt x="26" y="129"/>
                    <a:pt x="15" y="133"/>
                  </a:cubicBezTo>
                  <a:cubicBezTo>
                    <a:pt x="5" y="136"/>
                    <a:pt x="0" y="138"/>
                    <a:pt x="0" y="1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675" rIns="90000" bIns="4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46"/>
            <p:cNvSpPr/>
            <p:nvPr/>
          </p:nvSpPr>
          <p:spPr>
            <a:xfrm>
              <a:off x="7034626" y="3535476"/>
              <a:ext cx="7943" cy="54853"/>
            </a:xfrm>
            <a:custGeom>
              <a:avLst/>
              <a:gdLst/>
              <a:ahLst/>
              <a:cxnLst/>
              <a:rect l="l" t="t" r="r" b="b"/>
              <a:pathLst>
                <a:path w="32" h="221" extrusionOk="0">
                  <a:moveTo>
                    <a:pt x="1" y="221"/>
                  </a:moveTo>
                  <a:cubicBezTo>
                    <a:pt x="4" y="222"/>
                    <a:pt x="14" y="173"/>
                    <a:pt x="22" y="112"/>
                  </a:cubicBezTo>
                  <a:cubicBezTo>
                    <a:pt x="31" y="51"/>
                    <a:pt x="35" y="1"/>
                    <a:pt x="31" y="0"/>
                  </a:cubicBezTo>
                  <a:cubicBezTo>
                    <a:pt x="28" y="0"/>
                    <a:pt x="18" y="49"/>
                    <a:pt x="10" y="110"/>
                  </a:cubicBezTo>
                  <a:cubicBezTo>
                    <a:pt x="1" y="171"/>
                    <a:pt x="-3" y="221"/>
                    <a:pt x="1" y="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4550" rIns="90000" bIns="34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46"/>
            <p:cNvSpPr/>
            <p:nvPr/>
          </p:nvSpPr>
          <p:spPr>
            <a:xfrm>
              <a:off x="7007572" y="3532994"/>
              <a:ext cx="6702" cy="55102"/>
            </a:xfrm>
            <a:custGeom>
              <a:avLst/>
              <a:gdLst/>
              <a:ahLst/>
              <a:cxnLst/>
              <a:rect l="l" t="t" r="r" b="b"/>
              <a:pathLst>
                <a:path w="27" h="222" extrusionOk="0">
                  <a:moveTo>
                    <a:pt x="0" y="222"/>
                  </a:moveTo>
                  <a:cubicBezTo>
                    <a:pt x="3" y="223"/>
                    <a:pt x="22" y="175"/>
                    <a:pt x="26" y="112"/>
                  </a:cubicBezTo>
                  <a:cubicBezTo>
                    <a:pt x="30" y="50"/>
                    <a:pt x="19" y="0"/>
                    <a:pt x="16" y="0"/>
                  </a:cubicBezTo>
                  <a:cubicBezTo>
                    <a:pt x="12" y="1"/>
                    <a:pt x="17" y="51"/>
                    <a:pt x="13" y="111"/>
                  </a:cubicBezTo>
                  <a:cubicBezTo>
                    <a:pt x="9" y="173"/>
                    <a:pt x="-3" y="221"/>
                    <a:pt x="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4900" rIns="90000" bIns="34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46"/>
            <p:cNvSpPr/>
            <p:nvPr/>
          </p:nvSpPr>
          <p:spPr>
            <a:xfrm>
              <a:off x="6360998" y="4079543"/>
              <a:ext cx="347735" cy="148923"/>
            </a:xfrm>
            <a:custGeom>
              <a:avLst/>
              <a:gdLst/>
              <a:ahLst/>
              <a:cxnLst/>
              <a:rect l="l" t="t" r="r" b="b"/>
              <a:pathLst>
                <a:path w="1401" h="600" extrusionOk="0">
                  <a:moveTo>
                    <a:pt x="0" y="600"/>
                  </a:moveTo>
                  <a:cubicBezTo>
                    <a:pt x="0" y="600"/>
                    <a:pt x="5" y="599"/>
                    <a:pt x="15" y="596"/>
                  </a:cubicBezTo>
                  <a:cubicBezTo>
                    <a:pt x="26" y="592"/>
                    <a:pt x="40" y="588"/>
                    <a:pt x="58" y="582"/>
                  </a:cubicBezTo>
                  <a:cubicBezTo>
                    <a:pt x="94" y="570"/>
                    <a:pt x="147" y="551"/>
                    <a:pt x="211" y="526"/>
                  </a:cubicBezTo>
                  <a:cubicBezTo>
                    <a:pt x="339" y="476"/>
                    <a:pt x="515" y="402"/>
                    <a:pt x="708" y="317"/>
                  </a:cubicBezTo>
                  <a:cubicBezTo>
                    <a:pt x="901" y="233"/>
                    <a:pt x="1074" y="154"/>
                    <a:pt x="1200" y="96"/>
                  </a:cubicBezTo>
                  <a:cubicBezTo>
                    <a:pt x="1261" y="67"/>
                    <a:pt x="1311" y="44"/>
                    <a:pt x="1347" y="27"/>
                  </a:cubicBezTo>
                  <a:cubicBezTo>
                    <a:pt x="1364" y="19"/>
                    <a:pt x="1377" y="12"/>
                    <a:pt x="1387" y="7"/>
                  </a:cubicBezTo>
                  <a:cubicBezTo>
                    <a:pt x="1396" y="3"/>
                    <a:pt x="1401" y="0"/>
                    <a:pt x="1401" y="0"/>
                  </a:cubicBezTo>
                  <a:cubicBezTo>
                    <a:pt x="1401" y="-1"/>
                    <a:pt x="1396" y="1"/>
                    <a:pt x="1386" y="5"/>
                  </a:cubicBezTo>
                  <a:cubicBezTo>
                    <a:pt x="1376" y="9"/>
                    <a:pt x="1362" y="15"/>
                    <a:pt x="1345" y="22"/>
                  </a:cubicBezTo>
                  <a:cubicBezTo>
                    <a:pt x="1309" y="38"/>
                    <a:pt x="1258" y="60"/>
                    <a:pt x="1196" y="88"/>
                  </a:cubicBezTo>
                  <a:cubicBezTo>
                    <a:pt x="1068" y="144"/>
                    <a:pt x="895" y="221"/>
                    <a:pt x="703" y="305"/>
                  </a:cubicBezTo>
                  <a:cubicBezTo>
                    <a:pt x="510" y="390"/>
                    <a:pt x="335" y="465"/>
                    <a:pt x="208" y="517"/>
                  </a:cubicBezTo>
                  <a:cubicBezTo>
                    <a:pt x="144" y="543"/>
                    <a:pt x="92" y="563"/>
                    <a:pt x="56" y="577"/>
                  </a:cubicBezTo>
                  <a:cubicBezTo>
                    <a:pt x="39" y="584"/>
                    <a:pt x="25" y="589"/>
                    <a:pt x="14" y="593"/>
                  </a:cubicBezTo>
                  <a:cubicBezTo>
                    <a:pt x="5" y="596"/>
                    <a:pt x="0" y="599"/>
                    <a:pt x="0" y="599"/>
                  </a:cubicBezTo>
                  <a:lnTo>
                    <a:pt x="0" y="60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46"/>
            <p:cNvSpPr/>
            <p:nvPr/>
          </p:nvSpPr>
          <p:spPr>
            <a:xfrm>
              <a:off x="6778975" y="3595294"/>
              <a:ext cx="349721" cy="25317"/>
            </a:xfrm>
            <a:custGeom>
              <a:avLst/>
              <a:gdLst/>
              <a:ahLst/>
              <a:cxnLst/>
              <a:rect l="l" t="t" r="r" b="b"/>
              <a:pathLst>
                <a:path w="1409" h="102" extrusionOk="0">
                  <a:moveTo>
                    <a:pt x="0" y="102"/>
                  </a:moveTo>
                  <a:cubicBezTo>
                    <a:pt x="469" y="5"/>
                    <a:pt x="956" y="-41"/>
                    <a:pt x="1409" y="44"/>
                  </a:cubicBezTo>
                  <a:cubicBezTo>
                    <a:pt x="950" y="125"/>
                    <a:pt x="485" y="45"/>
                    <a:pt x="0" y="102"/>
                  </a:cubicBez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46"/>
            <p:cNvSpPr/>
            <p:nvPr/>
          </p:nvSpPr>
          <p:spPr>
            <a:xfrm>
              <a:off x="7328253" y="4048518"/>
              <a:ext cx="53612" cy="482014"/>
            </a:xfrm>
            <a:custGeom>
              <a:avLst/>
              <a:gdLst/>
              <a:ahLst/>
              <a:cxnLst/>
              <a:rect l="l" t="t" r="r" b="b"/>
              <a:pathLst>
                <a:path w="216" h="1942" extrusionOk="0">
                  <a:moveTo>
                    <a:pt x="0" y="1942"/>
                  </a:moveTo>
                  <a:cubicBezTo>
                    <a:pt x="258" y="1338"/>
                    <a:pt x="228" y="656"/>
                    <a:pt x="193" y="0"/>
                  </a:cubicBezTo>
                  <a:lnTo>
                    <a:pt x="0" y="1942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46"/>
            <p:cNvSpPr/>
            <p:nvPr/>
          </p:nvSpPr>
          <p:spPr>
            <a:xfrm>
              <a:off x="7303680" y="3967603"/>
              <a:ext cx="80915" cy="735928"/>
            </a:xfrm>
            <a:custGeom>
              <a:avLst/>
              <a:gdLst/>
              <a:ahLst/>
              <a:cxnLst/>
              <a:rect l="l" t="t" r="r" b="b"/>
              <a:pathLst>
                <a:path w="326" h="2965" extrusionOk="0">
                  <a:moveTo>
                    <a:pt x="326" y="0"/>
                  </a:moveTo>
                  <a:cubicBezTo>
                    <a:pt x="326" y="0"/>
                    <a:pt x="325" y="2"/>
                    <a:pt x="324" y="8"/>
                  </a:cubicBezTo>
                  <a:cubicBezTo>
                    <a:pt x="324" y="13"/>
                    <a:pt x="323" y="21"/>
                    <a:pt x="322" y="30"/>
                  </a:cubicBezTo>
                  <a:cubicBezTo>
                    <a:pt x="320" y="51"/>
                    <a:pt x="316" y="79"/>
                    <a:pt x="312" y="117"/>
                  </a:cubicBezTo>
                  <a:cubicBezTo>
                    <a:pt x="305" y="192"/>
                    <a:pt x="294" y="301"/>
                    <a:pt x="281" y="435"/>
                  </a:cubicBezTo>
                  <a:cubicBezTo>
                    <a:pt x="255" y="704"/>
                    <a:pt x="219" y="1075"/>
                    <a:pt x="176" y="1484"/>
                  </a:cubicBezTo>
                  <a:cubicBezTo>
                    <a:pt x="133" y="1894"/>
                    <a:pt x="91" y="2264"/>
                    <a:pt x="57" y="2532"/>
                  </a:cubicBezTo>
                  <a:cubicBezTo>
                    <a:pt x="40" y="2666"/>
                    <a:pt x="25" y="2774"/>
                    <a:pt x="15" y="2849"/>
                  </a:cubicBezTo>
                  <a:cubicBezTo>
                    <a:pt x="10" y="2886"/>
                    <a:pt x="6" y="2915"/>
                    <a:pt x="4" y="2935"/>
                  </a:cubicBezTo>
                  <a:cubicBezTo>
                    <a:pt x="3" y="2945"/>
                    <a:pt x="2" y="2952"/>
                    <a:pt x="1" y="2958"/>
                  </a:cubicBezTo>
                  <a:cubicBezTo>
                    <a:pt x="0" y="2963"/>
                    <a:pt x="0" y="2965"/>
                    <a:pt x="0" y="2965"/>
                  </a:cubicBezTo>
                  <a:cubicBezTo>
                    <a:pt x="0" y="2965"/>
                    <a:pt x="1" y="2963"/>
                    <a:pt x="2" y="2958"/>
                  </a:cubicBezTo>
                  <a:cubicBezTo>
                    <a:pt x="3" y="2952"/>
                    <a:pt x="5" y="2945"/>
                    <a:pt x="6" y="2936"/>
                  </a:cubicBezTo>
                  <a:cubicBezTo>
                    <a:pt x="9" y="2915"/>
                    <a:pt x="14" y="2887"/>
                    <a:pt x="20" y="2850"/>
                  </a:cubicBezTo>
                  <a:cubicBezTo>
                    <a:pt x="32" y="2776"/>
                    <a:pt x="48" y="2667"/>
                    <a:pt x="66" y="2534"/>
                  </a:cubicBezTo>
                  <a:cubicBezTo>
                    <a:pt x="102" y="2266"/>
                    <a:pt x="146" y="1896"/>
                    <a:pt x="189" y="1486"/>
                  </a:cubicBezTo>
                  <a:cubicBezTo>
                    <a:pt x="232" y="1076"/>
                    <a:pt x="266" y="705"/>
                    <a:pt x="290" y="436"/>
                  </a:cubicBezTo>
                  <a:cubicBezTo>
                    <a:pt x="302" y="302"/>
                    <a:pt x="311" y="194"/>
                    <a:pt x="317" y="117"/>
                  </a:cubicBezTo>
                  <a:cubicBezTo>
                    <a:pt x="320" y="80"/>
                    <a:pt x="322" y="51"/>
                    <a:pt x="324" y="31"/>
                  </a:cubicBezTo>
                  <a:lnTo>
                    <a:pt x="326" y="8"/>
                  </a:lnTo>
                  <a:cubicBezTo>
                    <a:pt x="326" y="3"/>
                    <a:pt x="326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46"/>
            <p:cNvSpPr/>
            <p:nvPr/>
          </p:nvSpPr>
          <p:spPr>
            <a:xfrm>
              <a:off x="6892156" y="3885695"/>
              <a:ext cx="456201" cy="55846"/>
            </a:xfrm>
            <a:custGeom>
              <a:avLst/>
              <a:gdLst/>
              <a:ahLst/>
              <a:cxnLst/>
              <a:rect l="l" t="t" r="r" b="b"/>
              <a:pathLst>
                <a:path w="1838" h="225" extrusionOk="0">
                  <a:moveTo>
                    <a:pt x="0" y="6"/>
                  </a:moveTo>
                  <a:cubicBezTo>
                    <a:pt x="0" y="6"/>
                    <a:pt x="7" y="7"/>
                    <a:pt x="19" y="7"/>
                  </a:cubicBezTo>
                  <a:cubicBezTo>
                    <a:pt x="32" y="7"/>
                    <a:pt x="50" y="7"/>
                    <a:pt x="73" y="7"/>
                  </a:cubicBezTo>
                  <a:cubicBezTo>
                    <a:pt x="120" y="7"/>
                    <a:pt x="188" y="8"/>
                    <a:pt x="272" y="9"/>
                  </a:cubicBezTo>
                  <a:cubicBezTo>
                    <a:pt x="440" y="13"/>
                    <a:pt x="672" y="26"/>
                    <a:pt x="926" y="56"/>
                  </a:cubicBezTo>
                  <a:cubicBezTo>
                    <a:pt x="1180" y="86"/>
                    <a:pt x="1408" y="129"/>
                    <a:pt x="1572" y="164"/>
                  </a:cubicBezTo>
                  <a:cubicBezTo>
                    <a:pt x="1655" y="182"/>
                    <a:pt x="1721" y="197"/>
                    <a:pt x="1766" y="208"/>
                  </a:cubicBezTo>
                  <a:cubicBezTo>
                    <a:pt x="1788" y="213"/>
                    <a:pt x="1806" y="218"/>
                    <a:pt x="1819" y="221"/>
                  </a:cubicBezTo>
                  <a:cubicBezTo>
                    <a:pt x="1831" y="224"/>
                    <a:pt x="1838" y="225"/>
                    <a:pt x="1838" y="224"/>
                  </a:cubicBezTo>
                  <a:cubicBezTo>
                    <a:pt x="1838" y="224"/>
                    <a:pt x="1832" y="222"/>
                    <a:pt x="1820" y="218"/>
                  </a:cubicBezTo>
                  <a:cubicBezTo>
                    <a:pt x="1806" y="215"/>
                    <a:pt x="1789" y="210"/>
                    <a:pt x="1767" y="203"/>
                  </a:cubicBezTo>
                  <a:cubicBezTo>
                    <a:pt x="1722" y="191"/>
                    <a:pt x="1656" y="174"/>
                    <a:pt x="1574" y="155"/>
                  </a:cubicBezTo>
                  <a:cubicBezTo>
                    <a:pt x="1411" y="117"/>
                    <a:pt x="1182" y="73"/>
                    <a:pt x="927" y="43"/>
                  </a:cubicBezTo>
                  <a:cubicBezTo>
                    <a:pt x="672" y="12"/>
                    <a:pt x="440" y="2"/>
                    <a:pt x="272" y="0"/>
                  </a:cubicBezTo>
                  <a:cubicBezTo>
                    <a:pt x="188" y="-1"/>
                    <a:pt x="120" y="0"/>
                    <a:pt x="73" y="2"/>
                  </a:cubicBezTo>
                  <a:cubicBezTo>
                    <a:pt x="50" y="2"/>
                    <a:pt x="32" y="3"/>
                    <a:pt x="19" y="4"/>
                  </a:cubicBezTo>
                  <a:cubicBezTo>
                    <a:pt x="6" y="4"/>
                    <a:pt x="0" y="5"/>
                    <a:pt x="0" y="5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6000" rIns="90000" bIns="36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46"/>
            <p:cNvSpPr/>
            <p:nvPr/>
          </p:nvSpPr>
          <p:spPr>
            <a:xfrm>
              <a:off x="7160466" y="3742232"/>
              <a:ext cx="11169" cy="304051"/>
            </a:xfrm>
            <a:custGeom>
              <a:avLst/>
              <a:gdLst/>
              <a:ahLst/>
              <a:cxnLst/>
              <a:rect l="l" t="t" r="r" b="b"/>
              <a:pathLst>
                <a:path w="45" h="1225" extrusionOk="0">
                  <a:moveTo>
                    <a:pt x="44" y="1225"/>
                  </a:moveTo>
                  <a:cubicBezTo>
                    <a:pt x="48" y="1225"/>
                    <a:pt x="41" y="952"/>
                    <a:pt x="29" y="613"/>
                  </a:cubicBezTo>
                  <a:cubicBezTo>
                    <a:pt x="17" y="275"/>
                    <a:pt x="5" y="0"/>
                    <a:pt x="1" y="0"/>
                  </a:cubicBezTo>
                  <a:cubicBezTo>
                    <a:pt x="-2" y="0"/>
                    <a:pt x="4" y="275"/>
                    <a:pt x="16" y="613"/>
                  </a:cubicBezTo>
                  <a:cubicBezTo>
                    <a:pt x="28" y="951"/>
                    <a:pt x="40" y="1225"/>
                    <a:pt x="44" y="12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46"/>
            <p:cNvSpPr/>
            <p:nvPr/>
          </p:nvSpPr>
          <p:spPr>
            <a:xfrm>
              <a:off x="6734298" y="3637241"/>
              <a:ext cx="147434" cy="400603"/>
            </a:xfrm>
            <a:custGeom>
              <a:avLst/>
              <a:gdLst/>
              <a:ahLst/>
              <a:cxnLst/>
              <a:rect l="l" t="t" r="r" b="b"/>
              <a:pathLst>
                <a:path w="594" h="1614" extrusionOk="0">
                  <a:moveTo>
                    <a:pt x="264" y="1614"/>
                  </a:moveTo>
                  <a:cubicBezTo>
                    <a:pt x="264" y="1614"/>
                    <a:pt x="268" y="1609"/>
                    <a:pt x="275" y="1597"/>
                  </a:cubicBezTo>
                  <a:cubicBezTo>
                    <a:pt x="282" y="1585"/>
                    <a:pt x="292" y="1568"/>
                    <a:pt x="304" y="1547"/>
                  </a:cubicBezTo>
                  <a:cubicBezTo>
                    <a:pt x="331" y="1502"/>
                    <a:pt x="367" y="1439"/>
                    <a:pt x="413" y="1361"/>
                  </a:cubicBezTo>
                  <a:cubicBezTo>
                    <a:pt x="457" y="1282"/>
                    <a:pt x="510" y="1187"/>
                    <a:pt x="548" y="1072"/>
                  </a:cubicBezTo>
                  <a:cubicBezTo>
                    <a:pt x="567" y="1015"/>
                    <a:pt x="581" y="953"/>
                    <a:pt x="588" y="887"/>
                  </a:cubicBezTo>
                  <a:cubicBezTo>
                    <a:pt x="595" y="822"/>
                    <a:pt x="595" y="754"/>
                    <a:pt x="589" y="685"/>
                  </a:cubicBezTo>
                  <a:cubicBezTo>
                    <a:pt x="576" y="546"/>
                    <a:pt x="546" y="415"/>
                    <a:pt x="492" y="307"/>
                  </a:cubicBezTo>
                  <a:cubicBezTo>
                    <a:pt x="465" y="252"/>
                    <a:pt x="433" y="204"/>
                    <a:pt x="397" y="164"/>
                  </a:cubicBezTo>
                  <a:cubicBezTo>
                    <a:pt x="361" y="124"/>
                    <a:pt x="321" y="93"/>
                    <a:pt x="282" y="68"/>
                  </a:cubicBezTo>
                  <a:cubicBezTo>
                    <a:pt x="204" y="20"/>
                    <a:pt x="130" y="3"/>
                    <a:pt x="79" y="0"/>
                  </a:cubicBezTo>
                  <a:cubicBezTo>
                    <a:pt x="28" y="-2"/>
                    <a:pt x="0" y="5"/>
                    <a:pt x="0" y="5"/>
                  </a:cubicBezTo>
                  <a:cubicBezTo>
                    <a:pt x="0" y="7"/>
                    <a:pt x="28" y="1"/>
                    <a:pt x="79" y="5"/>
                  </a:cubicBezTo>
                  <a:cubicBezTo>
                    <a:pt x="129" y="9"/>
                    <a:pt x="201" y="28"/>
                    <a:pt x="277" y="76"/>
                  </a:cubicBezTo>
                  <a:cubicBezTo>
                    <a:pt x="315" y="101"/>
                    <a:pt x="354" y="132"/>
                    <a:pt x="389" y="171"/>
                  </a:cubicBezTo>
                  <a:cubicBezTo>
                    <a:pt x="424" y="211"/>
                    <a:pt x="455" y="258"/>
                    <a:pt x="481" y="312"/>
                  </a:cubicBezTo>
                  <a:cubicBezTo>
                    <a:pt x="534" y="419"/>
                    <a:pt x="563" y="549"/>
                    <a:pt x="576" y="686"/>
                  </a:cubicBezTo>
                  <a:cubicBezTo>
                    <a:pt x="582" y="754"/>
                    <a:pt x="582" y="822"/>
                    <a:pt x="576" y="886"/>
                  </a:cubicBezTo>
                  <a:cubicBezTo>
                    <a:pt x="568" y="951"/>
                    <a:pt x="554" y="1012"/>
                    <a:pt x="536" y="1069"/>
                  </a:cubicBezTo>
                  <a:cubicBezTo>
                    <a:pt x="500" y="1182"/>
                    <a:pt x="447" y="1277"/>
                    <a:pt x="404" y="1357"/>
                  </a:cubicBezTo>
                  <a:cubicBezTo>
                    <a:pt x="360" y="1435"/>
                    <a:pt x="325" y="1499"/>
                    <a:pt x="300" y="1544"/>
                  </a:cubicBezTo>
                  <a:cubicBezTo>
                    <a:pt x="288" y="1566"/>
                    <a:pt x="279" y="1583"/>
                    <a:pt x="272" y="1596"/>
                  </a:cubicBezTo>
                  <a:cubicBezTo>
                    <a:pt x="266" y="1608"/>
                    <a:pt x="263" y="1614"/>
                    <a:pt x="264" y="16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46"/>
            <p:cNvSpPr/>
            <p:nvPr/>
          </p:nvSpPr>
          <p:spPr>
            <a:xfrm>
              <a:off x="6575199" y="3967106"/>
              <a:ext cx="263842" cy="230582"/>
            </a:xfrm>
            <a:custGeom>
              <a:avLst/>
              <a:gdLst/>
              <a:ahLst/>
              <a:cxnLst/>
              <a:rect l="l" t="t" r="r" b="b"/>
              <a:pathLst>
                <a:path w="1063" h="929" extrusionOk="0">
                  <a:moveTo>
                    <a:pt x="1058" y="0"/>
                  </a:moveTo>
                  <a:lnTo>
                    <a:pt x="1058" y="0"/>
                  </a:lnTo>
                  <a:moveTo>
                    <a:pt x="701" y="564"/>
                  </a:moveTo>
                  <a:cubicBezTo>
                    <a:pt x="491" y="709"/>
                    <a:pt x="292" y="821"/>
                    <a:pt x="3" y="929"/>
                  </a:cubicBezTo>
                  <a:lnTo>
                    <a:pt x="0" y="698"/>
                  </a:lnTo>
                  <a:cubicBezTo>
                    <a:pt x="0" y="698"/>
                    <a:pt x="307" y="571"/>
                    <a:pt x="588" y="428"/>
                  </a:cubicBezTo>
                  <a:cubicBezTo>
                    <a:pt x="741" y="350"/>
                    <a:pt x="915" y="266"/>
                    <a:pt x="966" y="176"/>
                  </a:cubicBezTo>
                  <a:lnTo>
                    <a:pt x="1058" y="0"/>
                  </a:lnTo>
                  <a:cubicBezTo>
                    <a:pt x="1094" y="253"/>
                    <a:pt x="911" y="420"/>
                    <a:pt x="701" y="564"/>
                  </a:cubicBez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46"/>
            <p:cNvSpPr/>
            <p:nvPr/>
          </p:nvSpPr>
          <p:spPr>
            <a:xfrm>
              <a:off x="6213564" y="3955689"/>
              <a:ext cx="14396" cy="117897"/>
            </a:xfrm>
            <a:custGeom>
              <a:avLst/>
              <a:gdLst/>
              <a:ahLst/>
              <a:cxnLst/>
              <a:rect l="l" t="t" r="r" b="b"/>
              <a:pathLst>
                <a:path w="58" h="475" extrusionOk="0">
                  <a:moveTo>
                    <a:pt x="39" y="475"/>
                  </a:moveTo>
                  <a:cubicBezTo>
                    <a:pt x="41" y="475"/>
                    <a:pt x="47" y="450"/>
                    <a:pt x="52" y="406"/>
                  </a:cubicBezTo>
                  <a:cubicBezTo>
                    <a:pt x="57" y="363"/>
                    <a:pt x="60" y="301"/>
                    <a:pt x="54" y="235"/>
                  </a:cubicBezTo>
                  <a:cubicBezTo>
                    <a:pt x="49" y="168"/>
                    <a:pt x="36" y="108"/>
                    <a:pt x="24" y="66"/>
                  </a:cubicBezTo>
                  <a:cubicBezTo>
                    <a:pt x="12" y="24"/>
                    <a:pt x="1" y="-1"/>
                    <a:pt x="0" y="0"/>
                  </a:cubicBezTo>
                  <a:cubicBezTo>
                    <a:pt x="-2" y="0"/>
                    <a:pt x="5" y="27"/>
                    <a:pt x="15" y="69"/>
                  </a:cubicBezTo>
                  <a:cubicBezTo>
                    <a:pt x="25" y="112"/>
                    <a:pt x="36" y="170"/>
                    <a:pt x="41" y="236"/>
                  </a:cubicBezTo>
                  <a:cubicBezTo>
                    <a:pt x="47" y="302"/>
                    <a:pt x="46" y="362"/>
                    <a:pt x="43" y="405"/>
                  </a:cubicBezTo>
                  <a:cubicBezTo>
                    <a:pt x="40" y="448"/>
                    <a:pt x="37" y="475"/>
                    <a:pt x="39" y="4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46"/>
            <p:cNvSpPr/>
            <p:nvPr/>
          </p:nvSpPr>
          <p:spPr>
            <a:xfrm>
              <a:off x="5951459" y="3945016"/>
              <a:ext cx="176970" cy="226115"/>
            </a:xfrm>
            <a:custGeom>
              <a:avLst/>
              <a:gdLst/>
              <a:ahLst/>
              <a:cxnLst/>
              <a:rect l="l" t="t" r="r" b="b"/>
              <a:pathLst>
                <a:path w="713" h="911" extrusionOk="0">
                  <a:moveTo>
                    <a:pt x="0" y="911"/>
                  </a:moveTo>
                  <a:cubicBezTo>
                    <a:pt x="0" y="911"/>
                    <a:pt x="2" y="908"/>
                    <a:pt x="5" y="900"/>
                  </a:cubicBezTo>
                  <a:cubicBezTo>
                    <a:pt x="7" y="891"/>
                    <a:pt x="11" y="881"/>
                    <a:pt x="15" y="868"/>
                  </a:cubicBezTo>
                  <a:cubicBezTo>
                    <a:pt x="20" y="853"/>
                    <a:pt x="25" y="836"/>
                    <a:pt x="33" y="816"/>
                  </a:cubicBezTo>
                  <a:cubicBezTo>
                    <a:pt x="40" y="796"/>
                    <a:pt x="48" y="774"/>
                    <a:pt x="60" y="749"/>
                  </a:cubicBezTo>
                  <a:cubicBezTo>
                    <a:pt x="65" y="737"/>
                    <a:pt x="71" y="724"/>
                    <a:pt x="76" y="711"/>
                  </a:cubicBezTo>
                  <a:cubicBezTo>
                    <a:pt x="83" y="698"/>
                    <a:pt x="90" y="684"/>
                    <a:pt x="97" y="670"/>
                  </a:cubicBezTo>
                  <a:cubicBezTo>
                    <a:pt x="110" y="642"/>
                    <a:pt x="127" y="613"/>
                    <a:pt x="144" y="582"/>
                  </a:cubicBezTo>
                  <a:cubicBezTo>
                    <a:pt x="181" y="522"/>
                    <a:pt x="225" y="458"/>
                    <a:pt x="275" y="394"/>
                  </a:cubicBezTo>
                  <a:cubicBezTo>
                    <a:pt x="327" y="331"/>
                    <a:pt x="380" y="274"/>
                    <a:pt x="431" y="225"/>
                  </a:cubicBezTo>
                  <a:cubicBezTo>
                    <a:pt x="482" y="177"/>
                    <a:pt x="531" y="135"/>
                    <a:pt x="573" y="102"/>
                  </a:cubicBezTo>
                  <a:cubicBezTo>
                    <a:pt x="594" y="86"/>
                    <a:pt x="614" y="72"/>
                    <a:pt x="631" y="59"/>
                  </a:cubicBezTo>
                  <a:cubicBezTo>
                    <a:pt x="648" y="46"/>
                    <a:pt x="663" y="36"/>
                    <a:pt x="675" y="28"/>
                  </a:cubicBezTo>
                  <a:cubicBezTo>
                    <a:pt x="687" y="20"/>
                    <a:pt x="696" y="13"/>
                    <a:pt x="704" y="8"/>
                  </a:cubicBezTo>
                  <a:cubicBezTo>
                    <a:pt x="710" y="4"/>
                    <a:pt x="713" y="1"/>
                    <a:pt x="713" y="0"/>
                  </a:cubicBezTo>
                  <a:cubicBezTo>
                    <a:pt x="713" y="0"/>
                    <a:pt x="709" y="2"/>
                    <a:pt x="702" y="6"/>
                  </a:cubicBezTo>
                  <a:lnTo>
                    <a:pt x="673" y="23"/>
                  </a:lnTo>
                  <a:cubicBezTo>
                    <a:pt x="660" y="31"/>
                    <a:pt x="645" y="41"/>
                    <a:pt x="627" y="53"/>
                  </a:cubicBezTo>
                  <a:cubicBezTo>
                    <a:pt x="610" y="65"/>
                    <a:pt x="589" y="78"/>
                    <a:pt x="568" y="95"/>
                  </a:cubicBezTo>
                  <a:cubicBezTo>
                    <a:pt x="524" y="127"/>
                    <a:pt x="475" y="168"/>
                    <a:pt x="423" y="216"/>
                  </a:cubicBezTo>
                  <a:cubicBezTo>
                    <a:pt x="371" y="265"/>
                    <a:pt x="317" y="322"/>
                    <a:pt x="265" y="385"/>
                  </a:cubicBezTo>
                  <a:cubicBezTo>
                    <a:pt x="214" y="449"/>
                    <a:pt x="170" y="514"/>
                    <a:pt x="134" y="576"/>
                  </a:cubicBezTo>
                  <a:cubicBezTo>
                    <a:pt x="117" y="607"/>
                    <a:pt x="100" y="636"/>
                    <a:pt x="87" y="665"/>
                  </a:cubicBezTo>
                  <a:cubicBezTo>
                    <a:pt x="80" y="679"/>
                    <a:pt x="74" y="693"/>
                    <a:pt x="68" y="706"/>
                  </a:cubicBezTo>
                  <a:cubicBezTo>
                    <a:pt x="62" y="720"/>
                    <a:pt x="57" y="733"/>
                    <a:pt x="52" y="745"/>
                  </a:cubicBezTo>
                  <a:cubicBezTo>
                    <a:pt x="41" y="770"/>
                    <a:pt x="34" y="793"/>
                    <a:pt x="27" y="813"/>
                  </a:cubicBezTo>
                  <a:cubicBezTo>
                    <a:pt x="20" y="833"/>
                    <a:pt x="14" y="851"/>
                    <a:pt x="11" y="866"/>
                  </a:cubicBezTo>
                  <a:cubicBezTo>
                    <a:pt x="7" y="879"/>
                    <a:pt x="5" y="890"/>
                    <a:pt x="2" y="899"/>
                  </a:cubicBezTo>
                  <a:cubicBezTo>
                    <a:pt x="1" y="907"/>
                    <a:pt x="0" y="911"/>
                    <a:pt x="0" y="9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46"/>
            <p:cNvSpPr/>
            <p:nvPr/>
          </p:nvSpPr>
          <p:spPr>
            <a:xfrm>
              <a:off x="6143074" y="3962142"/>
              <a:ext cx="25317" cy="115912"/>
            </a:xfrm>
            <a:custGeom>
              <a:avLst/>
              <a:gdLst/>
              <a:ahLst/>
              <a:cxnLst/>
              <a:rect l="l" t="t" r="r" b="b"/>
              <a:pathLst>
                <a:path w="102" h="467" extrusionOk="0">
                  <a:moveTo>
                    <a:pt x="0" y="367"/>
                  </a:moveTo>
                  <a:cubicBezTo>
                    <a:pt x="3" y="330"/>
                    <a:pt x="18" y="294"/>
                    <a:pt x="28" y="258"/>
                  </a:cubicBezTo>
                  <a:cubicBezTo>
                    <a:pt x="52" y="172"/>
                    <a:pt x="62" y="89"/>
                    <a:pt x="58" y="0"/>
                  </a:cubicBezTo>
                  <a:cubicBezTo>
                    <a:pt x="121" y="152"/>
                    <a:pt x="117" y="322"/>
                    <a:pt x="41" y="467"/>
                  </a:cubicBezTo>
                  <a:cubicBezTo>
                    <a:pt x="9" y="447"/>
                    <a:pt x="-3" y="405"/>
                    <a:pt x="1" y="367"/>
                  </a:cubicBezTo>
                  <a:lnTo>
                    <a:pt x="0" y="367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46"/>
            <p:cNvSpPr/>
            <p:nvPr/>
          </p:nvSpPr>
          <p:spPr>
            <a:xfrm>
              <a:off x="6936833" y="3888673"/>
              <a:ext cx="402340" cy="96055"/>
            </a:xfrm>
            <a:custGeom>
              <a:avLst/>
              <a:gdLst/>
              <a:ahLst/>
              <a:cxnLst/>
              <a:rect l="l" t="t" r="r" b="b"/>
              <a:pathLst>
                <a:path w="1621" h="387" extrusionOk="0">
                  <a:moveTo>
                    <a:pt x="1610" y="211"/>
                  </a:moveTo>
                  <a:cubicBezTo>
                    <a:pt x="1426" y="201"/>
                    <a:pt x="1241" y="177"/>
                    <a:pt x="1060" y="138"/>
                  </a:cubicBezTo>
                  <a:cubicBezTo>
                    <a:pt x="1082" y="218"/>
                    <a:pt x="1093" y="302"/>
                    <a:pt x="1091" y="385"/>
                  </a:cubicBezTo>
                  <a:cubicBezTo>
                    <a:pt x="1033" y="320"/>
                    <a:pt x="991" y="243"/>
                    <a:pt x="968" y="160"/>
                  </a:cubicBezTo>
                  <a:cubicBezTo>
                    <a:pt x="955" y="250"/>
                    <a:pt x="904" y="335"/>
                    <a:pt x="829" y="387"/>
                  </a:cubicBezTo>
                  <a:cubicBezTo>
                    <a:pt x="811" y="305"/>
                    <a:pt x="807" y="220"/>
                    <a:pt x="817" y="136"/>
                  </a:cubicBezTo>
                  <a:cubicBezTo>
                    <a:pt x="543" y="103"/>
                    <a:pt x="270" y="58"/>
                    <a:pt x="0" y="1"/>
                  </a:cubicBezTo>
                  <a:cubicBezTo>
                    <a:pt x="547" y="-12"/>
                    <a:pt x="1095" y="56"/>
                    <a:pt x="1621" y="203"/>
                  </a:cubicBezTo>
                  <a:lnTo>
                    <a:pt x="1610" y="211"/>
                  </a:lnTo>
                  <a:close/>
                </a:path>
              </a:pathLst>
            </a:custGeom>
            <a:solidFill>
              <a:srgbClr val="000000">
                <a:alpha val="298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am Collaboration App Pitck Deck by Slidesgo">
  <a:themeElements>
    <a:clrScheme name="Simple Light">
      <a:dk1>
        <a:srgbClr val="263238"/>
      </a:dk1>
      <a:lt1>
        <a:srgbClr val="FFFFFF"/>
      </a:lt1>
      <a:dk2>
        <a:srgbClr val="EC442C"/>
      </a:dk2>
      <a:lt2>
        <a:srgbClr val="455A64"/>
      </a:lt2>
      <a:accent1>
        <a:srgbClr val="BBBBBB"/>
      </a:accent1>
      <a:accent2>
        <a:srgbClr val="EBEB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226</Words>
  <Application>Microsoft Office PowerPoint</Application>
  <PresentationFormat>Presentación en pantalla (16:9)</PresentationFormat>
  <Paragraphs>37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Roboto Medium</vt:lpstr>
      <vt:lpstr>Arial</vt:lpstr>
      <vt:lpstr>Nunito Light</vt:lpstr>
      <vt:lpstr>Roboto</vt:lpstr>
      <vt:lpstr>Team Collaboration App Pitck Deck by Slidesgo</vt:lpstr>
      <vt:lpstr>FORUM</vt:lpstr>
      <vt:lpstr>Contenidos contemplados</vt:lpstr>
      <vt:lpstr>¿Qué es forum? y ¿Qué permite?</vt:lpstr>
      <vt:lpstr>¿Cómo se compone?</vt:lpstr>
      <vt:lpstr>¿Cómo se comporta?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GONZALO ALEJANDRO FUENTES CLAVIJO</cp:lastModifiedBy>
  <cp:revision>30</cp:revision>
  <dcterms:modified xsi:type="dcterms:W3CDTF">2025-10-27T03:12:28Z</dcterms:modified>
</cp:coreProperties>
</file>